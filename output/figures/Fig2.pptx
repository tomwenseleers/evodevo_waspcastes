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97827abf62f124a1e78d3155241f2ad5a4fa322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114800" y="777081"/>
            <a:ext cx="6858000" cy="9144000"/>
            <a:chOff x="4114800" y="777081"/>
            <a:chExt cx="6858000" cy="9144000"/>
          </a:xfrm>
        </p:grpSpPr>
        <p:sp>
          <p:nvSpPr>
            <p:cNvPr id="3" name="rc3"/>
            <p:cNvSpPr/>
            <p:nvPr/>
          </p:nvSpPr>
          <p:spPr>
            <a:xfrm>
              <a:off x="4114800" y="777081"/>
              <a:ext cx="68580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114800" y="777081"/>
              <a:ext cx="68580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241325" y="903607"/>
              <a:ext cx="6604948" cy="4983093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41325" y="5886700"/>
              <a:ext cx="6604948" cy="39078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5028438" y="1224693"/>
              <a:ext cx="4890311" cy="41469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5840367" y="3291988"/>
              <a:ext cx="2120993" cy="23306"/>
            </a:xfrm>
            <a:custGeom>
              <a:avLst/>
              <a:pathLst>
                <a:path w="2120993" h="23306">
                  <a:moveTo>
                    <a:pt x="0" y="0"/>
                  </a:moveTo>
                  <a:lnTo>
                    <a:pt x="10658" y="37"/>
                  </a:lnTo>
                  <a:lnTo>
                    <a:pt x="21316" y="75"/>
                  </a:lnTo>
                  <a:lnTo>
                    <a:pt x="31974" y="112"/>
                  </a:lnTo>
                  <a:lnTo>
                    <a:pt x="42633" y="150"/>
                  </a:lnTo>
                  <a:lnTo>
                    <a:pt x="53291" y="188"/>
                  </a:lnTo>
                  <a:lnTo>
                    <a:pt x="63949" y="225"/>
                  </a:lnTo>
                  <a:lnTo>
                    <a:pt x="74607" y="263"/>
                  </a:lnTo>
                  <a:lnTo>
                    <a:pt x="85266" y="301"/>
                  </a:lnTo>
                  <a:lnTo>
                    <a:pt x="95924" y="338"/>
                  </a:lnTo>
                  <a:lnTo>
                    <a:pt x="106582" y="376"/>
                  </a:lnTo>
                  <a:lnTo>
                    <a:pt x="117240" y="414"/>
                  </a:lnTo>
                  <a:lnTo>
                    <a:pt x="127899" y="451"/>
                  </a:lnTo>
                  <a:lnTo>
                    <a:pt x="138557" y="489"/>
                  </a:lnTo>
                  <a:lnTo>
                    <a:pt x="149215" y="526"/>
                  </a:lnTo>
                  <a:lnTo>
                    <a:pt x="159873" y="564"/>
                  </a:lnTo>
                  <a:lnTo>
                    <a:pt x="170532" y="602"/>
                  </a:lnTo>
                  <a:lnTo>
                    <a:pt x="181190" y="639"/>
                  </a:lnTo>
                  <a:lnTo>
                    <a:pt x="191848" y="677"/>
                  </a:lnTo>
                  <a:lnTo>
                    <a:pt x="202506" y="715"/>
                  </a:lnTo>
                  <a:lnTo>
                    <a:pt x="213165" y="752"/>
                  </a:lnTo>
                  <a:lnTo>
                    <a:pt x="223823" y="790"/>
                  </a:lnTo>
                  <a:lnTo>
                    <a:pt x="234481" y="827"/>
                  </a:lnTo>
                  <a:lnTo>
                    <a:pt x="245139" y="865"/>
                  </a:lnTo>
                  <a:lnTo>
                    <a:pt x="255798" y="903"/>
                  </a:lnTo>
                  <a:lnTo>
                    <a:pt x="266456" y="940"/>
                  </a:lnTo>
                  <a:lnTo>
                    <a:pt x="277114" y="978"/>
                  </a:lnTo>
                  <a:lnTo>
                    <a:pt x="287773" y="1016"/>
                  </a:lnTo>
                  <a:lnTo>
                    <a:pt x="298431" y="1053"/>
                  </a:lnTo>
                  <a:lnTo>
                    <a:pt x="309089" y="1091"/>
                  </a:lnTo>
                  <a:lnTo>
                    <a:pt x="319747" y="1128"/>
                  </a:lnTo>
                  <a:lnTo>
                    <a:pt x="330406" y="1166"/>
                  </a:lnTo>
                  <a:lnTo>
                    <a:pt x="341064" y="1204"/>
                  </a:lnTo>
                  <a:lnTo>
                    <a:pt x="351722" y="1241"/>
                  </a:lnTo>
                  <a:lnTo>
                    <a:pt x="362380" y="1279"/>
                  </a:lnTo>
                  <a:lnTo>
                    <a:pt x="373039" y="1316"/>
                  </a:lnTo>
                  <a:lnTo>
                    <a:pt x="383697" y="1354"/>
                  </a:lnTo>
                  <a:lnTo>
                    <a:pt x="394355" y="1391"/>
                  </a:lnTo>
                  <a:lnTo>
                    <a:pt x="405013" y="1429"/>
                  </a:lnTo>
                  <a:lnTo>
                    <a:pt x="415672" y="1467"/>
                  </a:lnTo>
                  <a:lnTo>
                    <a:pt x="426330" y="1504"/>
                  </a:lnTo>
                  <a:lnTo>
                    <a:pt x="436988" y="1542"/>
                  </a:lnTo>
                  <a:lnTo>
                    <a:pt x="447646" y="1579"/>
                  </a:lnTo>
                  <a:lnTo>
                    <a:pt x="458305" y="1617"/>
                  </a:lnTo>
                  <a:lnTo>
                    <a:pt x="468963" y="1654"/>
                  </a:lnTo>
                  <a:lnTo>
                    <a:pt x="479621" y="1692"/>
                  </a:lnTo>
                  <a:lnTo>
                    <a:pt x="490279" y="1730"/>
                  </a:lnTo>
                  <a:lnTo>
                    <a:pt x="500938" y="1767"/>
                  </a:lnTo>
                  <a:lnTo>
                    <a:pt x="511596" y="1805"/>
                  </a:lnTo>
                  <a:lnTo>
                    <a:pt x="522254" y="1842"/>
                  </a:lnTo>
                  <a:lnTo>
                    <a:pt x="532913" y="1880"/>
                  </a:lnTo>
                  <a:lnTo>
                    <a:pt x="543571" y="1917"/>
                  </a:lnTo>
                  <a:lnTo>
                    <a:pt x="554229" y="1955"/>
                  </a:lnTo>
                  <a:lnTo>
                    <a:pt x="564887" y="1992"/>
                  </a:lnTo>
                  <a:lnTo>
                    <a:pt x="575546" y="2030"/>
                  </a:lnTo>
                  <a:lnTo>
                    <a:pt x="586204" y="2067"/>
                  </a:lnTo>
                  <a:lnTo>
                    <a:pt x="596862" y="2105"/>
                  </a:lnTo>
                  <a:lnTo>
                    <a:pt x="607520" y="2142"/>
                  </a:lnTo>
                  <a:lnTo>
                    <a:pt x="618179" y="2180"/>
                  </a:lnTo>
                  <a:lnTo>
                    <a:pt x="628837" y="2217"/>
                  </a:lnTo>
                  <a:lnTo>
                    <a:pt x="639495" y="2255"/>
                  </a:lnTo>
                  <a:lnTo>
                    <a:pt x="650153" y="2292"/>
                  </a:lnTo>
                  <a:lnTo>
                    <a:pt x="660812" y="2330"/>
                  </a:lnTo>
                  <a:lnTo>
                    <a:pt x="671470" y="2367"/>
                  </a:lnTo>
                  <a:lnTo>
                    <a:pt x="682128" y="2405"/>
                  </a:lnTo>
                  <a:lnTo>
                    <a:pt x="692786" y="2442"/>
                  </a:lnTo>
                  <a:lnTo>
                    <a:pt x="703445" y="2480"/>
                  </a:lnTo>
                  <a:lnTo>
                    <a:pt x="714103" y="2517"/>
                  </a:lnTo>
                  <a:lnTo>
                    <a:pt x="724761" y="2554"/>
                  </a:lnTo>
                  <a:lnTo>
                    <a:pt x="735419" y="2592"/>
                  </a:lnTo>
                  <a:lnTo>
                    <a:pt x="746078" y="2629"/>
                  </a:lnTo>
                  <a:lnTo>
                    <a:pt x="756736" y="2667"/>
                  </a:lnTo>
                  <a:lnTo>
                    <a:pt x="767394" y="2704"/>
                  </a:lnTo>
                  <a:lnTo>
                    <a:pt x="778053" y="2741"/>
                  </a:lnTo>
                  <a:lnTo>
                    <a:pt x="788711" y="2779"/>
                  </a:lnTo>
                  <a:lnTo>
                    <a:pt x="799369" y="2816"/>
                  </a:lnTo>
                  <a:lnTo>
                    <a:pt x="810027" y="2854"/>
                  </a:lnTo>
                  <a:lnTo>
                    <a:pt x="820686" y="2891"/>
                  </a:lnTo>
                  <a:lnTo>
                    <a:pt x="831344" y="2928"/>
                  </a:lnTo>
                  <a:lnTo>
                    <a:pt x="842002" y="2966"/>
                  </a:lnTo>
                  <a:lnTo>
                    <a:pt x="852660" y="3003"/>
                  </a:lnTo>
                  <a:lnTo>
                    <a:pt x="863319" y="3040"/>
                  </a:lnTo>
                  <a:lnTo>
                    <a:pt x="873977" y="3078"/>
                  </a:lnTo>
                  <a:lnTo>
                    <a:pt x="884635" y="3115"/>
                  </a:lnTo>
                  <a:lnTo>
                    <a:pt x="895293" y="3152"/>
                  </a:lnTo>
                  <a:lnTo>
                    <a:pt x="905952" y="3189"/>
                  </a:lnTo>
                  <a:lnTo>
                    <a:pt x="916610" y="3227"/>
                  </a:lnTo>
                  <a:lnTo>
                    <a:pt x="927268" y="3264"/>
                  </a:lnTo>
                  <a:lnTo>
                    <a:pt x="937926" y="3301"/>
                  </a:lnTo>
                  <a:lnTo>
                    <a:pt x="948585" y="3338"/>
                  </a:lnTo>
                  <a:lnTo>
                    <a:pt x="959243" y="3375"/>
                  </a:lnTo>
                  <a:lnTo>
                    <a:pt x="969901" y="3413"/>
                  </a:lnTo>
                  <a:lnTo>
                    <a:pt x="980559" y="3450"/>
                  </a:lnTo>
                  <a:lnTo>
                    <a:pt x="991218" y="3487"/>
                  </a:lnTo>
                  <a:lnTo>
                    <a:pt x="1001876" y="3524"/>
                  </a:lnTo>
                  <a:lnTo>
                    <a:pt x="1012534" y="3561"/>
                  </a:lnTo>
                  <a:lnTo>
                    <a:pt x="1023193" y="3598"/>
                  </a:lnTo>
                  <a:lnTo>
                    <a:pt x="1033851" y="3635"/>
                  </a:lnTo>
                  <a:lnTo>
                    <a:pt x="1044509" y="3672"/>
                  </a:lnTo>
                  <a:lnTo>
                    <a:pt x="1055167" y="3709"/>
                  </a:lnTo>
                  <a:lnTo>
                    <a:pt x="1065826" y="3746"/>
                  </a:lnTo>
                  <a:lnTo>
                    <a:pt x="1076484" y="3783"/>
                  </a:lnTo>
                  <a:lnTo>
                    <a:pt x="1087142" y="3820"/>
                  </a:lnTo>
                  <a:lnTo>
                    <a:pt x="1097800" y="3857"/>
                  </a:lnTo>
                  <a:lnTo>
                    <a:pt x="1108459" y="3894"/>
                  </a:lnTo>
                  <a:lnTo>
                    <a:pt x="1119117" y="3930"/>
                  </a:lnTo>
                  <a:lnTo>
                    <a:pt x="1129775" y="3967"/>
                  </a:lnTo>
                  <a:lnTo>
                    <a:pt x="1140433" y="4004"/>
                  </a:lnTo>
                  <a:lnTo>
                    <a:pt x="1151092" y="4040"/>
                  </a:lnTo>
                  <a:lnTo>
                    <a:pt x="1161750" y="4077"/>
                  </a:lnTo>
                  <a:lnTo>
                    <a:pt x="1172408" y="4114"/>
                  </a:lnTo>
                  <a:lnTo>
                    <a:pt x="1183066" y="4150"/>
                  </a:lnTo>
                  <a:lnTo>
                    <a:pt x="1193725" y="4187"/>
                  </a:lnTo>
                  <a:lnTo>
                    <a:pt x="1204383" y="4223"/>
                  </a:lnTo>
                  <a:lnTo>
                    <a:pt x="1215041" y="4259"/>
                  </a:lnTo>
                  <a:lnTo>
                    <a:pt x="1225699" y="4296"/>
                  </a:lnTo>
                  <a:lnTo>
                    <a:pt x="1236358" y="4332"/>
                  </a:lnTo>
                  <a:lnTo>
                    <a:pt x="1247016" y="4368"/>
                  </a:lnTo>
                  <a:lnTo>
                    <a:pt x="1257674" y="4404"/>
                  </a:lnTo>
                  <a:lnTo>
                    <a:pt x="1268333" y="4440"/>
                  </a:lnTo>
                  <a:lnTo>
                    <a:pt x="1278991" y="4475"/>
                  </a:lnTo>
                  <a:lnTo>
                    <a:pt x="1289649" y="4511"/>
                  </a:lnTo>
                  <a:lnTo>
                    <a:pt x="1300307" y="4547"/>
                  </a:lnTo>
                  <a:lnTo>
                    <a:pt x="1310966" y="4582"/>
                  </a:lnTo>
                  <a:lnTo>
                    <a:pt x="1321624" y="4617"/>
                  </a:lnTo>
                  <a:lnTo>
                    <a:pt x="1332282" y="4652"/>
                  </a:lnTo>
                  <a:lnTo>
                    <a:pt x="1342940" y="4687"/>
                  </a:lnTo>
                  <a:lnTo>
                    <a:pt x="1353599" y="4722"/>
                  </a:lnTo>
                  <a:lnTo>
                    <a:pt x="1364257" y="4757"/>
                  </a:lnTo>
                  <a:lnTo>
                    <a:pt x="1374915" y="4791"/>
                  </a:lnTo>
                  <a:lnTo>
                    <a:pt x="1385573" y="4825"/>
                  </a:lnTo>
                  <a:lnTo>
                    <a:pt x="1396232" y="4859"/>
                  </a:lnTo>
                  <a:lnTo>
                    <a:pt x="1406890" y="4892"/>
                  </a:lnTo>
                  <a:lnTo>
                    <a:pt x="1417548" y="4925"/>
                  </a:lnTo>
                  <a:lnTo>
                    <a:pt x="1428206" y="4957"/>
                  </a:lnTo>
                  <a:lnTo>
                    <a:pt x="1438865" y="4989"/>
                  </a:lnTo>
                  <a:lnTo>
                    <a:pt x="1449523" y="5021"/>
                  </a:lnTo>
                  <a:lnTo>
                    <a:pt x="1460181" y="5052"/>
                  </a:lnTo>
                  <a:lnTo>
                    <a:pt x="1470839" y="5082"/>
                  </a:lnTo>
                  <a:lnTo>
                    <a:pt x="1481498" y="5111"/>
                  </a:lnTo>
                  <a:lnTo>
                    <a:pt x="1492156" y="5139"/>
                  </a:lnTo>
                  <a:lnTo>
                    <a:pt x="1502814" y="5166"/>
                  </a:lnTo>
                  <a:lnTo>
                    <a:pt x="1513473" y="5191"/>
                  </a:lnTo>
                  <a:lnTo>
                    <a:pt x="1524131" y="5215"/>
                  </a:lnTo>
                  <a:lnTo>
                    <a:pt x="1534789" y="5237"/>
                  </a:lnTo>
                  <a:lnTo>
                    <a:pt x="1545447" y="5256"/>
                  </a:lnTo>
                  <a:lnTo>
                    <a:pt x="1556106" y="5273"/>
                  </a:lnTo>
                  <a:lnTo>
                    <a:pt x="1566764" y="5286"/>
                  </a:lnTo>
                  <a:lnTo>
                    <a:pt x="1577422" y="5294"/>
                  </a:lnTo>
                  <a:lnTo>
                    <a:pt x="1588080" y="5298"/>
                  </a:lnTo>
                  <a:lnTo>
                    <a:pt x="1598739" y="5295"/>
                  </a:lnTo>
                  <a:lnTo>
                    <a:pt x="1609397" y="5286"/>
                  </a:lnTo>
                  <a:lnTo>
                    <a:pt x="1620055" y="5268"/>
                  </a:lnTo>
                  <a:lnTo>
                    <a:pt x="1630713" y="5241"/>
                  </a:lnTo>
                  <a:lnTo>
                    <a:pt x="1641372" y="5205"/>
                  </a:lnTo>
                  <a:lnTo>
                    <a:pt x="1652030" y="5160"/>
                  </a:lnTo>
                  <a:lnTo>
                    <a:pt x="1662688" y="5105"/>
                  </a:lnTo>
                  <a:lnTo>
                    <a:pt x="1673346" y="5042"/>
                  </a:lnTo>
                  <a:lnTo>
                    <a:pt x="1684005" y="4972"/>
                  </a:lnTo>
                  <a:lnTo>
                    <a:pt x="1694663" y="4895"/>
                  </a:lnTo>
                  <a:lnTo>
                    <a:pt x="1705321" y="4812"/>
                  </a:lnTo>
                  <a:lnTo>
                    <a:pt x="1715979" y="4725"/>
                  </a:lnTo>
                  <a:lnTo>
                    <a:pt x="1726638" y="4634"/>
                  </a:lnTo>
                  <a:lnTo>
                    <a:pt x="1737296" y="4540"/>
                  </a:lnTo>
                  <a:lnTo>
                    <a:pt x="1747954" y="4443"/>
                  </a:lnTo>
                  <a:lnTo>
                    <a:pt x="1758613" y="4344"/>
                  </a:lnTo>
                  <a:lnTo>
                    <a:pt x="1769271" y="4244"/>
                  </a:lnTo>
                  <a:lnTo>
                    <a:pt x="1779929" y="4141"/>
                  </a:lnTo>
                  <a:lnTo>
                    <a:pt x="1790587" y="4038"/>
                  </a:lnTo>
                  <a:lnTo>
                    <a:pt x="1801246" y="3933"/>
                  </a:lnTo>
                  <a:lnTo>
                    <a:pt x="1811904" y="3828"/>
                  </a:lnTo>
                  <a:lnTo>
                    <a:pt x="1822562" y="3721"/>
                  </a:lnTo>
                  <a:lnTo>
                    <a:pt x="1833220" y="3614"/>
                  </a:lnTo>
                  <a:lnTo>
                    <a:pt x="1843879" y="3506"/>
                  </a:lnTo>
                  <a:lnTo>
                    <a:pt x="1854537" y="3398"/>
                  </a:lnTo>
                  <a:lnTo>
                    <a:pt x="1865195" y="3289"/>
                  </a:lnTo>
                  <a:lnTo>
                    <a:pt x="1875853" y="3180"/>
                  </a:lnTo>
                  <a:lnTo>
                    <a:pt x="1886512" y="3071"/>
                  </a:lnTo>
                  <a:lnTo>
                    <a:pt x="1897170" y="2961"/>
                  </a:lnTo>
                  <a:lnTo>
                    <a:pt x="1907828" y="2851"/>
                  </a:lnTo>
                  <a:lnTo>
                    <a:pt x="1918486" y="2741"/>
                  </a:lnTo>
                  <a:lnTo>
                    <a:pt x="1929145" y="2630"/>
                  </a:lnTo>
                  <a:lnTo>
                    <a:pt x="1939803" y="2519"/>
                  </a:lnTo>
                  <a:lnTo>
                    <a:pt x="1950461" y="2408"/>
                  </a:lnTo>
                  <a:lnTo>
                    <a:pt x="1961119" y="2297"/>
                  </a:lnTo>
                  <a:lnTo>
                    <a:pt x="1971778" y="2186"/>
                  </a:lnTo>
                  <a:lnTo>
                    <a:pt x="1982436" y="2075"/>
                  </a:lnTo>
                  <a:lnTo>
                    <a:pt x="1993094" y="1963"/>
                  </a:lnTo>
                  <a:lnTo>
                    <a:pt x="2003753" y="1851"/>
                  </a:lnTo>
                  <a:lnTo>
                    <a:pt x="2014411" y="1740"/>
                  </a:lnTo>
                  <a:lnTo>
                    <a:pt x="2025069" y="1628"/>
                  </a:lnTo>
                  <a:lnTo>
                    <a:pt x="2035727" y="1516"/>
                  </a:lnTo>
                  <a:lnTo>
                    <a:pt x="2046386" y="1404"/>
                  </a:lnTo>
                  <a:lnTo>
                    <a:pt x="2057044" y="1292"/>
                  </a:lnTo>
                  <a:lnTo>
                    <a:pt x="2067702" y="1179"/>
                  </a:lnTo>
                  <a:lnTo>
                    <a:pt x="2078360" y="1067"/>
                  </a:lnTo>
                  <a:lnTo>
                    <a:pt x="2089019" y="955"/>
                  </a:lnTo>
                  <a:lnTo>
                    <a:pt x="2099677" y="842"/>
                  </a:lnTo>
                  <a:lnTo>
                    <a:pt x="2110335" y="730"/>
                  </a:lnTo>
                  <a:lnTo>
                    <a:pt x="2120993" y="617"/>
                  </a:lnTo>
                  <a:lnTo>
                    <a:pt x="2120993" y="7580"/>
                  </a:lnTo>
                  <a:lnTo>
                    <a:pt x="2110335" y="7543"/>
                  </a:lnTo>
                  <a:lnTo>
                    <a:pt x="2099677" y="7507"/>
                  </a:lnTo>
                  <a:lnTo>
                    <a:pt x="2089019" y="7470"/>
                  </a:lnTo>
                  <a:lnTo>
                    <a:pt x="2078360" y="7434"/>
                  </a:lnTo>
                  <a:lnTo>
                    <a:pt x="2067702" y="7398"/>
                  </a:lnTo>
                  <a:lnTo>
                    <a:pt x="2057044" y="7361"/>
                  </a:lnTo>
                  <a:lnTo>
                    <a:pt x="2046386" y="7325"/>
                  </a:lnTo>
                  <a:lnTo>
                    <a:pt x="2035727" y="7289"/>
                  </a:lnTo>
                  <a:lnTo>
                    <a:pt x="2025069" y="7253"/>
                  </a:lnTo>
                  <a:lnTo>
                    <a:pt x="2014411" y="7217"/>
                  </a:lnTo>
                  <a:lnTo>
                    <a:pt x="2003753" y="7181"/>
                  </a:lnTo>
                  <a:lnTo>
                    <a:pt x="1993094" y="7145"/>
                  </a:lnTo>
                  <a:lnTo>
                    <a:pt x="1982436" y="7110"/>
                  </a:lnTo>
                  <a:lnTo>
                    <a:pt x="1971778" y="7074"/>
                  </a:lnTo>
                  <a:lnTo>
                    <a:pt x="1961119" y="7039"/>
                  </a:lnTo>
                  <a:lnTo>
                    <a:pt x="1950461" y="7004"/>
                  </a:lnTo>
                  <a:lnTo>
                    <a:pt x="1939803" y="6969"/>
                  </a:lnTo>
                  <a:lnTo>
                    <a:pt x="1929145" y="6934"/>
                  </a:lnTo>
                  <a:lnTo>
                    <a:pt x="1918486" y="6899"/>
                  </a:lnTo>
                  <a:lnTo>
                    <a:pt x="1907828" y="6865"/>
                  </a:lnTo>
                  <a:lnTo>
                    <a:pt x="1897170" y="6831"/>
                  </a:lnTo>
                  <a:lnTo>
                    <a:pt x="1886512" y="6797"/>
                  </a:lnTo>
                  <a:lnTo>
                    <a:pt x="1875853" y="6763"/>
                  </a:lnTo>
                  <a:lnTo>
                    <a:pt x="1865195" y="6730"/>
                  </a:lnTo>
                  <a:lnTo>
                    <a:pt x="1854537" y="6697"/>
                  </a:lnTo>
                  <a:lnTo>
                    <a:pt x="1843879" y="6665"/>
                  </a:lnTo>
                  <a:lnTo>
                    <a:pt x="1833220" y="6633"/>
                  </a:lnTo>
                  <a:lnTo>
                    <a:pt x="1822562" y="6602"/>
                  </a:lnTo>
                  <a:lnTo>
                    <a:pt x="1811904" y="6572"/>
                  </a:lnTo>
                  <a:lnTo>
                    <a:pt x="1801246" y="6542"/>
                  </a:lnTo>
                  <a:lnTo>
                    <a:pt x="1790587" y="6513"/>
                  </a:lnTo>
                  <a:lnTo>
                    <a:pt x="1779929" y="6486"/>
                  </a:lnTo>
                  <a:lnTo>
                    <a:pt x="1769271" y="6459"/>
                  </a:lnTo>
                  <a:lnTo>
                    <a:pt x="1758613" y="6434"/>
                  </a:lnTo>
                  <a:lnTo>
                    <a:pt x="1747954" y="6411"/>
                  </a:lnTo>
                  <a:lnTo>
                    <a:pt x="1737296" y="6391"/>
                  </a:lnTo>
                  <a:lnTo>
                    <a:pt x="1726638" y="6372"/>
                  </a:lnTo>
                  <a:lnTo>
                    <a:pt x="1715979" y="6357"/>
                  </a:lnTo>
                  <a:lnTo>
                    <a:pt x="1705321" y="6346"/>
                  </a:lnTo>
                  <a:lnTo>
                    <a:pt x="1694663" y="6339"/>
                  </a:lnTo>
                  <a:lnTo>
                    <a:pt x="1684005" y="6338"/>
                  </a:lnTo>
                  <a:lnTo>
                    <a:pt x="1673346" y="6344"/>
                  </a:lnTo>
                  <a:lnTo>
                    <a:pt x="1662688" y="6357"/>
                  </a:lnTo>
                  <a:lnTo>
                    <a:pt x="1652030" y="6378"/>
                  </a:lnTo>
                  <a:lnTo>
                    <a:pt x="1641372" y="6408"/>
                  </a:lnTo>
                  <a:lnTo>
                    <a:pt x="1630713" y="6448"/>
                  </a:lnTo>
                  <a:lnTo>
                    <a:pt x="1620055" y="6498"/>
                  </a:lnTo>
                  <a:lnTo>
                    <a:pt x="1609397" y="6556"/>
                  </a:lnTo>
                  <a:lnTo>
                    <a:pt x="1598739" y="6622"/>
                  </a:lnTo>
                  <a:lnTo>
                    <a:pt x="1588080" y="6696"/>
                  </a:lnTo>
                  <a:lnTo>
                    <a:pt x="1577422" y="6775"/>
                  </a:lnTo>
                  <a:lnTo>
                    <a:pt x="1566764" y="6860"/>
                  </a:lnTo>
                  <a:lnTo>
                    <a:pt x="1556106" y="6949"/>
                  </a:lnTo>
                  <a:lnTo>
                    <a:pt x="1545447" y="7041"/>
                  </a:lnTo>
                  <a:lnTo>
                    <a:pt x="1534789" y="7136"/>
                  </a:lnTo>
                  <a:lnTo>
                    <a:pt x="1524131" y="7234"/>
                  </a:lnTo>
                  <a:lnTo>
                    <a:pt x="1513473" y="7334"/>
                  </a:lnTo>
                  <a:lnTo>
                    <a:pt x="1502814" y="7435"/>
                  </a:lnTo>
                  <a:lnTo>
                    <a:pt x="1492156" y="7538"/>
                  </a:lnTo>
                  <a:lnTo>
                    <a:pt x="1481498" y="7642"/>
                  </a:lnTo>
                  <a:lnTo>
                    <a:pt x="1470839" y="7747"/>
                  </a:lnTo>
                  <a:lnTo>
                    <a:pt x="1460181" y="7853"/>
                  </a:lnTo>
                  <a:lnTo>
                    <a:pt x="1449523" y="7960"/>
                  </a:lnTo>
                  <a:lnTo>
                    <a:pt x="1438865" y="8067"/>
                  </a:lnTo>
                  <a:lnTo>
                    <a:pt x="1428206" y="8175"/>
                  </a:lnTo>
                  <a:lnTo>
                    <a:pt x="1417548" y="8283"/>
                  </a:lnTo>
                  <a:lnTo>
                    <a:pt x="1406890" y="8392"/>
                  </a:lnTo>
                  <a:lnTo>
                    <a:pt x="1396232" y="8501"/>
                  </a:lnTo>
                  <a:lnTo>
                    <a:pt x="1385573" y="8611"/>
                  </a:lnTo>
                  <a:lnTo>
                    <a:pt x="1374915" y="8721"/>
                  </a:lnTo>
                  <a:lnTo>
                    <a:pt x="1364257" y="8831"/>
                  </a:lnTo>
                  <a:lnTo>
                    <a:pt x="1353599" y="8942"/>
                  </a:lnTo>
                  <a:lnTo>
                    <a:pt x="1342940" y="9052"/>
                  </a:lnTo>
                  <a:lnTo>
                    <a:pt x="1332282" y="9163"/>
                  </a:lnTo>
                  <a:lnTo>
                    <a:pt x="1321624" y="9274"/>
                  </a:lnTo>
                  <a:lnTo>
                    <a:pt x="1310966" y="9385"/>
                  </a:lnTo>
                  <a:lnTo>
                    <a:pt x="1300307" y="9497"/>
                  </a:lnTo>
                  <a:lnTo>
                    <a:pt x="1289649" y="9608"/>
                  </a:lnTo>
                  <a:lnTo>
                    <a:pt x="1278991" y="9720"/>
                  </a:lnTo>
                  <a:lnTo>
                    <a:pt x="1268333" y="9831"/>
                  </a:lnTo>
                  <a:lnTo>
                    <a:pt x="1257674" y="9943"/>
                  </a:lnTo>
                  <a:lnTo>
                    <a:pt x="1247016" y="10055"/>
                  </a:lnTo>
                  <a:lnTo>
                    <a:pt x="1236358" y="10167"/>
                  </a:lnTo>
                  <a:lnTo>
                    <a:pt x="1225699" y="10279"/>
                  </a:lnTo>
                  <a:lnTo>
                    <a:pt x="1215041" y="10391"/>
                  </a:lnTo>
                  <a:lnTo>
                    <a:pt x="1204383" y="10504"/>
                  </a:lnTo>
                  <a:lnTo>
                    <a:pt x="1193725" y="10616"/>
                  </a:lnTo>
                  <a:lnTo>
                    <a:pt x="1183066" y="10728"/>
                  </a:lnTo>
                  <a:lnTo>
                    <a:pt x="1172408" y="10841"/>
                  </a:lnTo>
                  <a:lnTo>
                    <a:pt x="1161750" y="10953"/>
                  </a:lnTo>
                  <a:lnTo>
                    <a:pt x="1151092" y="11066"/>
                  </a:lnTo>
                  <a:lnTo>
                    <a:pt x="1140433" y="11178"/>
                  </a:lnTo>
                  <a:lnTo>
                    <a:pt x="1129775" y="11291"/>
                  </a:lnTo>
                  <a:lnTo>
                    <a:pt x="1119117" y="11404"/>
                  </a:lnTo>
                  <a:lnTo>
                    <a:pt x="1108459" y="11516"/>
                  </a:lnTo>
                  <a:lnTo>
                    <a:pt x="1097800" y="11629"/>
                  </a:lnTo>
                  <a:lnTo>
                    <a:pt x="1087142" y="11742"/>
                  </a:lnTo>
                  <a:lnTo>
                    <a:pt x="1076484" y="11855"/>
                  </a:lnTo>
                  <a:lnTo>
                    <a:pt x="1065826" y="11967"/>
                  </a:lnTo>
                  <a:lnTo>
                    <a:pt x="1055167" y="12080"/>
                  </a:lnTo>
                  <a:lnTo>
                    <a:pt x="1044509" y="12193"/>
                  </a:lnTo>
                  <a:lnTo>
                    <a:pt x="1033851" y="12306"/>
                  </a:lnTo>
                  <a:lnTo>
                    <a:pt x="1023193" y="12419"/>
                  </a:lnTo>
                  <a:lnTo>
                    <a:pt x="1012534" y="12532"/>
                  </a:lnTo>
                  <a:lnTo>
                    <a:pt x="1001876" y="12645"/>
                  </a:lnTo>
                  <a:lnTo>
                    <a:pt x="991218" y="12758"/>
                  </a:lnTo>
                  <a:lnTo>
                    <a:pt x="980559" y="12871"/>
                  </a:lnTo>
                  <a:lnTo>
                    <a:pt x="969901" y="12984"/>
                  </a:lnTo>
                  <a:lnTo>
                    <a:pt x="959243" y="13097"/>
                  </a:lnTo>
                  <a:lnTo>
                    <a:pt x="948585" y="13210"/>
                  </a:lnTo>
                  <a:lnTo>
                    <a:pt x="937926" y="13324"/>
                  </a:lnTo>
                  <a:lnTo>
                    <a:pt x="927268" y="13437"/>
                  </a:lnTo>
                  <a:lnTo>
                    <a:pt x="916610" y="13550"/>
                  </a:lnTo>
                  <a:lnTo>
                    <a:pt x="905952" y="13663"/>
                  </a:lnTo>
                  <a:lnTo>
                    <a:pt x="895293" y="13776"/>
                  </a:lnTo>
                  <a:lnTo>
                    <a:pt x="884635" y="13889"/>
                  </a:lnTo>
                  <a:lnTo>
                    <a:pt x="873977" y="14003"/>
                  </a:lnTo>
                  <a:lnTo>
                    <a:pt x="863319" y="14116"/>
                  </a:lnTo>
                  <a:lnTo>
                    <a:pt x="852660" y="14229"/>
                  </a:lnTo>
                  <a:lnTo>
                    <a:pt x="842002" y="14342"/>
                  </a:lnTo>
                  <a:lnTo>
                    <a:pt x="831344" y="14456"/>
                  </a:lnTo>
                  <a:lnTo>
                    <a:pt x="820686" y="14569"/>
                  </a:lnTo>
                  <a:lnTo>
                    <a:pt x="810027" y="14682"/>
                  </a:lnTo>
                  <a:lnTo>
                    <a:pt x="799369" y="14795"/>
                  </a:lnTo>
                  <a:lnTo>
                    <a:pt x="788711" y="14909"/>
                  </a:lnTo>
                  <a:lnTo>
                    <a:pt x="778053" y="15022"/>
                  </a:lnTo>
                  <a:lnTo>
                    <a:pt x="767394" y="15135"/>
                  </a:lnTo>
                  <a:lnTo>
                    <a:pt x="756736" y="15249"/>
                  </a:lnTo>
                  <a:lnTo>
                    <a:pt x="746078" y="15362"/>
                  </a:lnTo>
                  <a:lnTo>
                    <a:pt x="735419" y="15475"/>
                  </a:lnTo>
                  <a:lnTo>
                    <a:pt x="724761" y="15589"/>
                  </a:lnTo>
                  <a:lnTo>
                    <a:pt x="714103" y="15702"/>
                  </a:lnTo>
                  <a:lnTo>
                    <a:pt x="703445" y="15815"/>
                  </a:lnTo>
                  <a:lnTo>
                    <a:pt x="692786" y="15929"/>
                  </a:lnTo>
                  <a:lnTo>
                    <a:pt x="682128" y="16042"/>
                  </a:lnTo>
                  <a:lnTo>
                    <a:pt x="671470" y="16155"/>
                  </a:lnTo>
                  <a:lnTo>
                    <a:pt x="660812" y="16269"/>
                  </a:lnTo>
                  <a:lnTo>
                    <a:pt x="650153" y="16382"/>
                  </a:lnTo>
                  <a:lnTo>
                    <a:pt x="639495" y="16496"/>
                  </a:lnTo>
                  <a:lnTo>
                    <a:pt x="628837" y="16609"/>
                  </a:lnTo>
                  <a:lnTo>
                    <a:pt x="618179" y="16722"/>
                  </a:lnTo>
                  <a:lnTo>
                    <a:pt x="607520" y="16836"/>
                  </a:lnTo>
                  <a:lnTo>
                    <a:pt x="596862" y="16949"/>
                  </a:lnTo>
                  <a:lnTo>
                    <a:pt x="586204" y="17063"/>
                  </a:lnTo>
                  <a:lnTo>
                    <a:pt x="575546" y="17176"/>
                  </a:lnTo>
                  <a:lnTo>
                    <a:pt x="564887" y="17290"/>
                  </a:lnTo>
                  <a:lnTo>
                    <a:pt x="554229" y="17403"/>
                  </a:lnTo>
                  <a:lnTo>
                    <a:pt x="543571" y="17516"/>
                  </a:lnTo>
                  <a:lnTo>
                    <a:pt x="532913" y="17630"/>
                  </a:lnTo>
                  <a:lnTo>
                    <a:pt x="522254" y="17743"/>
                  </a:lnTo>
                  <a:lnTo>
                    <a:pt x="511596" y="17857"/>
                  </a:lnTo>
                  <a:lnTo>
                    <a:pt x="500938" y="17970"/>
                  </a:lnTo>
                  <a:lnTo>
                    <a:pt x="490279" y="18084"/>
                  </a:lnTo>
                  <a:lnTo>
                    <a:pt x="479621" y="18197"/>
                  </a:lnTo>
                  <a:lnTo>
                    <a:pt x="468963" y="18311"/>
                  </a:lnTo>
                  <a:lnTo>
                    <a:pt x="458305" y="18424"/>
                  </a:lnTo>
                  <a:lnTo>
                    <a:pt x="447646" y="18538"/>
                  </a:lnTo>
                  <a:lnTo>
                    <a:pt x="436988" y="18651"/>
                  </a:lnTo>
                  <a:lnTo>
                    <a:pt x="426330" y="18765"/>
                  </a:lnTo>
                  <a:lnTo>
                    <a:pt x="415672" y="18878"/>
                  </a:lnTo>
                  <a:lnTo>
                    <a:pt x="405013" y="18992"/>
                  </a:lnTo>
                  <a:lnTo>
                    <a:pt x="394355" y="19105"/>
                  </a:lnTo>
                  <a:lnTo>
                    <a:pt x="383697" y="19219"/>
                  </a:lnTo>
                  <a:lnTo>
                    <a:pt x="373039" y="19332"/>
                  </a:lnTo>
                  <a:lnTo>
                    <a:pt x="362380" y="19446"/>
                  </a:lnTo>
                  <a:lnTo>
                    <a:pt x="351722" y="19559"/>
                  </a:lnTo>
                  <a:lnTo>
                    <a:pt x="341064" y="19673"/>
                  </a:lnTo>
                  <a:lnTo>
                    <a:pt x="330406" y="19786"/>
                  </a:lnTo>
                  <a:lnTo>
                    <a:pt x="319747" y="19900"/>
                  </a:lnTo>
                  <a:lnTo>
                    <a:pt x="309089" y="20013"/>
                  </a:lnTo>
                  <a:lnTo>
                    <a:pt x="298431" y="20127"/>
                  </a:lnTo>
                  <a:lnTo>
                    <a:pt x="287773" y="20240"/>
                  </a:lnTo>
                  <a:lnTo>
                    <a:pt x="277114" y="20354"/>
                  </a:lnTo>
                  <a:lnTo>
                    <a:pt x="266456" y="20467"/>
                  </a:lnTo>
                  <a:lnTo>
                    <a:pt x="255798" y="20581"/>
                  </a:lnTo>
                  <a:lnTo>
                    <a:pt x="245139" y="20694"/>
                  </a:lnTo>
                  <a:lnTo>
                    <a:pt x="234481" y="20808"/>
                  </a:lnTo>
                  <a:lnTo>
                    <a:pt x="223823" y="20921"/>
                  </a:lnTo>
                  <a:lnTo>
                    <a:pt x="213165" y="21035"/>
                  </a:lnTo>
                  <a:lnTo>
                    <a:pt x="202506" y="21148"/>
                  </a:lnTo>
                  <a:lnTo>
                    <a:pt x="191848" y="21262"/>
                  </a:lnTo>
                  <a:lnTo>
                    <a:pt x="181190" y="21376"/>
                  </a:lnTo>
                  <a:lnTo>
                    <a:pt x="170532" y="21489"/>
                  </a:lnTo>
                  <a:lnTo>
                    <a:pt x="159873" y="21603"/>
                  </a:lnTo>
                  <a:lnTo>
                    <a:pt x="149215" y="21716"/>
                  </a:lnTo>
                  <a:lnTo>
                    <a:pt x="138557" y="21830"/>
                  </a:lnTo>
                  <a:lnTo>
                    <a:pt x="127899" y="21943"/>
                  </a:lnTo>
                  <a:lnTo>
                    <a:pt x="117240" y="22057"/>
                  </a:lnTo>
                  <a:lnTo>
                    <a:pt x="106582" y="22170"/>
                  </a:lnTo>
                  <a:lnTo>
                    <a:pt x="95924" y="22284"/>
                  </a:lnTo>
                  <a:lnTo>
                    <a:pt x="85266" y="22397"/>
                  </a:lnTo>
                  <a:lnTo>
                    <a:pt x="74607" y="22511"/>
                  </a:lnTo>
                  <a:lnTo>
                    <a:pt x="63949" y="22625"/>
                  </a:lnTo>
                  <a:lnTo>
                    <a:pt x="53291" y="22738"/>
                  </a:lnTo>
                  <a:lnTo>
                    <a:pt x="42633" y="22852"/>
                  </a:lnTo>
                  <a:lnTo>
                    <a:pt x="31974" y="22965"/>
                  </a:lnTo>
                  <a:lnTo>
                    <a:pt x="21316" y="23079"/>
                  </a:lnTo>
                  <a:lnTo>
                    <a:pt x="10658" y="23192"/>
                  </a:lnTo>
                  <a:lnTo>
                    <a:pt x="0" y="23306"/>
                  </a:lnTo>
                  <a:close/>
                </a:path>
              </a:pathLst>
            </a:cu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840367" y="3291988"/>
              <a:ext cx="2120993" cy="5298"/>
            </a:xfrm>
            <a:custGeom>
              <a:avLst/>
              <a:pathLst>
                <a:path w="2120993" h="5298">
                  <a:moveTo>
                    <a:pt x="0" y="0"/>
                  </a:moveTo>
                  <a:lnTo>
                    <a:pt x="10658" y="37"/>
                  </a:lnTo>
                  <a:lnTo>
                    <a:pt x="21316" y="75"/>
                  </a:lnTo>
                  <a:lnTo>
                    <a:pt x="31974" y="112"/>
                  </a:lnTo>
                  <a:lnTo>
                    <a:pt x="42633" y="150"/>
                  </a:lnTo>
                  <a:lnTo>
                    <a:pt x="53291" y="188"/>
                  </a:lnTo>
                  <a:lnTo>
                    <a:pt x="63949" y="225"/>
                  </a:lnTo>
                  <a:lnTo>
                    <a:pt x="74607" y="263"/>
                  </a:lnTo>
                  <a:lnTo>
                    <a:pt x="85266" y="301"/>
                  </a:lnTo>
                  <a:lnTo>
                    <a:pt x="95924" y="338"/>
                  </a:lnTo>
                  <a:lnTo>
                    <a:pt x="106582" y="376"/>
                  </a:lnTo>
                  <a:lnTo>
                    <a:pt x="117240" y="414"/>
                  </a:lnTo>
                  <a:lnTo>
                    <a:pt x="127899" y="451"/>
                  </a:lnTo>
                  <a:lnTo>
                    <a:pt x="138557" y="489"/>
                  </a:lnTo>
                  <a:lnTo>
                    <a:pt x="149215" y="526"/>
                  </a:lnTo>
                  <a:lnTo>
                    <a:pt x="159873" y="564"/>
                  </a:lnTo>
                  <a:lnTo>
                    <a:pt x="170532" y="602"/>
                  </a:lnTo>
                  <a:lnTo>
                    <a:pt x="181190" y="639"/>
                  </a:lnTo>
                  <a:lnTo>
                    <a:pt x="191848" y="677"/>
                  </a:lnTo>
                  <a:lnTo>
                    <a:pt x="202506" y="715"/>
                  </a:lnTo>
                  <a:lnTo>
                    <a:pt x="213165" y="752"/>
                  </a:lnTo>
                  <a:lnTo>
                    <a:pt x="223823" y="790"/>
                  </a:lnTo>
                  <a:lnTo>
                    <a:pt x="234481" y="827"/>
                  </a:lnTo>
                  <a:lnTo>
                    <a:pt x="245139" y="865"/>
                  </a:lnTo>
                  <a:lnTo>
                    <a:pt x="255798" y="903"/>
                  </a:lnTo>
                  <a:lnTo>
                    <a:pt x="266456" y="940"/>
                  </a:lnTo>
                  <a:lnTo>
                    <a:pt x="277114" y="978"/>
                  </a:lnTo>
                  <a:lnTo>
                    <a:pt x="287773" y="1016"/>
                  </a:lnTo>
                  <a:lnTo>
                    <a:pt x="298431" y="1053"/>
                  </a:lnTo>
                  <a:lnTo>
                    <a:pt x="309089" y="1091"/>
                  </a:lnTo>
                  <a:lnTo>
                    <a:pt x="319747" y="1128"/>
                  </a:lnTo>
                  <a:lnTo>
                    <a:pt x="330406" y="1166"/>
                  </a:lnTo>
                  <a:lnTo>
                    <a:pt x="341064" y="1204"/>
                  </a:lnTo>
                  <a:lnTo>
                    <a:pt x="351722" y="1241"/>
                  </a:lnTo>
                  <a:lnTo>
                    <a:pt x="362380" y="1279"/>
                  </a:lnTo>
                  <a:lnTo>
                    <a:pt x="373039" y="1316"/>
                  </a:lnTo>
                  <a:lnTo>
                    <a:pt x="383697" y="1354"/>
                  </a:lnTo>
                  <a:lnTo>
                    <a:pt x="394355" y="1391"/>
                  </a:lnTo>
                  <a:lnTo>
                    <a:pt x="405013" y="1429"/>
                  </a:lnTo>
                  <a:lnTo>
                    <a:pt x="415672" y="1467"/>
                  </a:lnTo>
                  <a:lnTo>
                    <a:pt x="426330" y="1504"/>
                  </a:lnTo>
                  <a:lnTo>
                    <a:pt x="436988" y="1542"/>
                  </a:lnTo>
                  <a:lnTo>
                    <a:pt x="447646" y="1579"/>
                  </a:lnTo>
                  <a:lnTo>
                    <a:pt x="458305" y="1617"/>
                  </a:lnTo>
                  <a:lnTo>
                    <a:pt x="468963" y="1654"/>
                  </a:lnTo>
                  <a:lnTo>
                    <a:pt x="479621" y="1692"/>
                  </a:lnTo>
                  <a:lnTo>
                    <a:pt x="490279" y="1730"/>
                  </a:lnTo>
                  <a:lnTo>
                    <a:pt x="500938" y="1767"/>
                  </a:lnTo>
                  <a:lnTo>
                    <a:pt x="511596" y="1805"/>
                  </a:lnTo>
                  <a:lnTo>
                    <a:pt x="522254" y="1842"/>
                  </a:lnTo>
                  <a:lnTo>
                    <a:pt x="532913" y="1880"/>
                  </a:lnTo>
                  <a:lnTo>
                    <a:pt x="543571" y="1917"/>
                  </a:lnTo>
                  <a:lnTo>
                    <a:pt x="554229" y="1955"/>
                  </a:lnTo>
                  <a:lnTo>
                    <a:pt x="564887" y="1992"/>
                  </a:lnTo>
                  <a:lnTo>
                    <a:pt x="575546" y="2030"/>
                  </a:lnTo>
                  <a:lnTo>
                    <a:pt x="586204" y="2067"/>
                  </a:lnTo>
                  <a:lnTo>
                    <a:pt x="596862" y="2105"/>
                  </a:lnTo>
                  <a:lnTo>
                    <a:pt x="607520" y="2142"/>
                  </a:lnTo>
                  <a:lnTo>
                    <a:pt x="618179" y="2180"/>
                  </a:lnTo>
                  <a:lnTo>
                    <a:pt x="628837" y="2217"/>
                  </a:lnTo>
                  <a:lnTo>
                    <a:pt x="639495" y="2255"/>
                  </a:lnTo>
                  <a:lnTo>
                    <a:pt x="650153" y="2292"/>
                  </a:lnTo>
                  <a:lnTo>
                    <a:pt x="660812" y="2330"/>
                  </a:lnTo>
                  <a:lnTo>
                    <a:pt x="671470" y="2367"/>
                  </a:lnTo>
                  <a:lnTo>
                    <a:pt x="682128" y="2405"/>
                  </a:lnTo>
                  <a:lnTo>
                    <a:pt x="692786" y="2442"/>
                  </a:lnTo>
                  <a:lnTo>
                    <a:pt x="703445" y="2480"/>
                  </a:lnTo>
                  <a:lnTo>
                    <a:pt x="714103" y="2517"/>
                  </a:lnTo>
                  <a:lnTo>
                    <a:pt x="724761" y="2554"/>
                  </a:lnTo>
                  <a:lnTo>
                    <a:pt x="735419" y="2592"/>
                  </a:lnTo>
                  <a:lnTo>
                    <a:pt x="746078" y="2629"/>
                  </a:lnTo>
                  <a:lnTo>
                    <a:pt x="756736" y="2667"/>
                  </a:lnTo>
                  <a:lnTo>
                    <a:pt x="767394" y="2704"/>
                  </a:lnTo>
                  <a:lnTo>
                    <a:pt x="778053" y="2741"/>
                  </a:lnTo>
                  <a:lnTo>
                    <a:pt x="788711" y="2779"/>
                  </a:lnTo>
                  <a:lnTo>
                    <a:pt x="799369" y="2816"/>
                  </a:lnTo>
                  <a:lnTo>
                    <a:pt x="810027" y="2854"/>
                  </a:lnTo>
                  <a:lnTo>
                    <a:pt x="820686" y="2891"/>
                  </a:lnTo>
                  <a:lnTo>
                    <a:pt x="831344" y="2928"/>
                  </a:lnTo>
                  <a:lnTo>
                    <a:pt x="842002" y="2966"/>
                  </a:lnTo>
                  <a:lnTo>
                    <a:pt x="852660" y="3003"/>
                  </a:lnTo>
                  <a:lnTo>
                    <a:pt x="863319" y="3040"/>
                  </a:lnTo>
                  <a:lnTo>
                    <a:pt x="873977" y="3078"/>
                  </a:lnTo>
                  <a:lnTo>
                    <a:pt x="884635" y="3115"/>
                  </a:lnTo>
                  <a:lnTo>
                    <a:pt x="895293" y="3152"/>
                  </a:lnTo>
                  <a:lnTo>
                    <a:pt x="905952" y="3189"/>
                  </a:lnTo>
                  <a:lnTo>
                    <a:pt x="916610" y="3227"/>
                  </a:lnTo>
                  <a:lnTo>
                    <a:pt x="927268" y="3264"/>
                  </a:lnTo>
                  <a:lnTo>
                    <a:pt x="937926" y="3301"/>
                  </a:lnTo>
                  <a:lnTo>
                    <a:pt x="948585" y="3338"/>
                  </a:lnTo>
                  <a:lnTo>
                    <a:pt x="959243" y="3375"/>
                  </a:lnTo>
                  <a:lnTo>
                    <a:pt x="969901" y="3413"/>
                  </a:lnTo>
                  <a:lnTo>
                    <a:pt x="980559" y="3450"/>
                  </a:lnTo>
                  <a:lnTo>
                    <a:pt x="991218" y="3487"/>
                  </a:lnTo>
                  <a:lnTo>
                    <a:pt x="1001876" y="3524"/>
                  </a:lnTo>
                  <a:lnTo>
                    <a:pt x="1012534" y="3561"/>
                  </a:lnTo>
                  <a:lnTo>
                    <a:pt x="1023193" y="3598"/>
                  </a:lnTo>
                  <a:lnTo>
                    <a:pt x="1033851" y="3635"/>
                  </a:lnTo>
                  <a:lnTo>
                    <a:pt x="1044509" y="3672"/>
                  </a:lnTo>
                  <a:lnTo>
                    <a:pt x="1055167" y="3709"/>
                  </a:lnTo>
                  <a:lnTo>
                    <a:pt x="1065826" y="3746"/>
                  </a:lnTo>
                  <a:lnTo>
                    <a:pt x="1076484" y="3783"/>
                  </a:lnTo>
                  <a:lnTo>
                    <a:pt x="1087142" y="3820"/>
                  </a:lnTo>
                  <a:lnTo>
                    <a:pt x="1097800" y="3857"/>
                  </a:lnTo>
                  <a:lnTo>
                    <a:pt x="1108459" y="3894"/>
                  </a:lnTo>
                  <a:lnTo>
                    <a:pt x="1119117" y="3930"/>
                  </a:lnTo>
                  <a:lnTo>
                    <a:pt x="1129775" y="3967"/>
                  </a:lnTo>
                  <a:lnTo>
                    <a:pt x="1140433" y="4004"/>
                  </a:lnTo>
                  <a:lnTo>
                    <a:pt x="1151092" y="4040"/>
                  </a:lnTo>
                  <a:lnTo>
                    <a:pt x="1161750" y="4077"/>
                  </a:lnTo>
                  <a:lnTo>
                    <a:pt x="1172408" y="4114"/>
                  </a:lnTo>
                  <a:lnTo>
                    <a:pt x="1183066" y="4150"/>
                  </a:lnTo>
                  <a:lnTo>
                    <a:pt x="1193725" y="4187"/>
                  </a:lnTo>
                  <a:lnTo>
                    <a:pt x="1204383" y="4223"/>
                  </a:lnTo>
                  <a:lnTo>
                    <a:pt x="1215041" y="4259"/>
                  </a:lnTo>
                  <a:lnTo>
                    <a:pt x="1225699" y="4296"/>
                  </a:lnTo>
                  <a:lnTo>
                    <a:pt x="1236358" y="4332"/>
                  </a:lnTo>
                  <a:lnTo>
                    <a:pt x="1247016" y="4368"/>
                  </a:lnTo>
                  <a:lnTo>
                    <a:pt x="1257674" y="4404"/>
                  </a:lnTo>
                  <a:lnTo>
                    <a:pt x="1268333" y="4440"/>
                  </a:lnTo>
                  <a:lnTo>
                    <a:pt x="1278991" y="4475"/>
                  </a:lnTo>
                  <a:lnTo>
                    <a:pt x="1289649" y="4511"/>
                  </a:lnTo>
                  <a:lnTo>
                    <a:pt x="1300307" y="4547"/>
                  </a:lnTo>
                  <a:lnTo>
                    <a:pt x="1310966" y="4582"/>
                  </a:lnTo>
                  <a:lnTo>
                    <a:pt x="1321624" y="4617"/>
                  </a:lnTo>
                  <a:lnTo>
                    <a:pt x="1332282" y="4652"/>
                  </a:lnTo>
                  <a:lnTo>
                    <a:pt x="1342940" y="4687"/>
                  </a:lnTo>
                  <a:lnTo>
                    <a:pt x="1353599" y="4722"/>
                  </a:lnTo>
                  <a:lnTo>
                    <a:pt x="1364257" y="4757"/>
                  </a:lnTo>
                  <a:lnTo>
                    <a:pt x="1374915" y="4791"/>
                  </a:lnTo>
                  <a:lnTo>
                    <a:pt x="1385573" y="4825"/>
                  </a:lnTo>
                  <a:lnTo>
                    <a:pt x="1396232" y="4859"/>
                  </a:lnTo>
                  <a:lnTo>
                    <a:pt x="1406890" y="4892"/>
                  </a:lnTo>
                  <a:lnTo>
                    <a:pt x="1417548" y="4925"/>
                  </a:lnTo>
                  <a:lnTo>
                    <a:pt x="1428206" y="4957"/>
                  </a:lnTo>
                  <a:lnTo>
                    <a:pt x="1438865" y="4989"/>
                  </a:lnTo>
                  <a:lnTo>
                    <a:pt x="1449523" y="5021"/>
                  </a:lnTo>
                  <a:lnTo>
                    <a:pt x="1460181" y="5052"/>
                  </a:lnTo>
                  <a:lnTo>
                    <a:pt x="1470839" y="5082"/>
                  </a:lnTo>
                  <a:lnTo>
                    <a:pt x="1481498" y="5111"/>
                  </a:lnTo>
                  <a:lnTo>
                    <a:pt x="1492156" y="5139"/>
                  </a:lnTo>
                  <a:lnTo>
                    <a:pt x="1502814" y="5166"/>
                  </a:lnTo>
                  <a:lnTo>
                    <a:pt x="1513473" y="5191"/>
                  </a:lnTo>
                  <a:lnTo>
                    <a:pt x="1524131" y="5215"/>
                  </a:lnTo>
                  <a:lnTo>
                    <a:pt x="1534789" y="5237"/>
                  </a:lnTo>
                  <a:lnTo>
                    <a:pt x="1545447" y="5256"/>
                  </a:lnTo>
                  <a:lnTo>
                    <a:pt x="1556106" y="5273"/>
                  </a:lnTo>
                  <a:lnTo>
                    <a:pt x="1566764" y="5286"/>
                  </a:lnTo>
                  <a:lnTo>
                    <a:pt x="1577422" y="5294"/>
                  </a:lnTo>
                  <a:lnTo>
                    <a:pt x="1588080" y="5298"/>
                  </a:lnTo>
                  <a:lnTo>
                    <a:pt x="1598739" y="5295"/>
                  </a:lnTo>
                  <a:lnTo>
                    <a:pt x="1609397" y="5286"/>
                  </a:lnTo>
                  <a:lnTo>
                    <a:pt x="1620055" y="5268"/>
                  </a:lnTo>
                  <a:lnTo>
                    <a:pt x="1630713" y="5241"/>
                  </a:lnTo>
                  <a:lnTo>
                    <a:pt x="1641372" y="5205"/>
                  </a:lnTo>
                  <a:lnTo>
                    <a:pt x="1652030" y="5160"/>
                  </a:lnTo>
                  <a:lnTo>
                    <a:pt x="1662688" y="5105"/>
                  </a:lnTo>
                  <a:lnTo>
                    <a:pt x="1673346" y="5042"/>
                  </a:lnTo>
                  <a:lnTo>
                    <a:pt x="1684005" y="4972"/>
                  </a:lnTo>
                  <a:lnTo>
                    <a:pt x="1694663" y="4895"/>
                  </a:lnTo>
                  <a:lnTo>
                    <a:pt x="1705321" y="4812"/>
                  </a:lnTo>
                  <a:lnTo>
                    <a:pt x="1715979" y="4725"/>
                  </a:lnTo>
                  <a:lnTo>
                    <a:pt x="1726638" y="4634"/>
                  </a:lnTo>
                  <a:lnTo>
                    <a:pt x="1737296" y="4540"/>
                  </a:lnTo>
                  <a:lnTo>
                    <a:pt x="1747954" y="4443"/>
                  </a:lnTo>
                  <a:lnTo>
                    <a:pt x="1758613" y="4344"/>
                  </a:lnTo>
                  <a:lnTo>
                    <a:pt x="1769271" y="4244"/>
                  </a:lnTo>
                  <a:lnTo>
                    <a:pt x="1779929" y="4141"/>
                  </a:lnTo>
                  <a:lnTo>
                    <a:pt x="1790587" y="4038"/>
                  </a:lnTo>
                  <a:lnTo>
                    <a:pt x="1801246" y="3933"/>
                  </a:lnTo>
                  <a:lnTo>
                    <a:pt x="1811904" y="3828"/>
                  </a:lnTo>
                  <a:lnTo>
                    <a:pt x="1822562" y="3721"/>
                  </a:lnTo>
                  <a:lnTo>
                    <a:pt x="1833220" y="3614"/>
                  </a:lnTo>
                  <a:lnTo>
                    <a:pt x="1843879" y="3506"/>
                  </a:lnTo>
                  <a:lnTo>
                    <a:pt x="1854537" y="3398"/>
                  </a:lnTo>
                  <a:lnTo>
                    <a:pt x="1865195" y="3289"/>
                  </a:lnTo>
                  <a:lnTo>
                    <a:pt x="1875853" y="3180"/>
                  </a:lnTo>
                  <a:lnTo>
                    <a:pt x="1886512" y="3071"/>
                  </a:lnTo>
                  <a:lnTo>
                    <a:pt x="1897170" y="2961"/>
                  </a:lnTo>
                  <a:lnTo>
                    <a:pt x="1907828" y="2851"/>
                  </a:lnTo>
                  <a:lnTo>
                    <a:pt x="1918486" y="2741"/>
                  </a:lnTo>
                  <a:lnTo>
                    <a:pt x="1929145" y="2630"/>
                  </a:lnTo>
                  <a:lnTo>
                    <a:pt x="1939803" y="2519"/>
                  </a:lnTo>
                  <a:lnTo>
                    <a:pt x="1950461" y="2408"/>
                  </a:lnTo>
                  <a:lnTo>
                    <a:pt x="1961119" y="2297"/>
                  </a:lnTo>
                  <a:lnTo>
                    <a:pt x="1971778" y="2186"/>
                  </a:lnTo>
                  <a:lnTo>
                    <a:pt x="1982436" y="2075"/>
                  </a:lnTo>
                  <a:lnTo>
                    <a:pt x="1993094" y="1963"/>
                  </a:lnTo>
                  <a:lnTo>
                    <a:pt x="2003753" y="1851"/>
                  </a:lnTo>
                  <a:lnTo>
                    <a:pt x="2014411" y="1740"/>
                  </a:lnTo>
                  <a:lnTo>
                    <a:pt x="2025069" y="1628"/>
                  </a:lnTo>
                  <a:lnTo>
                    <a:pt x="2035727" y="1516"/>
                  </a:lnTo>
                  <a:lnTo>
                    <a:pt x="2046386" y="1404"/>
                  </a:lnTo>
                  <a:lnTo>
                    <a:pt x="2057044" y="1292"/>
                  </a:lnTo>
                  <a:lnTo>
                    <a:pt x="2067702" y="1179"/>
                  </a:lnTo>
                  <a:lnTo>
                    <a:pt x="2078360" y="1067"/>
                  </a:lnTo>
                  <a:lnTo>
                    <a:pt x="2089019" y="955"/>
                  </a:lnTo>
                  <a:lnTo>
                    <a:pt x="2099677" y="842"/>
                  </a:lnTo>
                  <a:lnTo>
                    <a:pt x="2110335" y="730"/>
                  </a:lnTo>
                  <a:lnTo>
                    <a:pt x="2120993" y="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40367" y="3298327"/>
              <a:ext cx="2120993" cy="16967"/>
            </a:xfrm>
            <a:custGeom>
              <a:avLst/>
              <a:pathLst>
                <a:path w="2120993" h="16967">
                  <a:moveTo>
                    <a:pt x="2120993" y="1241"/>
                  </a:moveTo>
                  <a:lnTo>
                    <a:pt x="2110335" y="1205"/>
                  </a:lnTo>
                  <a:lnTo>
                    <a:pt x="2099677" y="1168"/>
                  </a:lnTo>
                  <a:lnTo>
                    <a:pt x="2089019" y="1132"/>
                  </a:lnTo>
                  <a:lnTo>
                    <a:pt x="2078360" y="1095"/>
                  </a:lnTo>
                  <a:lnTo>
                    <a:pt x="2067702" y="1059"/>
                  </a:lnTo>
                  <a:lnTo>
                    <a:pt x="2057044" y="1023"/>
                  </a:lnTo>
                  <a:lnTo>
                    <a:pt x="2046386" y="986"/>
                  </a:lnTo>
                  <a:lnTo>
                    <a:pt x="2035727" y="950"/>
                  </a:lnTo>
                  <a:lnTo>
                    <a:pt x="2025069" y="914"/>
                  </a:lnTo>
                  <a:lnTo>
                    <a:pt x="2014411" y="878"/>
                  </a:lnTo>
                  <a:lnTo>
                    <a:pt x="2003753" y="842"/>
                  </a:lnTo>
                  <a:lnTo>
                    <a:pt x="1993094" y="807"/>
                  </a:lnTo>
                  <a:lnTo>
                    <a:pt x="1982436" y="771"/>
                  </a:lnTo>
                  <a:lnTo>
                    <a:pt x="1971778" y="735"/>
                  </a:lnTo>
                  <a:lnTo>
                    <a:pt x="1961119" y="700"/>
                  </a:lnTo>
                  <a:lnTo>
                    <a:pt x="1950461" y="665"/>
                  </a:lnTo>
                  <a:lnTo>
                    <a:pt x="1939803" y="630"/>
                  </a:lnTo>
                  <a:lnTo>
                    <a:pt x="1929145" y="595"/>
                  </a:lnTo>
                  <a:lnTo>
                    <a:pt x="1918486" y="560"/>
                  </a:lnTo>
                  <a:lnTo>
                    <a:pt x="1907828" y="526"/>
                  </a:lnTo>
                  <a:lnTo>
                    <a:pt x="1897170" y="492"/>
                  </a:lnTo>
                  <a:lnTo>
                    <a:pt x="1886512" y="458"/>
                  </a:lnTo>
                  <a:lnTo>
                    <a:pt x="1875853" y="424"/>
                  </a:lnTo>
                  <a:lnTo>
                    <a:pt x="1865195" y="391"/>
                  </a:lnTo>
                  <a:lnTo>
                    <a:pt x="1854537" y="359"/>
                  </a:lnTo>
                  <a:lnTo>
                    <a:pt x="1843879" y="326"/>
                  </a:lnTo>
                  <a:lnTo>
                    <a:pt x="1833220" y="294"/>
                  </a:lnTo>
                  <a:lnTo>
                    <a:pt x="1822562" y="263"/>
                  </a:lnTo>
                  <a:lnTo>
                    <a:pt x="1811904" y="233"/>
                  </a:lnTo>
                  <a:lnTo>
                    <a:pt x="1801246" y="203"/>
                  </a:lnTo>
                  <a:lnTo>
                    <a:pt x="1790587" y="174"/>
                  </a:lnTo>
                  <a:lnTo>
                    <a:pt x="1779929" y="147"/>
                  </a:lnTo>
                  <a:lnTo>
                    <a:pt x="1769271" y="120"/>
                  </a:lnTo>
                  <a:lnTo>
                    <a:pt x="1758613" y="96"/>
                  </a:lnTo>
                  <a:lnTo>
                    <a:pt x="1747954" y="73"/>
                  </a:lnTo>
                  <a:lnTo>
                    <a:pt x="1737296" y="52"/>
                  </a:lnTo>
                  <a:lnTo>
                    <a:pt x="1726638" y="33"/>
                  </a:lnTo>
                  <a:lnTo>
                    <a:pt x="1715979" y="18"/>
                  </a:lnTo>
                  <a:lnTo>
                    <a:pt x="1705321" y="7"/>
                  </a:lnTo>
                  <a:lnTo>
                    <a:pt x="1694663" y="1"/>
                  </a:lnTo>
                  <a:lnTo>
                    <a:pt x="1684005" y="0"/>
                  </a:lnTo>
                  <a:lnTo>
                    <a:pt x="1673346" y="5"/>
                  </a:lnTo>
                  <a:lnTo>
                    <a:pt x="1662688" y="18"/>
                  </a:lnTo>
                  <a:lnTo>
                    <a:pt x="1652030" y="39"/>
                  </a:lnTo>
                  <a:lnTo>
                    <a:pt x="1641372" y="70"/>
                  </a:lnTo>
                  <a:lnTo>
                    <a:pt x="1630713" y="110"/>
                  </a:lnTo>
                  <a:lnTo>
                    <a:pt x="1620055" y="159"/>
                  </a:lnTo>
                  <a:lnTo>
                    <a:pt x="1609397" y="217"/>
                  </a:lnTo>
                  <a:lnTo>
                    <a:pt x="1598739" y="283"/>
                  </a:lnTo>
                  <a:lnTo>
                    <a:pt x="1588080" y="357"/>
                  </a:lnTo>
                  <a:lnTo>
                    <a:pt x="1577422" y="436"/>
                  </a:lnTo>
                  <a:lnTo>
                    <a:pt x="1566764" y="521"/>
                  </a:lnTo>
                  <a:lnTo>
                    <a:pt x="1556106" y="610"/>
                  </a:lnTo>
                  <a:lnTo>
                    <a:pt x="1545447" y="702"/>
                  </a:lnTo>
                  <a:lnTo>
                    <a:pt x="1534789" y="797"/>
                  </a:lnTo>
                  <a:lnTo>
                    <a:pt x="1524131" y="895"/>
                  </a:lnTo>
                  <a:lnTo>
                    <a:pt x="1513473" y="995"/>
                  </a:lnTo>
                  <a:lnTo>
                    <a:pt x="1502814" y="1096"/>
                  </a:lnTo>
                  <a:lnTo>
                    <a:pt x="1492156" y="1199"/>
                  </a:lnTo>
                  <a:lnTo>
                    <a:pt x="1481498" y="1303"/>
                  </a:lnTo>
                  <a:lnTo>
                    <a:pt x="1470839" y="1408"/>
                  </a:lnTo>
                  <a:lnTo>
                    <a:pt x="1460181" y="1514"/>
                  </a:lnTo>
                  <a:lnTo>
                    <a:pt x="1449523" y="1621"/>
                  </a:lnTo>
                  <a:lnTo>
                    <a:pt x="1438865" y="1728"/>
                  </a:lnTo>
                  <a:lnTo>
                    <a:pt x="1428206" y="1836"/>
                  </a:lnTo>
                  <a:lnTo>
                    <a:pt x="1417548" y="1945"/>
                  </a:lnTo>
                  <a:lnTo>
                    <a:pt x="1406890" y="2053"/>
                  </a:lnTo>
                  <a:lnTo>
                    <a:pt x="1396232" y="2163"/>
                  </a:lnTo>
                  <a:lnTo>
                    <a:pt x="1385573" y="2272"/>
                  </a:lnTo>
                  <a:lnTo>
                    <a:pt x="1374915" y="2382"/>
                  </a:lnTo>
                  <a:lnTo>
                    <a:pt x="1364257" y="2492"/>
                  </a:lnTo>
                  <a:lnTo>
                    <a:pt x="1353599" y="2603"/>
                  </a:lnTo>
                  <a:lnTo>
                    <a:pt x="1342940" y="2713"/>
                  </a:lnTo>
                  <a:lnTo>
                    <a:pt x="1332282" y="2824"/>
                  </a:lnTo>
                  <a:lnTo>
                    <a:pt x="1321624" y="2935"/>
                  </a:lnTo>
                  <a:lnTo>
                    <a:pt x="1310966" y="3046"/>
                  </a:lnTo>
                  <a:lnTo>
                    <a:pt x="1300307" y="3158"/>
                  </a:lnTo>
                  <a:lnTo>
                    <a:pt x="1289649" y="3269"/>
                  </a:lnTo>
                  <a:lnTo>
                    <a:pt x="1278991" y="3381"/>
                  </a:lnTo>
                  <a:lnTo>
                    <a:pt x="1268333" y="3493"/>
                  </a:lnTo>
                  <a:lnTo>
                    <a:pt x="1257674" y="3604"/>
                  </a:lnTo>
                  <a:lnTo>
                    <a:pt x="1247016" y="3716"/>
                  </a:lnTo>
                  <a:lnTo>
                    <a:pt x="1236358" y="3828"/>
                  </a:lnTo>
                  <a:lnTo>
                    <a:pt x="1225699" y="3940"/>
                  </a:lnTo>
                  <a:lnTo>
                    <a:pt x="1215041" y="4053"/>
                  </a:lnTo>
                  <a:lnTo>
                    <a:pt x="1204383" y="4165"/>
                  </a:lnTo>
                  <a:lnTo>
                    <a:pt x="1193725" y="4277"/>
                  </a:lnTo>
                  <a:lnTo>
                    <a:pt x="1183066" y="4389"/>
                  </a:lnTo>
                  <a:lnTo>
                    <a:pt x="1172408" y="4502"/>
                  </a:lnTo>
                  <a:lnTo>
                    <a:pt x="1161750" y="4614"/>
                  </a:lnTo>
                  <a:lnTo>
                    <a:pt x="1151092" y="4727"/>
                  </a:lnTo>
                  <a:lnTo>
                    <a:pt x="1140433" y="4839"/>
                  </a:lnTo>
                  <a:lnTo>
                    <a:pt x="1129775" y="4952"/>
                  </a:lnTo>
                  <a:lnTo>
                    <a:pt x="1119117" y="5065"/>
                  </a:lnTo>
                  <a:lnTo>
                    <a:pt x="1108459" y="5177"/>
                  </a:lnTo>
                  <a:lnTo>
                    <a:pt x="1097800" y="5290"/>
                  </a:lnTo>
                  <a:lnTo>
                    <a:pt x="1087142" y="5403"/>
                  </a:lnTo>
                  <a:lnTo>
                    <a:pt x="1076484" y="5516"/>
                  </a:lnTo>
                  <a:lnTo>
                    <a:pt x="1065826" y="5629"/>
                  </a:lnTo>
                  <a:lnTo>
                    <a:pt x="1055167" y="5742"/>
                  </a:lnTo>
                  <a:lnTo>
                    <a:pt x="1044509" y="5854"/>
                  </a:lnTo>
                  <a:lnTo>
                    <a:pt x="1033851" y="5967"/>
                  </a:lnTo>
                  <a:lnTo>
                    <a:pt x="1023193" y="6080"/>
                  </a:lnTo>
                  <a:lnTo>
                    <a:pt x="1012534" y="6193"/>
                  </a:lnTo>
                  <a:lnTo>
                    <a:pt x="1001876" y="6306"/>
                  </a:lnTo>
                  <a:lnTo>
                    <a:pt x="991218" y="6419"/>
                  </a:lnTo>
                  <a:lnTo>
                    <a:pt x="980559" y="6532"/>
                  </a:lnTo>
                  <a:lnTo>
                    <a:pt x="969901" y="6645"/>
                  </a:lnTo>
                  <a:lnTo>
                    <a:pt x="959243" y="6758"/>
                  </a:lnTo>
                  <a:lnTo>
                    <a:pt x="948585" y="6872"/>
                  </a:lnTo>
                  <a:lnTo>
                    <a:pt x="937926" y="6985"/>
                  </a:lnTo>
                  <a:lnTo>
                    <a:pt x="927268" y="7098"/>
                  </a:lnTo>
                  <a:lnTo>
                    <a:pt x="916610" y="7211"/>
                  </a:lnTo>
                  <a:lnTo>
                    <a:pt x="905952" y="7324"/>
                  </a:lnTo>
                  <a:lnTo>
                    <a:pt x="895293" y="7437"/>
                  </a:lnTo>
                  <a:lnTo>
                    <a:pt x="884635" y="7551"/>
                  </a:lnTo>
                  <a:lnTo>
                    <a:pt x="873977" y="7664"/>
                  </a:lnTo>
                  <a:lnTo>
                    <a:pt x="863319" y="7777"/>
                  </a:lnTo>
                  <a:lnTo>
                    <a:pt x="852660" y="7890"/>
                  </a:lnTo>
                  <a:lnTo>
                    <a:pt x="842002" y="8003"/>
                  </a:lnTo>
                  <a:lnTo>
                    <a:pt x="831344" y="8117"/>
                  </a:lnTo>
                  <a:lnTo>
                    <a:pt x="820686" y="8230"/>
                  </a:lnTo>
                  <a:lnTo>
                    <a:pt x="810027" y="8343"/>
                  </a:lnTo>
                  <a:lnTo>
                    <a:pt x="799369" y="8457"/>
                  </a:lnTo>
                  <a:lnTo>
                    <a:pt x="788711" y="8570"/>
                  </a:lnTo>
                  <a:lnTo>
                    <a:pt x="778053" y="8683"/>
                  </a:lnTo>
                  <a:lnTo>
                    <a:pt x="767394" y="8796"/>
                  </a:lnTo>
                  <a:lnTo>
                    <a:pt x="756736" y="8910"/>
                  </a:lnTo>
                  <a:lnTo>
                    <a:pt x="746078" y="9023"/>
                  </a:lnTo>
                  <a:lnTo>
                    <a:pt x="735419" y="9136"/>
                  </a:lnTo>
                  <a:lnTo>
                    <a:pt x="724761" y="9250"/>
                  </a:lnTo>
                  <a:lnTo>
                    <a:pt x="714103" y="9363"/>
                  </a:lnTo>
                  <a:lnTo>
                    <a:pt x="703445" y="9476"/>
                  </a:lnTo>
                  <a:lnTo>
                    <a:pt x="692786" y="9590"/>
                  </a:lnTo>
                  <a:lnTo>
                    <a:pt x="682128" y="9703"/>
                  </a:lnTo>
                  <a:lnTo>
                    <a:pt x="671470" y="9817"/>
                  </a:lnTo>
                  <a:lnTo>
                    <a:pt x="660812" y="9930"/>
                  </a:lnTo>
                  <a:lnTo>
                    <a:pt x="650153" y="10043"/>
                  </a:lnTo>
                  <a:lnTo>
                    <a:pt x="639495" y="10157"/>
                  </a:lnTo>
                  <a:lnTo>
                    <a:pt x="628837" y="10270"/>
                  </a:lnTo>
                  <a:lnTo>
                    <a:pt x="618179" y="10384"/>
                  </a:lnTo>
                  <a:lnTo>
                    <a:pt x="607520" y="10497"/>
                  </a:lnTo>
                  <a:lnTo>
                    <a:pt x="596862" y="10610"/>
                  </a:lnTo>
                  <a:lnTo>
                    <a:pt x="586204" y="10724"/>
                  </a:lnTo>
                  <a:lnTo>
                    <a:pt x="575546" y="10837"/>
                  </a:lnTo>
                  <a:lnTo>
                    <a:pt x="564887" y="10951"/>
                  </a:lnTo>
                  <a:lnTo>
                    <a:pt x="554229" y="11064"/>
                  </a:lnTo>
                  <a:lnTo>
                    <a:pt x="543571" y="11178"/>
                  </a:lnTo>
                  <a:lnTo>
                    <a:pt x="532913" y="11291"/>
                  </a:lnTo>
                  <a:lnTo>
                    <a:pt x="522254" y="11404"/>
                  </a:lnTo>
                  <a:lnTo>
                    <a:pt x="511596" y="11518"/>
                  </a:lnTo>
                  <a:lnTo>
                    <a:pt x="500938" y="11631"/>
                  </a:lnTo>
                  <a:lnTo>
                    <a:pt x="490279" y="11745"/>
                  </a:lnTo>
                  <a:lnTo>
                    <a:pt x="479621" y="11858"/>
                  </a:lnTo>
                  <a:lnTo>
                    <a:pt x="468963" y="11972"/>
                  </a:lnTo>
                  <a:lnTo>
                    <a:pt x="458305" y="12085"/>
                  </a:lnTo>
                  <a:lnTo>
                    <a:pt x="447646" y="12199"/>
                  </a:lnTo>
                  <a:lnTo>
                    <a:pt x="436988" y="12312"/>
                  </a:lnTo>
                  <a:lnTo>
                    <a:pt x="426330" y="12426"/>
                  </a:lnTo>
                  <a:lnTo>
                    <a:pt x="415672" y="12539"/>
                  </a:lnTo>
                  <a:lnTo>
                    <a:pt x="405013" y="12653"/>
                  </a:lnTo>
                  <a:lnTo>
                    <a:pt x="394355" y="12766"/>
                  </a:lnTo>
                  <a:lnTo>
                    <a:pt x="383697" y="12880"/>
                  </a:lnTo>
                  <a:lnTo>
                    <a:pt x="373039" y="12993"/>
                  </a:lnTo>
                  <a:lnTo>
                    <a:pt x="362380" y="13107"/>
                  </a:lnTo>
                  <a:lnTo>
                    <a:pt x="351722" y="13220"/>
                  </a:lnTo>
                  <a:lnTo>
                    <a:pt x="341064" y="13334"/>
                  </a:lnTo>
                  <a:lnTo>
                    <a:pt x="330406" y="13447"/>
                  </a:lnTo>
                  <a:lnTo>
                    <a:pt x="319747" y="13561"/>
                  </a:lnTo>
                  <a:lnTo>
                    <a:pt x="309089" y="13674"/>
                  </a:lnTo>
                  <a:lnTo>
                    <a:pt x="298431" y="13788"/>
                  </a:lnTo>
                  <a:lnTo>
                    <a:pt x="287773" y="13901"/>
                  </a:lnTo>
                  <a:lnTo>
                    <a:pt x="277114" y="14015"/>
                  </a:lnTo>
                  <a:lnTo>
                    <a:pt x="266456" y="14128"/>
                  </a:lnTo>
                  <a:lnTo>
                    <a:pt x="255798" y="14242"/>
                  </a:lnTo>
                  <a:lnTo>
                    <a:pt x="245139" y="14355"/>
                  </a:lnTo>
                  <a:lnTo>
                    <a:pt x="234481" y="14469"/>
                  </a:lnTo>
                  <a:lnTo>
                    <a:pt x="223823" y="14583"/>
                  </a:lnTo>
                  <a:lnTo>
                    <a:pt x="213165" y="14696"/>
                  </a:lnTo>
                  <a:lnTo>
                    <a:pt x="202506" y="14810"/>
                  </a:lnTo>
                  <a:lnTo>
                    <a:pt x="191848" y="14923"/>
                  </a:lnTo>
                  <a:lnTo>
                    <a:pt x="181190" y="15037"/>
                  </a:lnTo>
                  <a:lnTo>
                    <a:pt x="170532" y="15150"/>
                  </a:lnTo>
                  <a:lnTo>
                    <a:pt x="159873" y="15264"/>
                  </a:lnTo>
                  <a:lnTo>
                    <a:pt x="149215" y="15377"/>
                  </a:lnTo>
                  <a:lnTo>
                    <a:pt x="138557" y="15491"/>
                  </a:lnTo>
                  <a:lnTo>
                    <a:pt x="127899" y="15604"/>
                  </a:lnTo>
                  <a:lnTo>
                    <a:pt x="117240" y="15718"/>
                  </a:lnTo>
                  <a:lnTo>
                    <a:pt x="106582" y="15832"/>
                  </a:lnTo>
                  <a:lnTo>
                    <a:pt x="95924" y="15945"/>
                  </a:lnTo>
                  <a:lnTo>
                    <a:pt x="85266" y="16059"/>
                  </a:lnTo>
                  <a:lnTo>
                    <a:pt x="74607" y="16172"/>
                  </a:lnTo>
                  <a:lnTo>
                    <a:pt x="63949" y="16286"/>
                  </a:lnTo>
                  <a:lnTo>
                    <a:pt x="53291" y="16399"/>
                  </a:lnTo>
                  <a:lnTo>
                    <a:pt x="42633" y="16513"/>
                  </a:lnTo>
                  <a:lnTo>
                    <a:pt x="31974" y="16626"/>
                  </a:lnTo>
                  <a:lnTo>
                    <a:pt x="21316" y="16740"/>
                  </a:lnTo>
                  <a:lnTo>
                    <a:pt x="10658" y="16854"/>
                  </a:lnTo>
                  <a:lnTo>
                    <a:pt x="0" y="1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6062358" y="2921108"/>
              <a:ext cx="3228182" cy="667924"/>
            </a:xfrm>
            <a:custGeom>
              <a:avLst/>
              <a:pathLst>
                <a:path w="3228182" h="667924">
                  <a:moveTo>
                    <a:pt x="0" y="601172"/>
                  </a:moveTo>
                  <a:lnTo>
                    <a:pt x="16222" y="598581"/>
                  </a:lnTo>
                  <a:lnTo>
                    <a:pt x="32444" y="595991"/>
                  </a:lnTo>
                  <a:lnTo>
                    <a:pt x="48666" y="593400"/>
                  </a:lnTo>
                  <a:lnTo>
                    <a:pt x="64888" y="590809"/>
                  </a:lnTo>
                  <a:lnTo>
                    <a:pt x="81110" y="588218"/>
                  </a:lnTo>
                  <a:lnTo>
                    <a:pt x="97332" y="585627"/>
                  </a:lnTo>
                  <a:lnTo>
                    <a:pt x="113554" y="583036"/>
                  </a:lnTo>
                  <a:lnTo>
                    <a:pt x="129776" y="580445"/>
                  </a:lnTo>
                  <a:lnTo>
                    <a:pt x="145998" y="577854"/>
                  </a:lnTo>
                  <a:lnTo>
                    <a:pt x="162220" y="575263"/>
                  </a:lnTo>
                  <a:lnTo>
                    <a:pt x="178442" y="572673"/>
                  </a:lnTo>
                  <a:lnTo>
                    <a:pt x="194664" y="570082"/>
                  </a:lnTo>
                  <a:lnTo>
                    <a:pt x="210886" y="567491"/>
                  </a:lnTo>
                  <a:lnTo>
                    <a:pt x="227108" y="564900"/>
                  </a:lnTo>
                  <a:lnTo>
                    <a:pt x="243330" y="562309"/>
                  </a:lnTo>
                  <a:lnTo>
                    <a:pt x="259552" y="559718"/>
                  </a:lnTo>
                  <a:lnTo>
                    <a:pt x="275774" y="557127"/>
                  </a:lnTo>
                  <a:lnTo>
                    <a:pt x="291996" y="554536"/>
                  </a:lnTo>
                  <a:lnTo>
                    <a:pt x="308218" y="551945"/>
                  </a:lnTo>
                  <a:lnTo>
                    <a:pt x="324440" y="549354"/>
                  </a:lnTo>
                  <a:lnTo>
                    <a:pt x="340662" y="546763"/>
                  </a:lnTo>
                  <a:lnTo>
                    <a:pt x="356884" y="544172"/>
                  </a:lnTo>
                  <a:lnTo>
                    <a:pt x="373106" y="541580"/>
                  </a:lnTo>
                  <a:lnTo>
                    <a:pt x="389328" y="538989"/>
                  </a:lnTo>
                  <a:lnTo>
                    <a:pt x="405550" y="536398"/>
                  </a:lnTo>
                  <a:lnTo>
                    <a:pt x="421772" y="533807"/>
                  </a:lnTo>
                  <a:lnTo>
                    <a:pt x="437994" y="531216"/>
                  </a:lnTo>
                  <a:lnTo>
                    <a:pt x="454216" y="528625"/>
                  </a:lnTo>
                  <a:lnTo>
                    <a:pt x="470438" y="526034"/>
                  </a:lnTo>
                  <a:lnTo>
                    <a:pt x="486660" y="523442"/>
                  </a:lnTo>
                  <a:lnTo>
                    <a:pt x="502882" y="520851"/>
                  </a:lnTo>
                  <a:lnTo>
                    <a:pt x="519104" y="518260"/>
                  </a:lnTo>
                  <a:lnTo>
                    <a:pt x="535326" y="515669"/>
                  </a:lnTo>
                  <a:lnTo>
                    <a:pt x="551548" y="513077"/>
                  </a:lnTo>
                  <a:lnTo>
                    <a:pt x="567770" y="510486"/>
                  </a:lnTo>
                  <a:lnTo>
                    <a:pt x="583992" y="507894"/>
                  </a:lnTo>
                  <a:lnTo>
                    <a:pt x="600214" y="505303"/>
                  </a:lnTo>
                  <a:lnTo>
                    <a:pt x="616436" y="502712"/>
                  </a:lnTo>
                  <a:lnTo>
                    <a:pt x="632658" y="500120"/>
                  </a:lnTo>
                  <a:lnTo>
                    <a:pt x="648880" y="497529"/>
                  </a:lnTo>
                  <a:lnTo>
                    <a:pt x="665103" y="494937"/>
                  </a:lnTo>
                  <a:lnTo>
                    <a:pt x="681325" y="492345"/>
                  </a:lnTo>
                  <a:lnTo>
                    <a:pt x="697547" y="489754"/>
                  </a:lnTo>
                  <a:lnTo>
                    <a:pt x="713769" y="487162"/>
                  </a:lnTo>
                  <a:lnTo>
                    <a:pt x="729991" y="484570"/>
                  </a:lnTo>
                  <a:lnTo>
                    <a:pt x="746213" y="481978"/>
                  </a:lnTo>
                  <a:lnTo>
                    <a:pt x="762435" y="479386"/>
                  </a:lnTo>
                  <a:lnTo>
                    <a:pt x="778657" y="476794"/>
                  </a:lnTo>
                  <a:lnTo>
                    <a:pt x="794879" y="474202"/>
                  </a:lnTo>
                  <a:lnTo>
                    <a:pt x="811101" y="471610"/>
                  </a:lnTo>
                  <a:lnTo>
                    <a:pt x="827323" y="469018"/>
                  </a:lnTo>
                  <a:lnTo>
                    <a:pt x="843545" y="466426"/>
                  </a:lnTo>
                  <a:lnTo>
                    <a:pt x="859767" y="463833"/>
                  </a:lnTo>
                  <a:lnTo>
                    <a:pt x="875989" y="461241"/>
                  </a:lnTo>
                  <a:lnTo>
                    <a:pt x="892211" y="458648"/>
                  </a:lnTo>
                  <a:lnTo>
                    <a:pt x="908433" y="456055"/>
                  </a:lnTo>
                  <a:lnTo>
                    <a:pt x="924655" y="453462"/>
                  </a:lnTo>
                  <a:lnTo>
                    <a:pt x="940877" y="450869"/>
                  </a:lnTo>
                  <a:lnTo>
                    <a:pt x="957099" y="448276"/>
                  </a:lnTo>
                  <a:lnTo>
                    <a:pt x="973321" y="445682"/>
                  </a:lnTo>
                  <a:lnTo>
                    <a:pt x="989543" y="443089"/>
                  </a:lnTo>
                  <a:lnTo>
                    <a:pt x="1005765" y="440495"/>
                  </a:lnTo>
                  <a:lnTo>
                    <a:pt x="1021987" y="437901"/>
                  </a:lnTo>
                  <a:lnTo>
                    <a:pt x="1038209" y="435306"/>
                  </a:lnTo>
                  <a:lnTo>
                    <a:pt x="1054431" y="432711"/>
                  </a:lnTo>
                  <a:lnTo>
                    <a:pt x="1070653" y="430116"/>
                  </a:lnTo>
                  <a:lnTo>
                    <a:pt x="1086875" y="427520"/>
                  </a:lnTo>
                  <a:lnTo>
                    <a:pt x="1103097" y="424924"/>
                  </a:lnTo>
                  <a:lnTo>
                    <a:pt x="1119319" y="422327"/>
                  </a:lnTo>
                  <a:lnTo>
                    <a:pt x="1135541" y="419729"/>
                  </a:lnTo>
                  <a:lnTo>
                    <a:pt x="1151763" y="417131"/>
                  </a:lnTo>
                  <a:lnTo>
                    <a:pt x="1167985" y="414531"/>
                  </a:lnTo>
                  <a:lnTo>
                    <a:pt x="1184207" y="411930"/>
                  </a:lnTo>
                  <a:lnTo>
                    <a:pt x="1200429" y="409328"/>
                  </a:lnTo>
                  <a:lnTo>
                    <a:pt x="1216651" y="406724"/>
                  </a:lnTo>
                  <a:lnTo>
                    <a:pt x="1232873" y="404118"/>
                  </a:lnTo>
                  <a:lnTo>
                    <a:pt x="1249095" y="401509"/>
                  </a:lnTo>
                  <a:lnTo>
                    <a:pt x="1265317" y="398896"/>
                  </a:lnTo>
                  <a:lnTo>
                    <a:pt x="1281539" y="396278"/>
                  </a:lnTo>
                  <a:lnTo>
                    <a:pt x="1297761" y="393653"/>
                  </a:lnTo>
                  <a:lnTo>
                    <a:pt x="1313984" y="391019"/>
                  </a:lnTo>
                  <a:lnTo>
                    <a:pt x="1330206" y="388372"/>
                  </a:lnTo>
                  <a:lnTo>
                    <a:pt x="1346428" y="385705"/>
                  </a:lnTo>
                  <a:lnTo>
                    <a:pt x="1362650" y="383008"/>
                  </a:lnTo>
                  <a:lnTo>
                    <a:pt x="1378872" y="380266"/>
                  </a:lnTo>
                  <a:lnTo>
                    <a:pt x="1395094" y="377454"/>
                  </a:lnTo>
                  <a:lnTo>
                    <a:pt x="1411316" y="374548"/>
                  </a:lnTo>
                  <a:lnTo>
                    <a:pt x="1427538" y="371533"/>
                  </a:lnTo>
                  <a:lnTo>
                    <a:pt x="1443760" y="368418"/>
                  </a:lnTo>
                  <a:lnTo>
                    <a:pt x="1459982" y="365227"/>
                  </a:lnTo>
                  <a:lnTo>
                    <a:pt x="1476204" y="361987"/>
                  </a:lnTo>
                  <a:lnTo>
                    <a:pt x="1492426" y="358713"/>
                  </a:lnTo>
                  <a:lnTo>
                    <a:pt x="1508648" y="355417"/>
                  </a:lnTo>
                  <a:lnTo>
                    <a:pt x="1524870" y="352107"/>
                  </a:lnTo>
                  <a:lnTo>
                    <a:pt x="1541092" y="348787"/>
                  </a:lnTo>
                  <a:lnTo>
                    <a:pt x="1557314" y="345459"/>
                  </a:lnTo>
                  <a:lnTo>
                    <a:pt x="1573536" y="342127"/>
                  </a:lnTo>
                  <a:lnTo>
                    <a:pt x="1589758" y="338790"/>
                  </a:lnTo>
                  <a:lnTo>
                    <a:pt x="1605980" y="335450"/>
                  </a:lnTo>
                  <a:lnTo>
                    <a:pt x="1622202" y="332108"/>
                  </a:lnTo>
                  <a:lnTo>
                    <a:pt x="1638424" y="328764"/>
                  </a:lnTo>
                  <a:lnTo>
                    <a:pt x="1654646" y="325418"/>
                  </a:lnTo>
                  <a:lnTo>
                    <a:pt x="1670868" y="322071"/>
                  </a:lnTo>
                  <a:lnTo>
                    <a:pt x="1687090" y="318723"/>
                  </a:lnTo>
                  <a:lnTo>
                    <a:pt x="1703312" y="315374"/>
                  </a:lnTo>
                  <a:lnTo>
                    <a:pt x="1719534" y="312025"/>
                  </a:lnTo>
                  <a:lnTo>
                    <a:pt x="1735756" y="308675"/>
                  </a:lnTo>
                  <a:lnTo>
                    <a:pt x="1751978" y="305324"/>
                  </a:lnTo>
                  <a:lnTo>
                    <a:pt x="1768200" y="301972"/>
                  </a:lnTo>
                  <a:lnTo>
                    <a:pt x="1784422" y="298621"/>
                  </a:lnTo>
                  <a:lnTo>
                    <a:pt x="1800644" y="295269"/>
                  </a:lnTo>
                  <a:lnTo>
                    <a:pt x="1816866" y="291916"/>
                  </a:lnTo>
                  <a:lnTo>
                    <a:pt x="1833088" y="288564"/>
                  </a:lnTo>
                  <a:lnTo>
                    <a:pt x="1849310" y="285211"/>
                  </a:lnTo>
                  <a:lnTo>
                    <a:pt x="1865532" y="281857"/>
                  </a:lnTo>
                  <a:lnTo>
                    <a:pt x="1881754" y="278504"/>
                  </a:lnTo>
                  <a:lnTo>
                    <a:pt x="1897976" y="275150"/>
                  </a:lnTo>
                  <a:lnTo>
                    <a:pt x="1914198" y="271797"/>
                  </a:lnTo>
                  <a:lnTo>
                    <a:pt x="1930420" y="268443"/>
                  </a:lnTo>
                  <a:lnTo>
                    <a:pt x="1946642" y="265089"/>
                  </a:lnTo>
                  <a:lnTo>
                    <a:pt x="1962865" y="261735"/>
                  </a:lnTo>
                  <a:lnTo>
                    <a:pt x="1979087" y="258380"/>
                  </a:lnTo>
                  <a:lnTo>
                    <a:pt x="1995309" y="255026"/>
                  </a:lnTo>
                  <a:lnTo>
                    <a:pt x="2011531" y="251671"/>
                  </a:lnTo>
                  <a:lnTo>
                    <a:pt x="2027753" y="248317"/>
                  </a:lnTo>
                  <a:lnTo>
                    <a:pt x="2043975" y="244962"/>
                  </a:lnTo>
                  <a:lnTo>
                    <a:pt x="2060197" y="241608"/>
                  </a:lnTo>
                  <a:lnTo>
                    <a:pt x="2076419" y="238253"/>
                  </a:lnTo>
                  <a:lnTo>
                    <a:pt x="2092641" y="234898"/>
                  </a:lnTo>
                  <a:lnTo>
                    <a:pt x="2108863" y="231543"/>
                  </a:lnTo>
                  <a:lnTo>
                    <a:pt x="2125085" y="228188"/>
                  </a:lnTo>
                  <a:lnTo>
                    <a:pt x="2141307" y="224833"/>
                  </a:lnTo>
                  <a:lnTo>
                    <a:pt x="2157529" y="221478"/>
                  </a:lnTo>
                  <a:lnTo>
                    <a:pt x="2173751" y="218123"/>
                  </a:lnTo>
                  <a:lnTo>
                    <a:pt x="2189973" y="214768"/>
                  </a:lnTo>
                  <a:lnTo>
                    <a:pt x="2206195" y="211412"/>
                  </a:lnTo>
                  <a:lnTo>
                    <a:pt x="2222417" y="208057"/>
                  </a:lnTo>
                  <a:lnTo>
                    <a:pt x="2238639" y="204702"/>
                  </a:lnTo>
                  <a:lnTo>
                    <a:pt x="2254861" y="201347"/>
                  </a:lnTo>
                  <a:lnTo>
                    <a:pt x="2271083" y="197991"/>
                  </a:lnTo>
                  <a:lnTo>
                    <a:pt x="2287305" y="194636"/>
                  </a:lnTo>
                  <a:lnTo>
                    <a:pt x="2303527" y="191280"/>
                  </a:lnTo>
                  <a:lnTo>
                    <a:pt x="2319749" y="187925"/>
                  </a:lnTo>
                  <a:lnTo>
                    <a:pt x="2335971" y="184570"/>
                  </a:lnTo>
                  <a:lnTo>
                    <a:pt x="2352193" y="181214"/>
                  </a:lnTo>
                  <a:lnTo>
                    <a:pt x="2368415" y="177859"/>
                  </a:lnTo>
                  <a:lnTo>
                    <a:pt x="2384637" y="174503"/>
                  </a:lnTo>
                  <a:lnTo>
                    <a:pt x="2400859" y="171147"/>
                  </a:lnTo>
                  <a:lnTo>
                    <a:pt x="2417081" y="167792"/>
                  </a:lnTo>
                  <a:lnTo>
                    <a:pt x="2433303" y="164436"/>
                  </a:lnTo>
                  <a:lnTo>
                    <a:pt x="2449525" y="161081"/>
                  </a:lnTo>
                  <a:lnTo>
                    <a:pt x="2465747" y="157725"/>
                  </a:lnTo>
                  <a:lnTo>
                    <a:pt x="2481969" y="154369"/>
                  </a:lnTo>
                  <a:lnTo>
                    <a:pt x="2498191" y="151014"/>
                  </a:lnTo>
                  <a:lnTo>
                    <a:pt x="2514413" y="147658"/>
                  </a:lnTo>
                  <a:lnTo>
                    <a:pt x="2530635" y="144302"/>
                  </a:lnTo>
                  <a:lnTo>
                    <a:pt x="2546857" y="140947"/>
                  </a:lnTo>
                  <a:lnTo>
                    <a:pt x="2563079" y="137591"/>
                  </a:lnTo>
                  <a:lnTo>
                    <a:pt x="2579301" y="134235"/>
                  </a:lnTo>
                  <a:lnTo>
                    <a:pt x="2595523" y="130879"/>
                  </a:lnTo>
                  <a:lnTo>
                    <a:pt x="2611745" y="127524"/>
                  </a:lnTo>
                  <a:lnTo>
                    <a:pt x="2627968" y="124168"/>
                  </a:lnTo>
                  <a:lnTo>
                    <a:pt x="2644190" y="120812"/>
                  </a:lnTo>
                  <a:lnTo>
                    <a:pt x="2660412" y="117456"/>
                  </a:lnTo>
                  <a:lnTo>
                    <a:pt x="2676634" y="114101"/>
                  </a:lnTo>
                  <a:lnTo>
                    <a:pt x="2692856" y="110745"/>
                  </a:lnTo>
                  <a:lnTo>
                    <a:pt x="2709078" y="107389"/>
                  </a:lnTo>
                  <a:lnTo>
                    <a:pt x="2725300" y="104033"/>
                  </a:lnTo>
                  <a:lnTo>
                    <a:pt x="2741522" y="100677"/>
                  </a:lnTo>
                  <a:lnTo>
                    <a:pt x="2757744" y="97321"/>
                  </a:lnTo>
                  <a:lnTo>
                    <a:pt x="2773966" y="93966"/>
                  </a:lnTo>
                  <a:lnTo>
                    <a:pt x="2790188" y="90610"/>
                  </a:lnTo>
                  <a:lnTo>
                    <a:pt x="2806410" y="87254"/>
                  </a:lnTo>
                  <a:lnTo>
                    <a:pt x="2822632" y="83898"/>
                  </a:lnTo>
                  <a:lnTo>
                    <a:pt x="2838854" y="80542"/>
                  </a:lnTo>
                  <a:lnTo>
                    <a:pt x="2855076" y="77186"/>
                  </a:lnTo>
                  <a:lnTo>
                    <a:pt x="2871298" y="73830"/>
                  </a:lnTo>
                  <a:lnTo>
                    <a:pt x="2887520" y="70474"/>
                  </a:lnTo>
                  <a:lnTo>
                    <a:pt x="2903742" y="67119"/>
                  </a:lnTo>
                  <a:lnTo>
                    <a:pt x="2919964" y="63763"/>
                  </a:lnTo>
                  <a:lnTo>
                    <a:pt x="2936186" y="60407"/>
                  </a:lnTo>
                  <a:lnTo>
                    <a:pt x="2952408" y="57051"/>
                  </a:lnTo>
                  <a:lnTo>
                    <a:pt x="2968630" y="53695"/>
                  </a:lnTo>
                  <a:lnTo>
                    <a:pt x="2984852" y="50339"/>
                  </a:lnTo>
                  <a:lnTo>
                    <a:pt x="3001074" y="46983"/>
                  </a:lnTo>
                  <a:lnTo>
                    <a:pt x="3017296" y="43627"/>
                  </a:lnTo>
                  <a:lnTo>
                    <a:pt x="3033518" y="40271"/>
                  </a:lnTo>
                  <a:lnTo>
                    <a:pt x="3049740" y="36915"/>
                  </a:lnTo>
                  <a:lnTo>
                    <a:pt x="3065962" y="33559"/>
                  </a:lnTo>
                  <a:lnTo>
                    <a:pt x="3082184" y="30203"/>
                  </a:lnTo>
                  <a:lnTo>
                    <a:pt x="3098406" y="26847"/>
                  </a:lnTo>
                  <a:lnTo>
                    <a:pt x="3114628" y="23491"/>
                  </a:lnTo>
                  <a:lnTo>
                    <a:pt x="3130850" y="20135"/>
                  </a:lnTo>
                  <a:lnTo>
                    <a:pt x="3147072" y="16779"/>
                  </a:lnTo>
                  <a:lnTo>
                    <a:pt x="3163294" y="13423"/>
                  </a:lnTo>
                  <a:lnTo>
                    <a:pt x="3179516" y="10067"/>
                  </a:lnTo>
                  <a:lnTo>
                    <a:pt x="3195738" y="6711"/>
                  </a:lnTo>
                  <a:lnTo>
                    <a:pt x="3211960" y="3355"/>
                  </a:lnTo>
                  <a:lnTo>
                    <a:pt x="3228182" y="0"/>
                  </a:lnTo>
                  <a:lnTo>
                    <a:pt x="3228182" y="85701"/>
                  </a:lnTo>
                  <a:lnTo>
                    <a:pt x="3211960" y="88291"/>
                  </a:lnTo>
                  <a:lnTo>
                    <a:pt x="3195738" y="90882"/>
                  </a:lnTo>
                  <a:lnTo>
                    <a:pt x="3179516" y="93473"/>
                  </a:lnTo>
                  <a:lnTo>
                    <a:pt x="3163294" y="96064"/>
                  </a:lnTo>
                  <a:lnTo>
                    <a:pt x="3147072" y="98654"/>
                  </a:lnTo>
                  <a:lnTo>
                    <a:pt x="3130850" y="101245"/>
                  </a:lnTo>
                  <a:lnTo>
                    <a:pt x="3114628" y="103836"/>
                  </a:lnTo>
                  <a:lnTo>
                    <a:pt x="3098406" y="106427"/>
                  </a:lnTo>
                  <a:lnTo>
                    <a:pt x="3082184" y="109017"/>
                  </a:lnTo>
                  <a:lnTo>
                    <a:pt x="3065962" y="111608"/>
                  </a:lnTo>
                  <a:lnTo>
                    <a:pt x="3049740" y="114199"/>
                  </a:lnTo>
                  <a:lnTo>
                    <a:pt x="3033518" y="116790"/>
                  </a:lnTo>
                  <a:lnTo>
                    <a:pt x="3017296" y="119380"/>
                  </a:lnTo>
                  <a:lnTo>
                    <a:pt x="3001074" y="121971"/>
                  </a:lnTo>
                  <a:lnTo>
                    <a:pt x="2984852" y="124562"/>
                  </a:lnTo>
                  <a:lnTo>
                    <a:pt x="2968630" y="127153"/>
                  </a:lnTo>
                  <a:lnTo>
                    <a:pt x="2952408" y="129744"/>
                  </a:lnTo>
                  <a:lnTo>
                    <a:pt x="2936186" y="132334"/>
                  </a:lnTo>
                  <a:lnTo>
                    <a:pt x="2919964" y="134925"/>
                  </a:lnTo>
                  <a:lnTo>
                    <a:pt x="2903742" y="137516"/>
                  </a:lnTo>
                  <a:lnTo>
                    <a:pt x="2887520" y="140107"/>
                  </a:lnTo>
                  <a:lnTo>
                    <a:pt x="2871298" y="142698"/>
                  </a:lnTo>
                  <a:lnTo>
                    <a:pt x="2855076" y="145288"/>
                  </a:lnTo>
                  <a:lnTo>
                    <a:pt x="2838854" y="147879"/>
                  </a:lnTo>
                  <a:lnTo>
                    <a:pt x="2822632" y="150470"/>
                  </a:lnTo>
                  <a:lnTo>
                    <a:pt x="2806410" y="153061"/>
                  </a:lnTo>
                  <a:lnTo>
                    <a:pt x="2790188" y="155652"/>
                  </a:lnTo>
                  <a:lnTo>
                    <a:pt x="2773966" y="158243"/>
                  </a:lnTo>
                  <a:lnTo>
                    <a:pt x="2757744" y="160834"/>
                  </a:lnTo>
                  <a:lnTo>
                    <a:pt x="2741522" y="163424"/>
                  </a:lnTo>
                  <a:lnTo>
                    <a:pt x="2725300" y="166015"/>
                  </a:lnTo>
                  <a:lnTo>
                    <a:pt x="2709078" y="168606"/>
                  </a:lnTo>
                  <a:lnTo>
                    <a:pt x="2692856" y="171197"/>
                  </a:lnTo>
                  <a:lnTo>
                    <a:pt x="2676634" y="173788"/>
                  </a:lnTo>
                  <a:lnTo>
                    <a:pt x="2660412" y="176379"/>
                  </a:lnTo>
                  <a:lnTo>
                    <a:pt x="2644190" y="178970"/>
                  </a:lnTo>
                  <a:lnTo>
                    <a:pt x="2627968" y="181561"/>
                  </a:lnTo>
                  <a:lnTo>
                    <a:pt x="2611745" y="184152"/>
                  </a:lnTo>
                  <a:lnTo>
                    <a:pt x="2595523" y="186743"/>
                  </a:lnTo>
                  <a:lnTo>
                    <a:pt x="2579301" y="189334"/>
                  </a:lnTo>
                  <a:lnTo>
                    <a:pt x="2563079" y="191925"/>
                  </a:lnTo>
                  <a:lnTo>
                    <a:pt x="2546857" y="194516"/>
                  </a:lnTo>
                  <a:lnTo>
                    <a:pt x="2530635" y="197107"/>
                  </a:lnTo>
                  <a:lnTo>
                    <a:pt x="2514413" y="199698"/>
                  </a:lnTo>
                  <a:lnTo>
                    <a:pt x="2498191" y="202289"/>
                  </a:lnTo>
                  <a:lnTo>
                    <a:pt x="2481969" y="204880"/>
                  </a:lnTo>
                  <a:lnTo>
                    <a:pt x="2465747" y="207471"/>
                  </a:lnTo>
                  <a:lnTo>
                    <a:pt x="2449525" y="210062"/>
                  </a:lnTo>
                  <a:lnTo>
                    <a:pt x="2433303" y="212653"/>
                  </a:lnTo>
                  <a:lnTo>
                    <a:pt x="2417081" y="215244"/>
                  </a:lnTo>
                  <a:lnTo>
                    <a:pt x="2400859" y="217835"/>
                  </a:lnTo>
                  <a:lnTo>
                    <a:pt x="2384637" y="220426"/>
                  </a:lnTo>
                  <a:lnTo>
                    <a:pt x="2368415" y="223018"/>
                  </a:lnTo>
                  <a:lnTo>
                    <a:pt x="2352193" y="225609"/>
                  </a:lnTo>
                  <a:lnTo>
                    <a:pt x="2335971" y="228200"/>
                  </a:lnTo>
                  <a:lnTo>
                    <a:pt x="2319749" y="230791"/>
                  </a:lnTo>
                  <a:lnTo>
                    <a:pt x="2303527" y="233383"/>
                  </a:lnTo>
                  <a:lnTo>
                    <a:pt x="2287305" y="235974"/>
                  </a:lnTo>
                  <a:lnTo>
                    <a:pt x="2271083" y="238565"/>
                  </a:lnTo>
                  <a:lnTo>
                    <a:pt x="2254861" y="241157"/>
                  </a:lnTo>
                  <a:lnTo>
                    <a:pt x="2238639" y="243748"/>
                  </a:lnTo>
                  <a:lnTo>
                    <a:pt x="2222417" y="246339"/>
                  </a:lnTo>
                  <a:lnTo>
                    <a:pt x="2206195" y="248931"/>
                  </a:lnTo>
                  <a:lnTo>
                    <a:pt x="2189973" y="251522"/>
                  </a:lnTo>
                  <a:lnTo>
                    <a:pt x="2173751" y="254114"/>
                  </a:lnTo>
                  <a:lnTo>
                    <a:pt x="2157529" y="256706"/>
                  </a:lnTo>
                  <a:lnTo>
                    <a:pt x="2141307" y="259297"/>
                  </a:lnTo>
                  <a:lnTo>
                    <a:pt x="2125085" y="261889"/>
                  </a:lnTo>
                  <a:lnTo>
                    <a:pt x="2108863" y="264481"/>
                  </a:lnTo>
                  <a:lnTo>
                    <a:pt x="2092641" y="267072"/>
                  </a:lnTo>
                  <a:lnTo>
                    <a:pt x="2076419" y="269664"/>
                  </a:lnTo>
                  <a:lnTo>
                    <a:pt x="2060197" y="272256"/>
                  </a:lnTo>
                  <a:lnTo>
                    <a:pt x="2043975" y="274848"/>
                  </a:lnTo>
                  <a:lnTo>
                    <a:pt x="2027753" y="277440"/>
                  </a:lnTo>
                  <a:lnTo>
                    <a:pt x="2011531" y="280032"/>
                  </a:lnTo>
                  <a:lnTo>
                    <a:pt x="1995309" y="282625"/>
                  </a:lnTo>
                  <a:lnTo>
                    <a:pt x="1979087" y="285217"/>
                  </a:lnTo>
                  <a:lnTo>
                    <a:pt x="1962865" y="287809"/>
                  </a:lnTo>
                  <a:lnTo>
                    <a:pt x="1946642" y="290402"/>
                  </a:lnTo>
                  <a:lnTo>
                    <a:pt x="1930420" y="292995"/>
                  </a:lnTo>
                  <a:lnTo>
                    <a:pt x="1914198" y="295588"/>
                  </a:lnTo>
                  <a:lnTo>
                    <a:pt x="1897976" y="298181"/>
                  </a:lnTo>
                  <a:lnTo>
                    <a:pt x="1881754" y="300774"/>
                  </a:lnTo>
                  <a:lnTo>
                    <a:pt x="1865532" y="303367"/>
                  </a:lnTo>
                  <a:lnTo>
                    <a:pt x="1849310" y="305961"/>
                  </a:lnTo>
                  <a:lnTo>
                    <a:pt x="1833088" y="308554"/>
                  </a:lnTo>
                  <a:lnTo>
                    <a:pt x="1816866" y="311148"/>
                  </a:lnTo>
                  <a:lnTo>
                    <a:pt x="1800644" y="313743"/>
                  </a:lnTo>
                  <a:lnTo>
                    <a:pt x="1784422" y="316337"/>
                  </a:lnTo>
                  <a:lnTo>
                    <a:pt x="1768200" y="318932"/>
                  </a:lnTo>
                  <a:lnTo>
                    <a:pt x="1751978" y="321528"/>
                  </a:lnTo>
                  <a:lnTo>
                    <a:pt x="1735756" y="324124"/>
                  </a:lnTo>
                  <a:lnTo>
                    <a:pt x="1719534" y="326720"/>
                  </a:lnTo>
                  <a:lnTo>
                    <a:pt x="1703312" y="329317"/>
                  </a:lnTo>
                  <a:lnTo>
                    <a:pt x="1687090" y="331915"/>
                  </a:lnTo>
                  <a:lnTo>
                    <a:pt x="1670868" y="334514"/>
                  </a:lnTo>
                  <a:lnTo>
                    <a:pt x="1654646" y="337113"/>
                  </a:lnTo>
                  <a:lnTo>
                    <a:pt x="1638424" y="339714"/>
                  </a:lnTo>
                  <a:lnTo>
                    <a:pt x="1622202" y="342317"/>
                  </a:lnTo>
                  <a:lnTo>
                    <a:pt x="1605980" y="344922"/>
                  </a:lnTo>
                  <a:lnTo>
                    <a:pt x="1589758" y="347529"/>
                  </a:lnTo>
                  <a:lnTo>
                    <a:pt x="1573536" y="350139"/>
                  </a:lnTo>
                  <a:lnTo>
                    <a:pt x="1557314" y="352753"/>
                  </a:lnTo>
                  <a:lnTo>
                    <a:pt x="1541092" y="355372"/>
                  </a:lnTo>
                  <a:lnTo>
                    <a:pt x="1524870" y="357999"/>
                  </a:lnTo>
                  <a:lnTo>
                    <a:pt x="1508648" y="360635"/>
                  </a:lnTo>
                  <a:lnTo>
                    <a:pt x="1492426" y="363286"/>
                  </a:lnTo>
                  <a:lnTo>
                    <a:pt x="1476204" y="365959"/>
                  </a:lnTo>
                  <a:lnTo>
                    <a:pt x="1459982" y="368665"/>
                  </a:lnTo>
                  <a:lnTo>
                    <a:pt x="1443760" y="371421"/>
                  </a:lnTo>
                  <a:lnTo>
                    <a:pt x="1427538" y="374253"/>
                  </a:lnTo>
                  <a:lnTo>
                    <a:pt x="1411316" y="377185"/>
                  </a:lnTo>
                  <a:lnTo>
                    <a:pt x="1395094" y="380225"/>
                  </a:lnTo>
                  <a:lnTo>
                    <a:pt x="1378872" y="383360"/>
                  </a:lnTo>
                  <a:lnTo>
                    <a:pt x="1362650" y="386564"/>
                  </a:lnTo>
                  <a:lnTo>
                    <a:pt x="1346428" y="389814"/>
                  </a:lnTo>
                  <a:lnTo>
                    <a:pt x="1330206" y="393094"/>
                  </a:lnTo>
                  <a:lnTo>
                    <a:pt x="1313984" y="396394"/>
                  </a:lnTo>
                  <a:lnTo>
                    <a:pt x="1297761" y="399706"/>
                  </a:lnTo>
                  <a:lnTo>
                    <a:pt x="1281539" y="403029"/>
                  </a:lnTo>
                  <a:lnTo>
                    <a:pt x="1265317" y="406357"/>
                  </a:lnTo>
                  <a:lnTo>
                    <a:pt x="1249095" y="409691"/>
                  </a:lnTo>
                  <a:lnTo>
                    <a:pt x="1232873" y="413029"/>
                  </a:lnTo>
                  <a:lnTo>
                    <a:pt x="1216651" y="416369"/>
                  </a:lnTo>
                  <a:lnTo>
                    <a:pt x="1200429" y="419712"/>
                  </a:lnTo>
                  <a:lnTo>
                    <a:pt x="1184207" y="423056"/>
                  </a:lnTo>
                  <a:lnTo>
                    <a:pt x="1167985" y="426402"/>
                  </a:lnTo>
                  <a:lnTo>
                    <a:pt x="1151763" y="429749"/>
                  </a:lnTo>
                  <a:lnTo>
                    <a:pt x="1135541" y="433097"/>
                  </a:lnTo>
                  <a:lnTo>
                    <a:pt x="1119319" y="436446"/>
                  </a:lnTo>
                  <a:lnTo>
                    <a:pt x="1103097" y="439796"/>
                  </a:lnTo>
                  <a:lnTo>
                    <a:pt x="1086875" y="443147"/>
                  </a:lnTo>
                  <a:lnTo>
                    <a:pt x="1070653" y="446498"/>
                  </a:lnTo>
                  <a:lnTo>
                    <a:pt x="1054431" y="449849"/>
                  </a:lnTo>
                  <a:lnTo>
                    <a:pt x="1038209" y="453201"/>
                  </a:lnTo>
                  <a:lnTo>
                    <a:pt x="1021987" y="456553"/>
                  </a:lnTo>
                  <a:lnTo>
                    <a:pt x="1005765" y="459906"/>
                  </a:lnTo>
                  <a:lnTo>
                    <a:pt x="989543" y="463258"/>
                  </a:lnTo>
                  <a:lnTo>
                    <a:pt x="973321" y="466611"/>
                  </a:lnTo>
                  <a:lnTo>
                    <a:pt x="957099" y="469965"/>
                  </a:lnTo>
                  <a:lnTo>
                    <a:pt x="940877" y="473318"/>
                  </a:lnTo>
                  <a:lnTo>
                    <a:pt x="924655" y="476672"/>
                  </a:lnTo>
                  <a:lnTo>
                    <a:pt x="908433" y="480025"/>
                  </a:lnTo>
                  <a:lnTo>
                    <a:pt x="892211" y="483379"/>
                  </a:lnTo>
                  <a:lnTo>
                    <a:pt x="875989" y="486733"/>
                  </a:lnTo>
                  <a:lnTo>
                    <a:pt x="859767" y="490088"/>
                  </a:lnTo>
                  <a:lnTo>
                    <a:pt x="843545" y="493442"/>
                  </a:lnTo>
                  <a:lnTo>
                    <a:pt x="827323" y="496796"/>
                  </a:lnTo>
                  <a:lnTo>
                    <a:pt x="811101" y="500151"/>
                  </a:lnTo>
                  <a:lnTo>
                    <a:pt x="794879" y="503505"/>
                  </a:lnTo>
                  <a:lnTo>
                    <a:pt x="778657" y="506860"/>
                  </a:lnTo>
                  <a:lnTo>
                    <a:pt x="762435" y="510215"/>
                  </a:lnTo>
                  <a:lnTo>
                    <a:pt x="746213" y="513570"/>
                  </a:lnTo>
                  <a:lnTo>
                    <a:pt x="729991" y="516924"/>
                  </a:lnTo>
                  <a:lnTo>
                    <a:pt x="713769" y="520279"/>
                  </a:lnTo>
                  <a:lnTo>
                    <a:pt x="697547" y="523634"/>
                  </a:lnTo>
                  <a:lnTo>
                    <a:pt x="681325" y="526989"/>
                  </a:lnTo>
                  <a:lnTo>
                    <a:pt x="665103" y="530344"/>
                  </a:lnTo>
                  <a:lnTo>
                    <a:pt x="648880" y="533700"/>
                  </a:lnTo>
                  <a:lnTo>
                    <a:pt x="632658" y="537055"/>
                  </a:lnTo>
                  <a:lnTo>
                    <a:pt x="616436" y="540410"/>
                  </a:lnTo>
                  <a:lnTo>
                    <a:pt x="600214" y="543765"/>
                  </a:lnTo>
                  <a:lnTo>
                    <a:pt x="583992" y="547121"/>
                  </a:lnTo>
                  <a:lnTo>
                    <a:pt x="567770" y="550476"/>
                  </a:lnTo>
                  <a:lnTo>
                    <a:pt x="551548" y="553831"/>
                  </a:lnTo>
                  <a:lnTo>
                    <a:pt x="535326" y="557187"/>
                  </a:lnTo>
                  <a:lnTo>
                    <a:pt x="519104" y="560542"/>
                  </a:lnTo>
                  <a:lnTo>
                    <a:pt x="502882" y="563897"/>
                  </a:lnTo>
                  <a:lnTo>
                    <a:pt x="486660" y="567253"/>
                  </a:lnTo>
                  <a:lnTo>
                    <a:pt x="470438" y="570608"/>
                  </a:lnTo>
                  <a:lnTo>
                    <a:pt x="454216" y="573964"/>
                  </a:lnTo>
                  <a:lnTo>
                    <a:pt x="437994" y="577319"/>
                  </a:lnTo>
                  <a:lnTo>
                    <a:pt x="421772" y="580675"/>
                  </a:lnTo>
                  <a:lnTo>
                    <a:pt x="405550" y="584031"/>
                  </a:lnTo>
                  <a:lnTo>
                    <a:pt x="389328" y="587386"/>
                  </a:lnTo>
                  <a:lnTo>
                    <a:pt x="373106" y="590742"/>
                  </a:lnTo>
                  <a:lnTo>
                    <a:pt x="356884" y="594097"/>
                  </a:lnTo>
                  <a:lnTo>
                    <a:pt x="340662" y="597453"/>
                  </a:lnTo>
                  <a:lnTo>
                    <a:pt x="324440" y="600809"/>
                  </a:lnTo>
                  <a:lnTo>
                    <a:pt x="308218" y="604164"/>
                  </a:lnTo>
                  <a:lnTo>
                    <a:pt x="291996" y="607520"/>
                  </a:lnTo>
                  <a:lnTo>
                    <a:pt x="275774" y="610876"/>
                  </a:lnTo>
                  <a:lnTo>
                    <a:pt x="259552" y="614232"/>
                  </a:lnTo>
                  <a:lnTo>
                    <a:pt x="243330" y="617587"/>
                  </a:lnTo>
                  <a:lnTo>
                    <a:pt x="227108" y="620943"/>
                  </a:lnTo>
                  <a:lnTo>
                    <a:pt x="210886" y="624299"/>
                  </a:lnTo>
                  <a:lnTo>
                    <a:pt x="194664" y="627655"/>
                  </a:lnTo>
                  <a:lnTo>
                    <a:pt x="178442" y="631010"/>
                  </a:lnTo>
                  <a:lnTo>
                    <a:pt x="162220" y="634366"/>
                  </a:lnTo>
                  <a:lnTo>
                    <a:pt x="145998" y="637722"/>
                  </a:lnTo>
                  <a:lnTo>
                    <a:pt x="129776" y="641078"/>
                  </a:lnTo>
                  <a:lnTo>
                    <a:pt x="113554" y="644434"/>
                  </a:lnTo>
                  <a:lnTo>
                    <a:pt x="97332" y="647789"/>
                  </a:lnTo>
                  <a:lnTo>
                    <a:pt x="81110" y="651145"/>
                  </a:lnTo>
                  <a:lnTo>
                    <a:pt x="64888" y="654501"/>
                  </a:lnTo>
                  <a:lnTo>
                    <a:pt x="48666" y="657857"/>
                  </a:lnTo>
                  <a:lnTo>
                    <a:pt x="32444" y="661213"/>
                  </a:lnTo>
                  <a:lnTo>
                    <a:pt x="16222" y="664569"/>
                  </a:lnTo>
                  <a:lnTo>
                    <a:pt x="0" y="667924"/>
                  </a:lnTo>
                  <a:close/>
                </a:path>
              </a:pathLst>
            </a:cu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062358" y="2921108"/>
              <a:ext cx="3228182" cy="601172"/>
            </a:xfrm>
            <a:custGeom>
              <a:avLst/>
              <a:pathLst>
                <a:path w="3228182" h="601172">
                  <a:moveTo>
                    <a:pt x="0" y="601172"/>
                  </a:moveTo>
                  <a:lnTo>
                    <a:pt x="16222" y="598581"/>
                  </a:lnTo>
                  <a:lnTo>
                    <a:pt x="32444" y="595991"/>
                  </a:lnTo>
                  <a:lnTo>
                    <a:pt x="48666" y="593400"/>
                  </a:lnTo>
                  <a:lnTo>
                    <a:pt x="64888" y="590809"/>
                  </a:lnTo>
                  <a:lnTo>
                    <a:pt x="81110" y="588218"/>
                  </a:lnTo>
                  <a:lnTo>
                    <a:pt x="97332" y="585627"/>
                  </a:lnTo>
                  <a:lnTo>
                    <a:pt x="113554" y="583036"/>
                  </a:lnTo>
                  <a:lnTo>
                    <a:pt x="129776" y="580445"/>
                  </a:lnTo>
                  <a:lnTo>
                    <a:pt x="145998" y="577854"/>
                  </a:lnTo>
                  <a:lnTo>
                    <a:pt x="162220" y="575263"/>
                  </a:lnTo>
                  <a:lnTo>
                    <a:pt x="178442" y="572673"/>
                  </a:lnTo>
                  <a:lnTo>
                    <a:pt x="194664" y="570082"/>
                  </a:lnTo>
                  <a:lnTo>
                    <a:pt x="210886" y="567491"/>
                  </a:lnTo>
                  <a:lnTo>
                    <a:pt x="227108" y="564900"/>
                  </a:lnTo>
                  <a:lnTo>
                    <a:pt x="243330" y="562309"/>
                  </a:lnTo>
                  <a:lnTo>
                    <a:pt x="259552" y="559718"/>
                  </a:lnTo>
                  <a:lnTo>
                    <a:pt x="275774" y="557127"/>
                  </a:lnTo>
                  <a:lnTo>
                    <a:pt x="291996" y="554536"/>
                  </a:lnTo>
                  <a:lnTo>
                    <a:pt x="308218" y="551945"/>
                  </a:lnTo>
                  <a:lnTo>
                    <a:pt x="324440" y="549354"/>
                  </a:lnTo>
                  <a:lnTo>
                    <a:pt x="340662" y="546763"/>
                  </a:lnTo>
                  <a:lnTo>
                    <a:pt x="356884" y="544172"/>
                  </a:lnTo>
                  <a:lnTo>
                    <a:pt x="373106" y="541580"/>
                  </a:lnTo>
                  <a:lnTo>
                    <a:pt x="389328" y="538989"/>
                  </a:lnTo>
                  <a:lnTo>
                    <a:pt x="405550" y="536398"/>
                  </a:lnTo>
                  <a:lnTo>
                    <a:pt x="421772" y="533807"/>
                  </a:lnTo>
                  <a:lnTo>
                    <a:pt x="437994" y="531216"/>
                  </a:lnTo>
                  <a:lnTo>
                    <a:pt x="454216" y="528625"/>
                  </a:lnTo>
                  <a:lnTo>
                    <a:pt x="470438" y="526034"/>
                  </a:lnTo>
                  <a:lnTo>
                    <a:pt x="486660" y="523442"/>
                  </a:lnTo>
                  <a:lnTo>
                    <a:pt x="502882" y="520851"/>
                  </a:lnTo>
                  <a:lnTo>
                    <a:pt x="519104" y="518260"/>
                  </a:lnTo>
                  <a:lnTo>
                    <a:pt x="535326" y="515669"/>
                  </a:lnTo>
                  <a:lnTo>
                    <a:pt x="551548" y="513077"/>
                  </a:lnTo>
                  <a:lnTo>
                    <a:pt x="567770" y="510486"/>
                  </a:lnTo>
                  <a:lnTo>
                    <a:pt x="583992" y="507894"/>
                  </a:lnTo>
                  <a:lnTo>
                    <a:pt x="600214" y="505303"/>
                  </a:lnTo>
                  <a:lnTo>
                    <a:pt x="616436" y="502712"/>
                  </a:lnTo>
                  <a:lnTo>
                    <a:pt x="632658" y="500120"/>
                  </a:lnTo>
                  <a:lnTo>
                    <a:pt x="648880" y="497529"/>
                  </a:lnTo>
                  <a:lnTo>
                    <a:pt x="665103" y="494937"/>
                  </a:lnTo>
                  <a:lnTo>
                    <a:pt x="681325" y="492345"/>
                  </a:lnTo>
                  <a:lnTo>
                    <a:pt x="697547" y="489754"/>
                  </a:lnTo>
                  <a:lnTo>
                    <a:pt x="713769" y="487162"/>
                  </a:lnTo>
                  <a:lnTo>
                    <a:pt x="729991" y="484570"/>
                  </a:lnTo>
                  <a:lnTo>
                    <a:pt x="746213" y="481978"/>
                  </a:lnTo>
                  <a:lnTo>
                    <a:pt x="762435" y="479386"/>
                  </a:lnTo>
                  <a:lnTo>
                    <a:pt x="778657" y="476794"/>
                  </a:lnTo>
                  <a:lnTo>
                    <a:pt x="794879" y="474202"/>
                  </a:lnTo>
                  <a:lnTo>
                    <a:pt x="811101" y="471610"/>
                  </a:lnTo>
                  <a:lnTo>
                    <a:pt x="827323" y="469018"/>
                  </a:lnTo>
                  <a:lnTo>
                    <a:pt x="843545" y="466426"/>
                  </a:lnTo>
                  <a:lnTo>
                    <a:pt x="859767" y="463833"/>
                  </a:lnTo>
                  <a:lnTo>
                    <a:pt x="875989" y="461241"/>
                  </a:lnTo>
                  <a:lnTo>
                    <a:pt x="892211" y="458648"/>
                  </a:lnTo>
                  <a:lnTo>
                    <a:pt x="908433" y="456055"/>
                  </a:lnTo>
                  <a:lnTo>
                    <a:pt x="924655" y="453462"/>
                  </a:lnTo>
                  <a:lnTo>
                    <a:pt x="940877" y="450869"/>
                  </a:lnTo>
                  <a:lnTo>
                    <a:pt x="957099" y="448276"/>
                  </a:lnTo>
                  <a:lnTo>
                    <a:pt x="973321" y="445682"/>
                  </a:lnTo>
                  <a:lnTo>
                    <a:pt x="989543" y="443089"/>
                  </a:lnTo>
                  <a:lnTo>
                    <a:pt x="1005765" y="440495"/>
                  </a:lnTo>
                  <a:lnTo>
                    <a:pt x="1021987" y="437901"/>
                  </a:lnTo>
                  <a:lnTo>
                    <a:pt x="1038209" y="435306"/>
                  </a:lnTo>
                  <a:lnTo>
                    <a:pt x="1054431" y="432711"/>
                  </a:lnTo>
                  <a:lnTo>
                    <a:pt x="1070653" y="430116"/>
                  </a:lnTo>
                  <a:lnTo>
                    <a:pt x="1086875" y="427520"/>
                  </a:lnTo>
                  <a:lnTo>
                    <a:pt x="1103097" y="424924"/>
                  </a:lnTo>
                  <a:lnTo>
                    <a:pt x="1119319" y="422327"/>
                  </a:lnTo>
                  <a:lnTo>
                    <a:pt x="1135541" y="419729"/>
                  </a:lnTo>
                  <a:lnTo>
                    <a:pt x="1151763" y="417131"/>
                  </a:lnTo>
                  <a:lnTo>
                    <a:pt x="1167985" y="414531"/>
                  </a:lnTo>
                  <a:lnTo>
                    <a:pt x="1184207" y="411930"/>
                  </a:lnTo>
                  <a:lnTo>
                    <a:pt x="1200429" y="409328"/>
                  </a:lnTo>
                  <a:lnTo>
                    <a:pt x="1216651" y="406724"/>
                  </a:lnTo>
                  <a:lnTo>
                    <a:pt x="1232873" y="404118"/>
                  </a:lnTo>
                  <a:lnTo>
                    <a:pt x="1249095" y="401509"/>
                  </a:lnTo>
                  <a:lnTo>
                    <a:pt x="1265317" y="398896"/>
                  </a:lnTo>
                  <a:lnTo>
                    <a:pt x="1281539" y="396278"/>
                  </a:lnTo>
                  <a:lnTo>
                    <a:pt x="1297761" y="393653"/>
                  </a:lnTo>
                  <a:lnTo>
                    <a:pt x="1313984" y="391019"/>
                  </a:lnTo>
                  <a:lnTo>
                    <a:pt x="1330206" y="388372"/>
                  </a:lnTo>
                  <a:lnTo>
                    <a:pt x="1346428" y="385705"/>
                  </a:lnTo>
                  <a:lnTo>
                    <a:pt x="1362650" y="383008"/>
                  </a:lnTo>
                  <a:lnTo>
                    <a:pt x="1378872" y="380266"/>
                  </a:lnTo>
                  <a:lnTo>
                    <a:pt x="1395094" y="377454"/>
                  </a:lnTo>
                  <a:lnTo>
                    <a:pt x="1411316" y="374548"/>
                  </a:lnTo>
                  <a:lnTo>
                    <a:pt x="1427538" y="371533"/>
                  </a:lnTo>
                  <a:lnTo>
                    <a:pt x="1443760" y="368418"/>
                  </a:lnTo>
                  <a:lnTo>
                    <a:pt x="1459982" y="365227"/>
                  </a:lnTo>
                  <a:lnTo>
                    <a:pt x="1476204" y="361987"/>
                  </a:lnTo>
                  <a:lnTo>
                    <a:pt x="1492426" y="358713"/>
                  </a:lnTo>
                  <a:lnTo>
                    <a:pt x="1508648" y="355417"/>
                  </a:lnTo>
                  <a:lnTo>
                    <a:pt x="1524870" y="352107"/>
                  </a:lnTo>
                  <a:lnTo>
                    <a:pt x="1541092" y="348787"/>
                  </a:lnTo>
                  <a:lnTo>
                    <a:pt x="1557314" y="345459"/>
                  </a:lnTo>
                  <a:lnTo>
                    <a:pt x="1573536" y="342127"/>
                  </a:lnTo>
                  <a:lnTo>
                    <a:pt x="1589758" y="338790"/>
                  </a:lnTo>
                  <a:lnTo>
                    <a:pt x="1605980" y="335450"/>
                  </a:lnTo>
                  <a:lnTo>
                    <a:pt x="1622202" y="332108"/>
                  </a:lnTo>
                  <a:lnTo>
                    <a:pt x="1638424" y="328764"/>
                  </a:lnTo>
                  <a:lnTo>
                    <a:pt x="1654646" y="325418"/>
                  </a:lnTo>
                  <a:lnTo>
                    <a:pt x="1670868" y="322071"/>
                  </a:lnTo>
                  <a:lnTo>
                    <a:pt x="1687090" y="318723"/>
                  </a:lnTo>
                  <a:lnTo>
                    <a:pt x="1703312" y="315374"/>
                  </a:lnTo>
                  <a:lnTo>
                    <a:pt x="1719534" y="312025"/>
                  </a:lnTo>
                  <a:lnTo>
                    <a:pt x="1735756" y="308675"/>
                  </a:lnTo>
                  <a:lnTo>
                    <a:pt x="1751978" y="305324"/>
                  </a:lnTo>
                  <a:lnTo>
                    <a:pt x="1768200" y="301972"/>
                  </a:lnTo>
                  <a:lnTo>
                    <a:pt x="1784422" y="298621"/>
                  </a:lnTo>
                  <a:lnTo>
                    <a:pt x="1800644" y="295269"/>
                  </a:lnTo>
                  <a:lnTo>
                    <a:pt x="1816866" y="291916"/>
                  </a:lnTo>
                  <a:lnTo>
                    <a:pt x="1833088" y="288564"/>
                  </a:lnTo>
                  <a:lnTo>
                    <a:pt x="1849310" y="285211"/>
                  </a:lnTo>
                  <a:lnTo>
                    <a:pt x="1865532" y="281857"/>
                  </a:lnTo>
                  <a:lnTo>
                    <a:pt x="1881754" y="278504"/>
                  </a:lnTo>
                  <a:lnTo>
                    <a:pt x="1897976" y="275150"/>
                  </a:lnTo>
                  <a:lnTo>
                    <a:pt x="1914198" y="271797"/>
                  </a:lnTo>
                  <a:lnTo>
                    <a:pt x="1930420" y="268443"/>
                  </a:lnTo>
                  <a:lnTo>
                    <a:pt x="1946642" y="265089"/>
                  </a:lnTo>
                  <a:lnTo>
                    <a:pt x="1962865" y="261735"/>
                  </a:lnTo>
                  <a:lnTo>
                    <a:pt x="1979087" y="258380"/>
                  </a:lnTo>
                  <a:lnTo>
                    <a:pt x="1995309" y="255026"/>
                  </a:lnTo>
                  <a:lnTo>
                    <a:pt x="2011531" y="251671"/>
                  </a:lnTo>
                  <a:lnTo>
                    <a:pt x="2027753" y="248317"/>
                  </a:lnTo>
                  <a:lnTo>
                    <a:pt x="2043975" y="244962"/>
                  </a:lnTo>
                  <a:lnTo>
                    <a:pt x="2060197" y="241608"/>
                  </a:lnTo>
                  <a:lnTo>
                    <a:pt x="2076419" y="238253"/>
                  </a:lnTo>
                  <a:lnTo>
                    <a:pt x="2092641" y="234898"/>
                  </a:lnTo>
                  <a:lnTo>
                    <a:pt x="2108863" y="231543"/>
                  </a:lnTo>
                  <a:lnTo>
                    <a:pt x="2125085" y="228188"/>
                  </a:lnTo>
                  <a:lnTo>
                    <a:pt x="2141307" y="224833"/>
                  </a:lnTo>
                  <a:lnTo>
                    <a:pt x="2157529" y="221478"/>
                  </a:lnTo>
                  <a:lnTo>
                    <a:pt x="2173751" y="218123"/>
                  </a:lnTo>
                  <a:lnTo>
                    <a:pt x="2189973" y="214768"/>
                  </a:lnTo>
                  <a:lnTo>
                    <a:pt x="2206195" y="211412"/>
                  </a:lnTo>
                  <a:lnTo>
                    <a:pt x="2222417" y="208057"/>
                  </a:lnTo>
                  <a:lnTo>
                    <a:pt x="2238639" y="204702"/>
                  </a:lnTo>
                  <a:lnTo>
                    <a:pt x="2254861" y="201347"/>
                  </a:lnTo>
                  <a:lnTo>
                    <a:pt x="2271083" y="197991"/>
                  </a:lnTo>
                  <a:lnTo>
                    <a:pt x="2287305" y="194636"/>
                  </a:lnTo>
                  <a:lnTo>
                    <a:pt x="2303527" y="191280"/>
                  </a:lnTo>
                  <a:lnTo>
                    <a:pt x="2319749" y="187925"/>
                  </a:lnTo>
                  <a:lnTo>
                    <a:pt x="2335971" y="184570"/>
                  </a:lnTo>
                  <a:lnTo>
                    <a:pt x="2352193" y="181214"/>
                  </a:lnTo>
                  <a:lnTo>
                    <a:pt x="2368415" y="177859"/>
                  </a:lnTo>
                  <a:lnTo>
                    <a:pt x="2384637" y="174503"/>
                  </a:lnTo>
                  <a:lnTo>
                    <a:pt x="2400859" y="171147"/>
                  </a:lnTo>
                  <a:lnTo>
                    <a:pt x="2417081" y="167792"/>
                  </a:lnTo>
                  <a:lnTo>
                    <a:pt x="2433303" y="164436"/>
                  </a:lnTo>
                  <a:lnTo>
                    <a:pt x="2449525" y="161081"/>
                  </a:lnTo>
                  <a:lnTo>
                    <a:pt x="2465747" y="157725"/>
                  </a:lnTo>
                  <a:lnTo>
                    <a:pt x="2481969" y="154369"/>
                  </a:lnTo>
                  <a:lnTo>
                    <a:pt x="2498191" y="151014"/>
                  </a:lnTo>
                  <a:lnTo>
                    <a:pt x="2514413" y="147658"/>
                  </a:lnTo>
                  <a:lnTo>
                    <a:pt x="2530635" y="144302"/>
                  </a:lnTo>
                  <a:lnTo>
                    <a:pt x="2546857" y="140947"/>
                  </a:lnTo>
                  <a:lnTo>
                    <a:pt x="2563079" y="137591"/>
                  </a:lnTo>
                  <a:lnTo>
                    <a:pt x="2579301" y="134235"/>
                  </a:lnTo>
                  <a:lnTo>
                    <a:pt x="2595523" y="130879"/>
                  </a:lnTo>
                  <a:lnTo>
                    <a:pt x="2611745" y="127524"/>
                  </a:lnTo>
                  <a:lnTo>
                    <a:pt x="2627968" y="124168"/>
                  </a:lnTo>
                  <a:lnTo>
                    <a:pt x="2644190" y="120812"/>
                  </a:lnTo>
                  <a:lnTo>
                    <a:pt x="2660412" y="117456"/>
                  </a:lnTo>
                  <a:lnTo>
                    <a:pt x="2676634" y="114101"/>
                  </a:lnTo>
                  <a:lnTo>
                    <a:pt x="2692856" y="110745"/>
                  </a:lnTo>
                  <a:lnTo>
                    <a:pt x="2709078" y="107389"/>
                  </a:lnTo>
                  <a:lnTo>
                    <a:pt x="2725300" y="104033"/>
                  </a:lnTo>
                  <a:lnTo>
                    <a:pt x="2741522" y="100677"/>
                  </a:lnTo>
                  <a:lnTo>
                    <a:pt x="2757744" y="97321"/>
                  </a:lnTo>
                  <a:lnTo>
                    <a:pt x="2773966" y="93966"/>
                  </a:lnTo>
                  <a:lnTo>
                    <a:pt x="2790188" y="90610"/>
                  </a:lnTo>
                  <a:lnTo>
                    <a:pt x="2806410" y="87254"/>
                  </a:lnTo>
                  <a:lnTo>
                    <a:pt x="2822632" y="83898"/>
                  </a:lnTo>
                  <a:lnTo>
                    <a:pt x="2838854" y="80542"/>
                  </a:lnTo>
                  <a:lnTo>
                    <a:pt x="2855076" y="77186"/>
                  </a:lnTo>
                  <a:lnTo>
                    <a:pt x="2871298" y="73830"/>
                  </a:lnTo>
                  <a:lnTo>
                    <a:pt x="2887520" y="70474"/>
                  </a:lnTo>
                  <a:lnTo>
                    <a:pt x="2903742" y="67119"/>
                  </a:lnTo>
                  <a:lnTo>
                    <a:pt x="2919964" y="63763"/>
                  </a:lnTo>
                  <a:lnTo>
                    <a:pt x="2936186" y="60407"/>
                  </a:lnTo>
                  <a:lnTo>
                    <a:pt x="2952408" y="57051"/>
                  </a:lnTo>
                  <a:lnTo>
                    <a:pt x="2968630" y="53695"/>
                  </a:lnTo>
                  <a:lnTo>
                    <a:pt x="2984852" y="50339"/>
                  </a:lnTo>
                  <a:lnTo>
                    <a:pt x="3001074" y="46983"/>
                  </a:lnTo>
                  <a:lnTo>
                    <a:pt x="3017296" y="43627"/>
                  </a:lnTo>
                  <a:lnTo>
                    <a:pt x="3033518" y="40271"/>
                  </a:lnTo>
                  <a:lnTo>
                    <a:pt x="3049740" y="36915"/>
                  </a:lnTo>
                  <a:lnTo>
                    <a:pt x="3065962" y="33559"/>
                  </a:lnTo>
                  <a:lnTo>
                    <a:pt x="3082184" y="30203"/>
                  </a:lnTo>
                  <a:lnTo>
                    <a:pt x="3098406" y="26847"/>
                  </a:lnTo>
                  <a:lnTo>
                    <a:pt x="3114628" y="23491"/>
                  </a:lnTo>
                  <a:lnTo>
                    <a:pt x="3130850" y="20135"/>
                  </a:lnTo>
                  <a:lnTo>
                    <a:pt x="3147072" y="16779"/>
                  </a:lnTo>
                  <a:lnTo>
                    <a:pt x="3163294" y="13423"/>
                  </a:lnTo>
                  <a:lnTo>
                    <a:pt x="3179516" y="10067"/>
                  </a:lnTo>
                  <a:lnTo>
                    <a:pt x="3195738" y="6711"/>
                  </a:lnTo>
                  <a:lnTo>
                    <a:pt x="3211960" y="3355"/>
                  </a:lnTo>
                  <a:lnTo>
                    <a:pt x="3228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062358" y="3006809"/>
              <a:ext cx="3228182" cy="582223"/>
            </a:xfrm>
            <a:custGeom>
              <a:avLst/>
              <a:pathLst>
                <a:path w="3228182" h="582223">
                  <a:moveTo>
                    <a:pt x="3228182" y="0"/>
                  </a:moveTo>
                  <a:lnTo>
                    <a:pt x="3211960" y="2590"/>
                  </a:lnTo>
                  <a:lnTo>
                    <a:pt x="3195738" y="5181"/>
                  </a:lnTo>
                  <a:lnTo>
                    <a:pt x="3179516" y="7772"/>
                  </a:lnTo>
                  <a:lnTo>
                    <a:pt x="3163294" y="10362"/>
                  </a:lnTo>
                  <a:lnTo>
                    <a:pt x="3147072" y="12953"/>
                  </a:lnTo>
                  <a:lnTo>
                    <a:pt x="3130850" y="15544"/>
                  </a:lnTo>
                  <a:lnTo>
                    <a:pt x="3114628" y="18135"/>
                  </a:lnTo>
                  <a:lnTo>
                    <a:pt x="3098406" y="20725"/>
                  </a:lnTo>
                  <a:lnTo>
                    <a:pt x="3082184" y="23316"/>
                  </a:lnTo>
                  <a:lnTo>
                    <a:pt x="3065962" y="25907"/>
                  </a:lnTo>
                  <a:lnTo>
                    <a:pt x="3049740" y="28498"/>
                  </a:lnTo>
                  <a:lnTo>
                    <a:pt x="3033518" y="31088"/>
                  </a:lnTo>
                  <a:lnTo>
                    <a:pt x="3017296" y="33679"/>
                  </a:lnTo>
                  <a:lnTo>
                    <a:pt x="3001074" y="36270"/>
                  </a:lnTo>
                  <a:lnTo>
                    <a:pt x="2984852" y="38861"/>
                  </a:lnTo>
                  <a:lnTo>
                    <a:pt x="2968630" y="41452"/>
                  </a:lnTo>
                  <a:lnTo>
                    <a:pt x="2952408" y="44042"/>
                  </a:lnTo>
                  <a:lnTo>
                    <a:pt x="2936186" y="46633"/>
                  </a:lnTo>
                  <a:lnTo>
                    <a:pt x="2919964" y="49224"/>
                  </a:lnTo>
                  <a:lnTo>
                    <a:pt x="2903742" y="51815"/>
                  </a:lnTo>
                  <a:lnTo>
                    <a:pt x="2887520" y="54406"/>
                  </a:lnTo>
                  <a:lnTo>
                    <a:pt x="2871298" y="56996"/>
                  </a:lnTo>
                  <a:lnTo>
                    <a:pt x="2855076" y="59587"/>
                  </a:lnTo>
                  <a:lnTo>
                    <a:pt x="2838854" y="62178"/>
                  </a:lnTo>
                  <a:lnTo>
                    <a:pt x="2822632" y="64769"/>
                  </a:lnTo>
                  <a:lnTo>
                    <a:pt x="2806410" y="67360"/>
                  </a:lnTo>
                  <a:lnTo>
                    <a:pt x="2790188" y="69951"/>
                  </a:lnTo>
                  <a:lnTo>
                    <a:pt x="2773966" y="72541"/>
                  </a:lnTo>
                  <a:lnTo>
                    <a:pt x="2757744" y="75132"/>
                  </a:lnTo>
                  <a:lnTo>
                    <a:pt x="2741522" y="77723"/>
                  </a:lnTo>
                  <a:lnTo>
                    <a:pt x="2725300" y="80314"/>
                  </a:lnTo>
                  <a:lnTo>
                    <a:pt x="2709078" y="82905"/>
                  </a:lnTo>
                  <a:lnTo>
                    <a:pt x="2692856" y="85496"/>
                  </a:lnTo>
                  <a:lnTo>
                    <a:pt x="2676634" y="88087"/>
                  </a:lnTo>
                  <a:lnTo>
                    <a:pt x="2660412" y="90678"/>
                  </a:lnTo>
                  <a:lnTo>
                    <a:pt x="2644190" y="93269"/>
                  </a:lnTo>
                  <a:lnTo>
                    <a:pt x="2627968" y="95860"/>
                  </a:lnTo>
                  <a:lnTo>
                    <a:pt x="2611745" y="98450"/>
                  </a:lnTo>
                  <a:lnTo>
                    <a:pt x="2595523" y="101041"/>
                  </a:lnTo>
                  <a:lnTo>
                    <a:pt x="2579301" y="103632"/>
                  </a:lnTo>
                  <a:lnTo>
                    <a:pt x="2563079" y="106223"/>
                  </a:lnTo>
                  <a:lnTo>
                    <a:pt x="2546857" y="108814"/>
                  </a:lnTo>
                  <a:lnTo>
                    <a:pt x="2530635" y="111405"/>
                  </a:lnTo>
                  <a:lnTo>
                    <a:pt x="2514413" y="113996"/>
                  </a:lnTo>
                  <a:lnTo>
                    <a:pt x="2498191" y="116587"/>
                  </a:lnTo>
                  <a:lnTo>
                    <a:pt x="2481969" y="119179"/>
                  </a:lnTo>
                  <a:lnTo>
                    <a:pt x="2465747" y="121770"/>
                  </a:lnTo>
                  <a:lnTo>
                    <a:pt x="2449525" y="124361"/>
                  </a:lnTo>
                  <a:lnTo>
                    <a:pt x="2433303" y="126952"/>
                  </a:lnTo>
                  <a:lnTo>
                    <a:pt x="2417081" y="129543"/>
                  </a:lnTo>
                  <a:lnTo>
                    <a:pt x="2400859" y="132134"/>
                  </a:lnTo>
                  <a:lnTo>
                    <a:pt x="2384637" y="134725"/>
                  </a:lnTo>
                  <a:lnTo>
                    <a:pt x="2368415" y="137316"/>
                  </a:lnTo>
                  <a:lnTo>
                    <a:pt x="2352193" y="139908"/>
                  </a:lnTo>
                  <a:lnTo>
                    <a:pt x="2335971" y="142499"/>
                  </a:lnTo>
                  <a:lnTo>
                    <a:pt x="2319749" y="145090"/>
                  </a:lnTo>
                  <a:lnTo>
                    <a:pt x="2303527" y="147681"/>
                  </a:lnTo>
                  <a:lnTo>
                    <a:pt x="2287305" y="150273"/>
                  </a:lnTo>
                  <a:lnTo>
                    <a:pt x="2271083" y="152864"/>
                  </a:lnTo>
                  <a:lnTo>
                    <a:pt x="2254861" y="155455"/>
                  </a:lnTo>
                  <a:lnTo>
                    <a:pt x="2238639" y="158047"/>
                  </a:lnTo>
                  <a:lnTo>
                    <a:pt x="2222417" y="160638"/>
                  </a:lnTo>
                  <a:lnTo>
                    <a:pt x="2206195" y="163230"/>
                  </a:lnTo>
                  <a:lnTo>
                    <a:pt x="2189973" y="165821"/>
                  </a:lnTo>
                  <a:lnTo>
                    <a:pt x="2173751" y="168413"/>
                  </a:lnTo>
                  <a:lnTo>
                    <a:pt x="2157529" y="171004"/>
                  </a:lnTo>
                  <a:lnTo>
                    <a:pt x="2141307" y="173596"/>
                  </a:lnTo>
                  <a:lnTo>
                    <a:pt x="2125085" y="176188"/>
                  </a:lnTo>
                  <a:lnTo>
                    <a:pt x="2108863" y="178779"/>
                  </a:lnTo>
                  <a:lnTo>
                    <a:pt x="2092641" y="181371"/>
                  </a:lnTo>
                  <a:lnTo>
                    <a:pt x="2076419" y="183963"/>
                  </a:lnTo>
                  <a:lnTo>
                    <a:pt x="2060197" y="186555"/>
                  </a:lnTo>
                  <a:lnTo>
                    <a:pt x="2043975" y="189147"/>
                  </a:lnTo>
                  <a:lnTo>
                    <a:pt x="2027753" y="191739"/>
                  </a:lnTo>
                  <a:lnTo>
                    <a:pt x="2011531" y="194331"/>
                  </a:lnTo>
                  <a:lnTo>
                    <a:pt x="1995309" y="196923"/>
                  </a:lnTo>
                  <a:lnTo>
                    <a:pt x="1979087" y="199516"/>
                  </a:lnTo>
                  <a:lnTo>
                    <a:pt x="1962865" y="202108"/>
                  </a:lnTo>
                  <a:lnTo>
                    <a:pt x="1946642" y="204701"/>
                  </a:lnTo>
                  <a:lnTo>
                    <a:pt x="1930420" y="207293"/>
                  </a:lnTo>
                  <a:lnTo>
                    <a:pt x="1914198" y="209886"/>
                  </a:lnTo>
                  <a:lnTo>
                    <a:pt x="1897976" y="212479"/>
                  </a:lnTo>
                  <a:lnTo>
                    <a:pt x="1881754" y="215072"/>
                  </a:lnTo>
                  <a:lnTo>
                    <a:pt x="1865532" y="217666"/>
                  </a:lnTo>
                  <a:lnTo>
                    <a:pt x="1849310" y="220259"/>
                  </a:lnTo>
                  <a:lnTo>
                    <a:pt x="1833088" y="222853"/>
                  </a:lnTo>
                  <a:lnTo>
                    <a:pt x="1816866" y="225447"/>
                  </a:lnTo>
                  <a:lnTo>
                    <a:pt x="1800644" y="228041"/>
                  </a:lnTo>
                  <a:lnTo>
                    <a:pt x="1784422" y="230636"/>
                  </a:lnTo>
                  <a:lnTo>
                    <a:pt x="1768200" y="233231"/>
                  </a:lnTo>
                  <a:lnTo>
                    <a:pt x="1751978" y="235826"/>
                  </a:lnTo>
                  <a:lnTo>
                    <a:pt x="1735756" y="238422"/>
                  </a:lnTo>
                  <a:lnTo>
                    <a:pt x="1719534" y="241019"/>
                  </a:lnTo>
                  <a:lnTo>
                    <a:pt x="1703312" y="243616"/>
                  </a:lnTo>
                  <a:lnTo>
                    <a:pt x="1687090" y="246214"/>
                  </a:lnTo>
                  <a:lnTo>
                    <a:pt x="1670868" y="248812"/>
                  </a:lnTo>
                  <a:lnTo>
                    <a:pt x="1654646" y="251412"/>
                  </a:lnTo>
                  <a:lnTo>
                    <a:pt x="1638424" y="254013"/>
                  </a:lnTo>
                  <a:lnTo>
                    <a:pt x="1622202" y="256616"/>
                  </a:lnTo>
                  <a:lnTo>
                    <a:pt x="1605980" y="259220"/>
                  </a:lnTo>
                  <a:lnTo>
                    <a:pt x="1589758" y="261827"/>
                  </a:lnTo>
                  <a:lnTo>
                    <a:pt x="1573536" y="264437"/>
                  </a:lnTo>
                  <a:lnTo>
                    <a:pt x="1557314" y="267051"/>
                  </a:lnTo>
                  <a:lnTo>
                    <a:pt x="1541092" y="269671"/>
                  </a:lnTo>
                  <a:lnTo>
                    <a:pt x="1524870" y="272297"/>
                  </a:lnTo>
                  <a:lnTo>
                    <a:pt x="1508648" y="274934"/>
                  </a:lnTo>
                  <a:lnTo>
                    <a:pt x="1492426" y="277585"/>
                  </a:lnTo>
                  <a:lnTo>
                    <a:pt x="1476204" y="280258"/>
                  </a:lnTo>
                  <a:lnTo>
                    <a:pt x="1459982" y="282964"/>
                  </a:lnTo>
                  <a:lnTo>
                    <a:pt x="1443760" y="285720"/>
                  </a:lnTo>
                  <a:lnTo>
                    <a:pt x="1427538" y="288552"/>
                  </a:lnTo>
                  <a:lnTo>
                    <a:pt x="1411316" y="291483"/>
                  </a:lnTo>
                  <a:lnTo>
                    <a:pt x="1395094" y="294524"/>
                  </a:lnTo>
                  <a:lnTo>
                    <a:pt x="1378872" y="297659"/>
                  </a:lnTo>
                  <a:lnTo>
                    <a:pt x="1362650" y="300863"/>
                  </a:lnTo>
                  <a:lnTo>
                    <a:pt x="1346428" y="304113"/>
                  </a:lnTo>
                  <a:lnTo>
                    <a:pt x="1330206" y="307393"/>
                  </a:lnTo>
                  <a:lnTo>
                    <a:pt x="1313984" y="310692"/>
                  </a:lnTo>
                  <a:lnTo>
                    <a:pt x="1297761" y="314005"/>
                  </a:lnTo>
                  <a:lnTo>
                    <a:pt x="1281539" y="317327"/>
                  </a:lnTo>
                  <a:lnTo>
                    <a:pt x="1265317" y="320656"/>
                  </a:lnTo>
                  <a:lnTo>
                    <a:pt x="1249095" y="323990"/>
                  </a:lnTo>
                  <a:lnTo>
                    <a:pt x="1232873" y="327327"/>
                  </a:lnTo>
                  <a:lnTo>
                    <a:pt x="1216651" y="330668"/>
                  </a:lnTo>
                  <a:lnTo>
                    <a:pt x="1200429" y="334010"/>
                  </a:lnTo>
                  <a:lnTo>
                    <a:pt x="1184207" y="337355"/>
                  </a:lnTo>
                  <a:lnTo>
                    <a:pt x="1167985" y="340701"/>
                  </a:lnTo>
                  <a:lnTo>
                    <a:pt x="1151763" y="344048"/>
                  </a:lnTo>
                  <a:lnTo>
                    <a:pt x="1135541" y="347396"/>
                  </a:lnTo>
                  <a:lnTo>
                    <a:pt x="1119319" y="350745"/>
                  </a:lnTo>
                  <a:lnTo>
                    <a:pt x="1103097" y="354095"/>
                  </a:lnTo>
                  <a:lnTo>
                    <a:pt x="1086875" y="357445"/>
                  </a:lnTo>
                  <a:lnTo>
                    <a:pt x="1070653" y="360796"/>
                  </a:lnTo>
                  <a:lnTo>
                    <a:pt x="1054431" y="364148"/>
                  </a:lnTo>
                  <a:lnTo>
                    <a:pt x="1038209" y="367500"/>
                  </a:lnTo>
                  <a:lnTo>
                    <a:pt x="1021987" y="370852"/>
                  </a:lnTo>
                  <a:lnTo>
                    <a:pt x="1005765" y="374204"/>
                  </a:lnTo>
                  <a:lnTo>
                    <a:pt x="989543" y="377557"/>
                  </a:lnTo>
                  <a:lnTo>
                    <a:pt x="973321" y="380910"/>
                  </a:lnTo>
                  <a:lnTo>
                    <a:pt x="957099" y="384263"/>
                  </a:lnTo>
                  <a:lnTo>
                    <a:pt x="940877" y="387617"/>
                  </a:lnTo>
                  <a:lnTo>
                    <a:pt x="924655" y="390970"/>
                  </a:lnTo>
                  <a:lnTo>
                    <a:pt x="908433" y="394324"/>
                  </a:lnTo>
                  <a:lnTo>
                    <a:pt x="892211" y="397678"/>
                  </a:lnTo>
                  <a:lnTo>
                    <a:pt x="875989" y="401032"/>
                  </a:lnTo>
                  <a:lnTo>
                    <a:pt x="859767" y="404386"/>
                  </a:lnTo>
                  <a:lnTo>
                    <a:pt x="843545" y="407741"/>
                  </a:lnTo>
                  <a:lnTo>
                    <a:pt x="827323" y="411095"/>
                  </a:lnTo>
                  <a:lnTo>
                    <a:pt x="811101" y="414449"/>
                  </a:lnTo>
                  <a:lnTo>
                    <a:pt x="794879" y="417804"/>
                  </a:lnTo>
                  <a:lnTo>
                    <a:pt x="778657" y="421159"/>
                  </a:lnTo>
                  <a:lnTo>
                    <a:pt x="762435" y="424513"/>
                  </a:lnTo>
                  <a:lnTo>
                    <a:pt x="746213" y="427868"/>
                  </a:lnTo>
                  <a:lnTo>
                    <a:pt x="729991" y="431223"/>
                  </a:lnTo>
                  <a:lnTo>
                    <a:pt x="713769" y="434578"/>
                  </a:lnTo>
                  <a:lnTo>
                    <a:pt x="697547" y="437933"/>
                  </a:lnTo>
                  <a:lnTo>
                    <a:pt x="681325" y="441288"/>
                  </a:lnTo>
                  <a:lnTo>
                    <a:pt x="665103" y="444643"/>
                  </a:lnTo>
                  <a:lnTo>
                    <a:pt x="648880" y="447998"/>
                  </a:lnTo>
                  <a:lnTo>
                    <a:pt x="632658" y="451353"/>
                  </a:lnTo>
                  <a:lnTo>
                    <a:pt x="616436" y="454709"/>
                  </a:lnTo>
                  <a:lnTo>
                    <a:pt x="600214" y="458064"/>
                  </a:lnTo>
                  <a:lnTo>
                    <a:pt x="583992" y="461419"/>
                  </a:lnTo>
                  <a:lnTo>
                    <a:pt x="567770" y="464775"/>
                  </a:lnTo>
                  <a:lnTo>
                    <a:pt x="551548" y="468130"/>
                  </a:lnTo>
                  <a:lnTo>
                    <a:pt x="535326" y="471485"/>
                  </a:lnTo>
                  <a:lnTo>
                    <a:pt x="519104" y="474841"/>
                  </a:lnTo>
                  <a:lnTo>
                    <a:pt x="502882" y="478196"/>
                  </a:lnTo>
                  <a:lnTo>
                    <a:pt x="486660" y="481552"/>
                  </a:lnTo>
                  <a:lnTo>
                    <a:pt x="470438" y="484907"/>
                  </a:lnTo>
                  <a:lnTo>
                    <a:pt x="454216" y="488263"/>
                  </a:lnTo>
                  <a:lnTo>
                    <a:pt x="437994" y="491618"/>
                  </a:lnTo>
                  <a:lnTo>
                    <a:pt x="421772" y="494974"/>
                  </a:lnTo>
                  <a:lnTo>
                    <a:pt x="405550" y="498329"/>
                  </a:lnTo>
                  <a:lnTo>
                    <a:pt x="389328" y="501685"/>
                  </a:lnTo>
                  <a:lnTo>
                    <a:pt x="373106" y="505041"/>
                  </a:lnTo>
                  <a:lnTo>
                    <a:pt x="356884" y="508396"/>
                  </a:lnTo>
                  <a:lnTo>
                    <a:pt x="340662" y="511752"/>
                  </a:lnTo>
                  <a:lnTo>
                    <a:pt x="324440" y="515107"/>
                  </a:lnTo>
                  <a:lnTo>
                    <a:pt x="308218" y="518463"/>
                  </a:lnTo>
                  <a:lnTo>
                    <a:pt x="291996" y="521819"/>
                  </a:lnTo>
                  <a:lnTo>
                    <a:pt x="275774" y="525175"/>
                  </a:lnTo>
                  <a:lnTo>
                    <a:pt x="259552" y="528530"/>
                  </a:lnTo>
                  <a:lnTo>
                    <a:pt x="243330" y="531886"/>
                  </a:lnTo>
                  <a:lnTo>
                    <a:pt x="227108" y="535242"/>
                  </a:lnTo>
                  <a:lnTo>
                    <a:pt x="210886" y="538598"/>
                  </a:lnTo>
                  <a:lnTo>
                    <a:pt x="194664" y="541953"/>
                  </a:lnTo>
                  <a:lnTo>
                    <a:pt x="178442" y="545309"/>
                  </a:lnTo>
                  <a:lnTo>
                    <a:pt x="162220" y="548665"/>
                  </a:lnTo>
                  <a:lnTo>
                    <a:pt x="145998" y="552021"/>
                  </a:lnTo>
                  <a:lnTo>
                    <a:pt x="129776" y="555376"/>
                  </a:lnTo>
                  <a:lnTo>
                    <a:pt x="113554" y="558732"/>
                  </a:lnTo>
                  <a:lnTo>
                    <a:pt x="97332" y="562088"/>
                  </a:lnTo>
                  <a:lnTo>
                    <a:pt x="81110" y="565444"/>
                  </a:lnTo>
                  <a:lnTo>
                    <a:pt x="64888" y="568800"/>
                  </a:lnTo>
                  <a:lnTo>
                    <a:pt x="48666" y="572156"/>
                  </a:lnTo>
                  <a:lnTo>
                    <a:pt x="32444" y="575512"/>
                  </a:lnTo>
                  <a:lnTo>
                    <a:pt x="16222" y="578867"/>
                  </a:lnTo>
                  <a:lnTo>
                    <a:pt x="0" y="5822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7171520" y="3080878"/>
              <a:ext cx="2739562" cy="248587"/>
            </a:xfrm>
            <a:custGeom>
              <a:avLst/>
              <a:pathLst>
                <a:path w="2739562" h="248587">
                  <a:moveTo>
                    <a:pt x="0" y="238569"/>
                  </a:moveTo>
                  <a:lnTo>
                    <a:pt x="13766" y="237773"/>
                  </a:lnTo>
                  <a:lnTo>
                    <a:pt x="27533" y="236978"/>
                  </a:lnTo>
                  <a:lnTo>
                    <a:pt x="41299" y="236182"/>
                  </a:lnTo>
                  <a:lnTo>
                    <a:pt x="55066" y="235385"/>
                  </a:lnTo>
                  <a:lnTo>
                    <a:pt x="68833" y="234588"/>
                  </a:lnTo>
                  <a:lnTo>
                    <a:pt x="82599" y="233790"/>
                  </a:lnTo>
                  <a:lnTo>
                    <a:pt x="96366" y="232992"/>
                  </a:lnTo>
                  <a:lnTo>
                    <a:pt x="110133" y="232193"/>
                  </a:lnTo>
                  <a:lnTo>
                    <a:pt x="123899" y="231393"/>
                  </a:lnTo>
                  <a:lnTo>
                    <a:pt x="137666" y="230591"/>
                  </a:lnTo>
                  <a:lnTo>
                    <a:pt x="151433" y="229788"/>
                  </a:lnTo>
                  <a:lnTo>
                    <a:pt x="165199" y="228983"/>
                  </a:lnTo>
                  <a:lnTo>
                    <a:pt x="178966" y="228175"/>
                  </a:lnTo>
                  <a:lnTo>
                    <a:pt x="192733" y="227364"/>
                  </a:lnTo>
                  <a:lnTo>
                    <a:pt x="206499" y="226548"/>
                  </a:lnTo>
                  <a:lnTo>
                    <a:pt x="220266" y="225725"/>
                  </a:lnTo>
                  <a:lnTo>
                    <a:pt x="234032" y="224892"/>
                  </a:lnTo>
                  <a:lnTo>
                    <a:pt x="247799" y="224045"/>
                  </a:lnTo>
                  <a:lnTo>
                    <a:pt x="261566" y="223175"/>
                  </a:lnTo>
                  <a:lnTo>
                    <a:pt x="275332" y="222272"/>
                  </a:lnTo>
                  <a:lnTo>
                    <a:pt x="289099" y="221322"/>
                  </a:lnTo>
                  <a:lnTo>
                    <a:pt x="302866" y="220311"/>
                  </a:lnTo>
                  <a:lnTo>
                    <a:pt x="316632" y="219238"/>
                  </a:lnTo>
                  <a:lnTo>
                    <a:pt x="330399" y="218113"/>
                  </a:lnTo>
                  <a:lnTo>
                    <a:pt x="344166" y="216950"/>
                  </a:lnTo>
                  <a:lnTo>
                    <a:pt x="357932" y="215762"/>
                  </a:lnTo>
                  <a:lnTo>
                    <a:pt x="371699" y="214558"/>
                  </a:lnTo>
                  <a:lnTo>
                    <a:pt x="385466" y="213342"/>
                  </a:lnTo>
                  <a:lnTo>
                    <a:pt x="399232" y="212119"/>
                  </a:lnTo>
                  <a:lnTo>
                    <a:pt x="412999" y="210891"/>
                  </a:lnTo>
                  <a:lnTo>
                    <a:pt x="426766" y="209659"/>
                  </a:lnTo>
                  <a:lnTo>
                    <a:pt x="440532" y="208423"/>
                  </a:lnTo>
                  <a:lnTo>
                    <a:pt x="454299" y="207186"/>
                  </a:lnTo>
                  <a:lnTo>
                    <a:pt x="468065" y="205947"/>
                  </a:lnTo>
                  <a:lnTo>
                    <a:pt x="481832" y="204706"/>
                  </a:lnTo>
                  <a:lnTo>
                    <a:pt x="495599" y="203465"/>
                  </a:lnTo>
                  <a:lnTo>
                    <a:pt x="509365" y="202222"/>
                  </a:lnTo>
                  <a:lnTo>
                    <a:pt x="523132" y="200979"/>
                  </a:lnTo>
                  <a:lnTo>
                    <a:pt x="536899" y="199735"/>
                  </a:lnTo>
                  <a:lnTo>
                    <a:pt x="550665" y="198490"/>
                  </a:lnTo>
                  <a:lnTo>
                    <a:pt x="564432" y="197246"/>
                  </a:lnTo>
                  <a:lnTo>
                    <a:pt x="578199" y="196000"/>
                  </a:lnTo>
                  <a:lnTo>
                    <a:pt x="591965" y="194755"/>
                  </a:lnTo>
                  <a:lnTo>
                    <a:pt x="605732" y="193509"/>
                  </a:lnTo>
                  <a:lnTo>
                    <a:pt x="619499" y="192263"/>
                  </a:lnTo>
                  <a:lnTo>
                    <a:pt x="633265" y="191017"/>
                  </a:lnTo>
                  <a:lnTo>
                    <a:pt x="647032" y="189770"/>
                  </a:lnTo>
                  <a:lnTo>
                    <a:pt x="660799" y="188523"/>
                  </a:lnTo>
                  <a:lnTo>
                    <a:pt x="674565" y="187277"/>
                  </a:lnTo>
                  <a:lnTo>
                    <a:pt x="688332" y="186030"/>
                  </a:lnTo>
                  <a:lnTo>
                    <a:pt x="702098" y="184782"/>
                  </a:lnTo>
                  <a:lnTo>
                    <a:pt x="715865" y="183535"/>
                  </a:lnTo>
                  <a:lnTo>
                    <a:pt x="729632" y="182288"/>
                  </a:lnTo>
                  <a:lnTo>
                    <a:pt x="743398" y="181041"/>
                  </a:lnTo>
                  <a:lnTo>
                    <a:pt x="757165" y="179793"/>
                  </a:lnTo>
                  <a:lnTo>
                    <a:pt x="770932" y="178545"/>
                  </a:lnTo>
                  <a:lnTo>
                    <a:pt x="784698" y="177298"/>
                  </a:lnTo>
                  <a:lnTo>
                    <a:pt x="798465" y="176050"/>
                  </a:lnTo>
                  <a:lnTo>
                    <a:pt x="812232" y="174802"/>
                  </a:lnTo>
                  <a:lnTo>
                    <a:pt x="825998" y="173555"/>
                  </a:lnTo>
                  <a:lnTo>
                    <a:pt x="839765" y="172307"/>
                  </a:lnTo>
                  <a:lnTo>
                    <a:pt x="853532" y="171059"/>
                  </a:lnTo>
                  <a:lnTo>
                    <a:pt x="867298" y="169811"/>
                  </a:lnTo>
                  <a:lnTo>
                    <a:pt x="881065" y="168563"/>
                  </a:lnTo>
                  <a:lnTo>
                    <a:pt x="894832" y="167315"/>
                  </a:lnTo>
                  <a:lnTo>
                    <a:pt x="908598" y="166067"/>
                  </a:lnTo>
                  <a:lnTo>
                    <a:pt x="922365" y="164819"/>
                  </a:lnTo>
                  <a:lnTo>
                    <a:pt x="936131" y="163571"/>
                  </a:lnTo>
                  <a:lnTo>
                    <a:pt x="949898" y="162322"/>
                  </a:lnTo>
                  <a:lnTo>
                    <a:pt x="963665" y="161074"/>
                  </a:lnTo>
                  <a:lnTo>
                    <a:pt x="977431" y="159826"/>
                  </a:lnTo>
                  <a:lnTo>
                    <a:pt x="991198" y="158578"/>
                  </a:lnTo>
                  <a:lnTo>
                    <a:pt x="1004965" y="157330"/>
                  </a:lnTo>
                  <a:lnTo>
                    <a:pt x="1018731" y="156081"/>
                  </a:lnTo>
                  <a:lnTo>
                    <a:pt x="1032498" y="154833"/>
                  </a:lnTo>
                  <a:lnTo>
                    <a:pt x="1046265" y="153585"/>
                  </a:lnTo>
                  <a:lnTo>
                    <a:pt x="1060031" y="152336"/>
                  </a:lnTo>
                  <a:lnTo>
                    <a:pt x="1073798" y="151088"/>
                  </a:lnTo>
                  <a:lnTo>
                    <a:pt x="1087565" y="149840"/>
                  </a:lnTo>
                  <a:lnTo>
                    <a:pt x="1101331" y="148591"/>
                  </a:lnTo>
                  <a:lnTo>
                    <a:pt x="1115098" y="147343"/>
                  </a:lnTo>
                  <a:lnTo>
                    <a:pt x="1128864" y="146094"/>
                  </a:lnTo>
                  <a:lnTo>
                    <a:pt x="1142631" y="144846"/>
                  </a:lnTo>
                  <a:lnTo>
                    <a:pt x="1156398" y="143598"/>
                  </a:lnTo>
                  <a:lnTo>
                    <a:pt x="1170164" y="142349"/>
                  </a:lnTo>
                  <a:lnTo>
                    <a:pt x="1183931" y="141101"/>
                  </a:lnTo>
                  <a:lnTo>
                    <a:pt x="1197698" y="139852"/>
                  </a:lnTo>
                  <a:lnTo>
                    <a:pt x="1211464" y="138604"/>
                  </a:lnTo>
                  <a:lnTo>
                    <a:pt x="1225231" y="137355"/>
                  </a:lnTo>
                  <a:lnTo>
                    <a:pt x="1238998" y="136107"/>
                  </a:lnTo>
                  <a:lnTo>
                    <a:pt x="1252764" y="134858"/>
                  </a:lnTo>
                  <a:lnTo>
                    <a:pt x="1266531" y="133610"/>
                  </a:lnTo>
                  <a:lnTo>
                    <a:pt x="1280298" y="132361"/>
                  </a:lnTo>
                  <a:lnTo>
                    <a:pt x="1294064" y="131113"/>
                  </a:lnTo>
                  <a:lnTo>
                    <a:pt x="1307831" y="129864"/>
                  </a:lnTo>
                  <a:lnTo>
                    <a:pt x="1321598" y="128616"/>
                  </a:lnTo>
                  <a:lnTo>
                    <a:pt x="1335364" y="127367"/>
                  </a:lnTo>
                  <a:lnTo>
                    <a:pt x="1349131" y="126118"/>
                  </a:lnTo>
                  <a:lnTo>
                    <a:pt x="1362897" y="124870"/>
                  </a:lnTo>
                  <a:lnTo>
                    <a:pt x="1376664" y="123621"/>
                  </a:lnTo>
                  <a:lnTo>
                    <a:pt x="1390431" y="122373"/>
                  </a:lnTo>
                  <a:lnTo>
                    <a:pt x="1404197" y="121124"/>
                  </a:lnTo>
                  <a:lnTo>
                    <a:pt x="1417964" y="119876"/>
                  </a:lnTo>
                  <a:lnTo>
                    <a:pt x="1431731" y="118627"/>
                  </a:lnTo>
                  <a:lnTo>
                    <a:pt x="1445497" y="117378"/>
                  </a:lnTo>
                  <a:lnTo>
                    <a:pt x="1459264" y="116130"/>
                  </a:lnTo>
                  <a:lnTo>
                    <a:pt x="1473031" y="114881"/>
                  </a:lnTo>
                  <a:lnTo>
                    <a:pt x="1486797" y="113633"/>
                  </a:lnTo>
                  <a:lnTo>
                    <a:pt x="1500564" y="112384"/>
                  </a:lnTo>
                  <a:lnTo>
                    <a:pt x="1514331" y="111135"/>
                  </a:lnTo>
                  <a:lnTo>
                    <a:pt x="1528097" y="109887"/>
                  </a:lnTo>
                  <a:lnTo>
                    <a:pt x="1541864" y="108638"/>
                  </a:lnTo>
                  <a:lnTo>
                    <a:pt x="1555631" y="107389"/>
                  </a:lnTo>
                  <a:lnTo>
                    <a:pt x="1569397" y="106141"/>
                  </a:lnTo>
                  <a:lnTo>
                    <a:pt x="1583164" y="104892"/>
                  </a:lnTo>
                  <a:lnTo>
                    <a:pt x="1596930" y="103643"/>
                  </a:lnTo>
                  <a:lnTo>
                    <a:pt x="1610697" y="102395"/>
                  </a:lnTo>
                  <a:lnTo>
                    <a:pt x="1624464" y="101146"/>
                  </a:lnTo>
                  <a:lnTo>
                    <a:pt x="1638230" y="99898"/>
                  </a:lnTo>
                  <a:lnTo>
                    <a:pt x="1651997" y="98649"/>
                  </a:lnTo>
                  <a:lnTo>
                    <a:pt x="1665764" y="97400"/>
                  </a:lnTo>
                  <a:lnTo>
                    <a:pt x="1679530" y="96152"/>
                  </a:lnTo>
                  <a:lnTo>
                    <a:pt x="1693297" y="94903"/>
                  </a:lnTo>
                  <a:lnTo>
                    <a:pt x="1707064" y="93654"/>
                  </a:lnTo>
                  <a:lnTo>
                    <a:pt x="1720830" y="92406"/>
                  </a:lnTo>
                  <a:lnTo>
                    <a:pt x="1734597" y="91157"/>
                  </a:lnTo>
                  <a:lnTo>
                    <a:pt x="1748364" y="89908"/>
                  </a:lnTo>
                  <a:lnTo>
                    <a:pt x="1762130" y="88660"/>
                  </a:lnTo>
                  <a:lnTo>
                    <a:pt x="1775897" y="87411"/>
                  </a:lnTo>
                  <a:lnTo>
                    <a:pt x="1789664" y="86162"/>
                  </a:lnTo>
                  <a:lnTo>
                    <a:pt x="1803430" y="84913"/>
                  </a:lnTo>
                  <a:lnTo>
                    <a:pt x="1817197" y="83665"/>
                  </a:lnTo>
                  <a:lnTo>
                    <a:pt x="1830963" y="82416"/>
                  </a:lnTo>
                  <a:lnTo>
                    <a:pt x="1844730" y="81167"/>
                  </a:lnTo>
                  <a:lnTo>
                    <a:pt x="1858497" y="79919"/>
                  </a:lnTo>
                  <a:lnTo>
                    <a:pt x="1872263" y="78670"/>
                  </a:lnTo>
                  <a:lnTo>
                    <a:pt x="1886030" y="77421"/>
                  </a:lnTo>
                  <a:lnTo>
                    <a:pt x="1899797" y="76173"/>
                  </a:lnTo>
                  <a:lnTo>
                    <a:pt x="1913563" y="74924"/>
                  </a:lnTo>
                  <a:lnTo>
                    <a:pt x="1927330" y="73675"/>
                  </a:lnTo>
                  <a:lnTo>
                    <a:pt x="1941097" y="72426"/>
                  </a:lnTo>
                  <a:lnTo>
                    <a:pt x="1954863" y="71178"/>
                  </a:lnTo>
                  <a:lnTo>
                    <a:pt x="1968630" y="69929"/>
                  </a:lnTo>
                  <a:lnTo>
                    <a:pt x="1982397" y="68680"/>
                  </a:lnTo>
                  <a:lnTo>
                    <a:pt x="1996163" y="67432"/>
                  </a:lnTo>
                  <a:lnTo>
                    <a:pt x="2009930" y="66183"/>
                  </a:lnTo>
                  <a:lnTo>
                    <a:pt x="2023696" y="64934"/>
                  </a:lnTo>
                  <a:lnTo>
                    <a:pt x="2037463" y="63685"/>
                  </a:lnTo>
                  <a:lnTo>
                    <a:pt x="2051230" y="62437"/>
                  </a:lnTo>
                  <a:lnTo>
                    <a:pt x="2064996" y="61188"/>
                  </a:lnTo>
                  <a:lnTo>
                    <a:pt x="2078763" y="59939"/>
                  </a:lnTo>
                  <a:lnTo>
                    <a:pt x="2092530" y="58691"/>
                  </a:lnTo>
                  <a:lnTo>
                    <a:pt x="2106296" y="57442"/>
                  </a:lnTo>
                  <a:lnTo>
                    <a:pt x="2120063" y="56193"/>
                  </a:lnTo>
                  <a:lnTo>
                    <a:pt x="2133830" y="54944"/>
                  </a:lnTo>
                  <a:lnTo>
                    <a:pt x="2147596" y="53696"/>
                  </a:lnTo>
                  <a:lnTo>
                    <a:pt x="2161363" y="52447"/>
                  </a:lnTo>
                  <a:lnTo>
                    <a:pt x="2175130" y="51198"/>
                  </a:lnTo>
                  <a:lnTo>
                    <a:pt x="2188896" y="49949"/>
                  </a:lnTo>
                  <a:lnTo>
                    <a:pt x="2202663" y="48701"/>
                  </a:lnTo>
                  <a:lnTo>
                    <a:pt x="2216430" y="47452"/>
                  </a:lnTo>
                  <a:lnTo>
                    <a:pt x="2230196" y="46203"/>
                  </a:lnTo>
                  <a:lnTo>
                    <a:pt x="2243963" y="44955"/>
                  </a:lnTo>
                  <a:lnTo>
                    <a:pt x="2257729" y="43706"/>
                  </a:lnTo>
                  <a:lnTo>
                    <a:pt x="2271496" y="42457"/>
                  </a:lnTo>
                  <a:lnTo>
                    <a:pt x="2285263" y="41208"/>
                  </a:lnTo>
                  <a:lnTo>
                    <a:pt x="2299029" y="39960"/>
                  </a:lnTo>
                  <a:lnTo>
                    <a:pt x="2312796" y="38711"/>
                  </a:lnTo>
                  <a:lnTo>
                    <a:pt x="2326563" y="37462"/>
                  </a:lnTo>
                  <a:lnTo>
                    <a:pt x="2340329" y="36213"/>
                  </a:lnTo>
                  <a:lnTo>
                    <a:pt x="2354096" y="34965"/>
                  </a:lnTo>
                  <a:lnTo>
                    <a:pt x="2367863" y="33716"/>
                  </a:lnTo>
                  <a:lnTo>
                    <a:pt x="2381629" y="32467"/>
                  </a:lnTo>
                  <a:lnTo>
                    <a:pt x="2395396" y="31218"/>
                  </a:lnTo>
                  <a:lnTo>
                    <a:pt x="2409163" y="29970"/>
                  </a:lnTo>
                  <a:lnTo>
                    <a:pt x="2422929" y="28721"/>
                  </a:lnTo>
                  <a:lnTo>
                    <a:pt x="2436696" y="27472"/>
                  </a:lnTo>
                  <a:lnTo>
                    <a:pt x="2450463" y="26223"/>
                  </a:lnTo>
                  <a:lnTo>
                    <a:pt x="2464229" y="24975"/>
                  </a:lnTo>
                  <a:lnTo>
                    <a:pt x="2477996" y="23726"/>
                  </a:lnTo>
                  <a:lnTo>
                    <a:pt x="2491762" y="22477"/>
                  </a:lnTo>
                  <a:lnTo>
                    <a:pt x="2505529" y="21228"/>
                  </a:lnTo>
                  <a:lnTo>
                    <a:pt x="2519296" y="19980"/>
                  </a:lnTo>
                  <a:lnTo>
                    <a:pt x="2533062" y="18731"/>
                  </a:lnTo>
                  <a:lnTo>
                    <a:pt x="2546829" y="17482"/>
                  </a:lnTo>
                  <a:lnTo>
                    <a:pt x="2560596" y="16233"/>
                  </a:lnTo>
                  <a:lnTo>
                    <a:pt x="2574362" y="14985"/>
                  </a:lnTo>
                  <a:lnTo>
                    <a:pt x="2588129" y="13736"/>
                  </a:lnTo>
                  <a:lnTo>
                    <a:pt x="2601896" y="12487"/>
                  </a:lnTo>
                  <a:lnTo>
                    <a:pt x="2615662" y="11238"/>
                  </a:lnTo>
                  <a:lnTo>
                    <a:pt x="2629429" y="9990"/>
                  </a:lnTo>
                  <a:lnTo>
                    <a:pt x="2643196" y="8741"/>
                  </a:lnTo>
                  <a:lnTo>
                    <a:pt x="2656962" y="7492"/>
                  </a:lnTo>
                  <a:lnTo>
                    <a:pt x="2670729" y="6243"/>
                  </a:lnTo>
                  <a:lnTo>
                    <a:pt x="2684496" y="4995"/>
                  </a:lnTo>
                  <a:lnTo>
                    <a:pt x="2698262" y="3746"/>
                  </a:lnTo>
                  <a:lnTo>
                    <a:pt x="2712029" y="2497"/>
                  </a:lnTo>
                  <a:lnTo>
                    <a:pt x="2725795" y="1248"/>
                  </a:lnTo>
                  <a:lnTo>
                    <a:pt x="2739562" y="0"/>
                  </a:lnTo>
                  <a:lnTo>
                    <a:pt x="2739562" y="80975"/>
                  </a:lnTo>
                  <a:lnTo>
                    <a:pt x="2725795" y="81767"/>
                  </a:lnTo>
                  <a:lnTo>
                    <a:pt x="2712029" y="82559"/>
                  </a:lnTo>
                  <a:lnTo>
                    <a:pt x="2698262" y="83352"/>
                  </a:lnTo>
                  <a:lnTo>
                    <a:pt x="2684496" y="84144"/>
                  </a:lnTo>
                  <a:lnTo>
                    <a:pt x="2670729" y="84937"/>
                  </a:lnTo>
                  <a:lnTo>
                    <a:pt x="2656962" y="85729"/>
                  </a:lnTo>
                  <a:lnTo>
                    <a:pt x="2643196" y="86521"/>
                  </a:lnTo>
                  <a:lnTo>
                    <a:pt x="2629429" y="87314"/>
                  </a:lnTo>
                  <a:lnTo>
                    <a:pt x="2615662" y="88106"/>
                  </a:lnTo>
                  <a:lnTo>
                    <a:pt x="2601896" y="88898"/>
                  </a:lnTo>
                  <a:lnTo>
                    <a:pt x="2588129" y="89691"/>
                  </a:lnTo>
                  <a:lnTo>
                    <a:pt x="2574362" y="90483"/>
                  </a:lnTo>
                  <a:lnTo>
                    <a:pt x="2560596" y="91275"/>
                  </a:lnTo>
                  <a:lnTo>
                    <a:pt x="2546829" y="92068"/>
                  </a:lnTo>
                  <a:lnTo>
                    <a:pt x="2533062" y="92860"/>
                  </a:lnTo>
                  <a:lnTo>
                    <a:pt x="2519296" y="93652"/>
                  </a:lnTo>
                  <a:lnTo>
                    <a:pt x="2505529" y="94445"/>
                  </a:lnTo>
                  <a:lnTo>
                    <a:pt x="2491762" y="95237"/>
                  </a:lnTo>
                  <a:lnTo>
                    <a:pt x="2477996" y="96030"/>
                  </a:lnTo>
                  <a:lnTo>
                    <a:pt x="2464229" y="96822"/>
                  </a:lnTo>
                  <a:lnTo>
                    <a:pt x="2450463" y="97614"/>
                  </a:lnTo>
                  <a:lnTo>
                    <a:pt x="2436696" y="98407"/>
                  </a:lnTo>
                  <a:lnTo>
                    <a:pt x="2422929" y="99199"/>
                  </a:lnTo>
                  <a:lnTo>
                    <a:pt x="2409163" y="99991"/>
                  </a:lnTo>
                  <a:lnTo>
                    <a:pt x="2395396" y="100784"/>
                  </a:lnTo>
                  <a:lnTo>
                    <a:pt x="2381629" y="101576"/>
                  </a:lnTo>
                  <a:lnTo>
                    <a:pt x="2367863" y="102368"/>
                  </a:lnTo>
                  <a:lnTo>
                    <a:pt x="2354096" y="103161"/>
                  </a:lnTo>
                  <a:lnTo>
                    <a:pt x="2340329" y="103953"/>
                  </a:lnTo>
                  <a:lnTo>
                    <a:pt x="2326563" y="104746"/>
                  </a:lnTo>
                  <a:lnTo>
                    <a:pt x="2312796" y="105538"/>
                  </a:lnTo>
                  <a:lnTo>
                    <a:pt x="2299029" y="106330"/>
                  </a:lnTo>
                  <a:lnTo>
                    <a:pt x="2285263" y="107123"/>
                  </a:lnTo>
                  <a:lnTo>
                    <a:pt x="2271496" y="107915"/>
                  </a:lnTo>
                  <a:lnTo>
                    <a:pt x="2257729" y="108707"/>
                  </a:lnTo>
                  <a:lnTo>
                    <a:pt x="2243963" y="109500"/>
                  </a:lnTo>
                  <a:lnTo>
                    <a:pt x="2230196" y="110292"/>
                  </a:lnTo>
                  <a:lnTo>
                    <a:pt x="2216430" y="111085"/>
                  </a:lnTo>
                  <a:lnTo>
                    <a:pt x="2202663" y="111877"/>
                  </a:lnTo>
                  <a:lnTo>
                    <a:pt x="2188896" y="112669"/>
                  </a:lnTo>
                  <a:lnTo>
                    <a:pt x="2175130" y="113462"/>
                  </a:lnTo>
                  <a:lnTo>
                    <a:pt x="2161363" y="114254"/>
                  </a:lnTo>
                  <a:lnTo>
                    <a:pt x="2147596" y="115046"/>
                  </a:lnTo>
                  <a:lnTo>
                    <a:pt x="2133830" y="115839"/>
                  </a:lnTo>
                  <a:lnTo>
                    <a:pt x="2120063" y="116631"/>
                  </a:lnTo>
                  <a:lnTo>
                    <a:pt x="2106296" y="117424"/>
                  </a:lnTo>
                  <a:lnTo>
                    <a:pt x="2092530" y="118216"/>
                  </a:lnTo>
                  <a:lnTo>
                    <a:pt x="2078763" y="119008"/>
                  </a:lnTo>
                  <a:lnTo>
                    <a:pt x="2064996" y="119801"/>
                  </a:lnTo>
                  <a:lnTo>
                    <a:pt x="2051230" y="120593"/>
                  </a:lnTo>
                  <a:lnTo>
                    <a:pt x="2037463" y="121385"/>
                  </a:lnTo>
                  <a:lnTo>
                    <a:pt x="2023696" y="122178"/>
                  </a:lnTo>
                  <a:lnTo>
                    <a:pt x="2009930" y="122970"/>
                  </a:lnTo>
                  <a:lnTo>
                    <a:pt x="1996163" y="123763"/>
                  </a:lnTo>
                  <a:lnTo>
                    <a:pt x="1982397" y="124555"/>
                  </a:lnTo>
                  <a:lnTo>
                    <a:pt x="1968630" y="125347"/>
                  </a:lnTo>
                  <a:lnTo>
                    <a:pt x="1954863" y="126140"/>
                  </a:lnTo>
                  <a:lnTo>
                    <a:pt x="1941097" y="126932"/>
                  </a:lnTo>
                  <a:lnTo>
                    <a:pt x="1927330" y="127725"/>
                  </a:lnTo>
                  <a:lnTo>
                    <a:pt x="1913563" y="128517"/>
                  </a:lnTo>
                  <a:lnTo>
                    <a:pt x="1899797" y="129310"/>
                  </a:lnTo>
                  <a:lnTo>
                    <a:pt x="1886030" y="130102"/>
                  </a:lnTo>
                  <a:lnTo>
                    <a:pt x="1872263" y="130894"/>
                  </a:lnTo>
                  <a:lnTo>
                    <a:pt x="1858497" y="131687"/>
                  </a:lnTo>
                  <a:lnTo>
                    <a:pt x="1844730" y="132479"/>
                  </a:lnTo>
                  <a:lnTo>
                    <a:pt x="1830963" y="133272"/>
                  </a:lnTo>
                  <a:lnTo>
                    <a:pt x="1817197" y="134064"/>
                  </a:lnTo>
                  <a:lnTo>
                    <a:pt x="1803430" y="134856"/>
                  </a:lnTo>
                  <a:lnTo>
                    <a:pt x="1789664" y="135649"/>
                  </a:lnTo>
                  <a:lnTo>
                    <a:pt x="1775897" y="136441"/>
                  </a:lnTo>
                  <a:lnTo>
                    <a:pt x="1762130" y="137234"/>
                  </a:lnTo>
                  <a:lnTo>
                    <a:pt x="1748364" y="138026"/>
                  </a:lnTo>
                  <a:lnTo>
                    <a:pt x="1734597" y="138819"/>
                  </a:lnTo>
                  <a:lnTo>
                    <a:pt x="1720830" y="139611"/>
                  </a:lnTo>
                  <a:lnTo>
                    <a:pt x="1707064" y="140403"/>
                  </a:lnTo>
                  <a:lnTo>
                    <a:pt x="1693297" y="141196"/>
                  </a:lnTo>
                  <a:lnTo>
                    <a:pt x="1679530" y="141988"/>
                  </a:lnTo>
                  <a:lnTo>
                    <a:pt x="1665764" y="142781"/>
                  </a:lnTo>
                  <a:lnTo>
                    <a:pt x="1651997" y="143573"/>
                  </a:lnTo>
                  <a:lnTo>
                    <a:pt x="1638230" y="144366"/>
                  </a:lnTo>
                  <a:lnTo>
                    <a:pt x="1624464" y="145158"/>
                  </a:lnTo>
                  <a:lnTo>
                    <a:pt x="1610697" y="145951"/>
                  </a:lnTo>
                  <a:lnTo>
                    <a:pt x="1596930" y="146743"/>
                  </a:lnTo>
                  <a:lnTo>
                    <a:pt x="1583164" y="147536"/>
                  </a:lnTo>
                  <a:lnTo>
                    <a:pt x="1569397" y="148328"/>
                  </a:lnTo>
                  <a:lnTo>
                    <a:pt x="1555631" y="149120"/>
                  </a:lnTo>
                  <a:lnTo>
                    <a:pt x="1541864" y="149913"/>
                  </a:lnTo>
                  <a:lnTo>
                    <a:pt x="1528097" y="150705"/>
                  </a:lnTo>
                  <a:lnTo>
                    <a:pt x="1514331" y="151498"/>
                  </a:lnTo>
                  <a:lnTo>
                    <a:pt x="1500564" y="152290"/>
                  </a:lnTo>
                  <a:lnTo>
                    <a:pt x="1486797" y="153083"/>
                  </a:lnTo>
                  <a:lnTo>
                    <a:pt x="1473031" y="153875"/>
                  </a:lnTo>
                  <a:lnTo>
                    <a:pt x="1459264" y="154668"/>
                  </a:lnTo>
                  <a:lnTo>
                    <a:pt x="1445497" y="155460"/>
                  </a:lnTo>
                  <a:lnTo>
                    <a:pt x="1431731" y="156253"/>
                  </a:lnTo>
                  <a:lnTo>
                    <a:pt x="1417964" y="157045"/>
                  </a:lnTo>
                  <a:lnTo>
                    <a:pt x="1404197" y="157838"/>
                  </a:lnTo>
                  <a:lnTo>
                    <a:pt x="1390431" y="158630"/>
                  </a:lnTo>
                  <a:lnTo>
                    <a:pt x="1376664" y="159423"/>
                  </a:lnTo>
                  <a:lnTo>
                    <a:pt x="1362897" y="160216"/>
                  </a:lnTo>
                  <a:lnTo>
                    <a:pt x="1349131" y="161008"/>
                  </a:lnTo>
                  <a:lnTo>
                    <a:pt x="1335364" y="161801"/>
                  </a:lnTo>
                  <a:lnTo>
                    <a:pt x="1321598" y="162593"/>
                  </a:lnTo>
                  <a:lnTo>
                    <a:pt x="1307831" y="163386"/>
                  </a:lnTo>
                  <a:lnTo>
                    <a:pt x="1294064" y="164178"/>
                  </a:lnTo>
                  <a:lnTo>
                    <a:pt x="1280298" y="164971"/>
                  </a:lnTo>
                  <a:lnTo>
                    <a:pt x="1266531" y="165763"/>
                  </a:lnTo>
                  <a:lnTo>
                    <a:pt x="1252764" y="166556"/>
                  </a:lnTo>
                  <a:lnTo>
                    <a:pt x="1238998" y="167349"/>
                  </a:lnTo>
                  <a:lnTo>
                    <a:pt x="1225231" y="168141"/>
                  </a:lnTo>
                  <a:lnTo>
                    <a:pt x="1211464" y="168934"/>
                  </a:lnTo>
                  <a:lnTo>
                    <a:pt x="1197698" y="169727"/>
                  </a:lnTo>
                  <a:lnTo>
                    <a:pt x="1183931" y="170519"/>
                  </a:lnTo>
                  <a:lnTo>
                    <a:pt x="1170164" y="171312"/>
                  </a:lnTo>
                  <a:lnTo>
                    <a:pt x="1156398" y="172105"/>
                  </a:lnTo>
                  <a:lnTo>
                    <a:pt x="1142631" y="172897"/>
                  </a:lnTo>
                  <a:lnTo>
                    <a:pt x="1128864" y="173690"/>
                  </a:lnTo>
                  <a:lnTo>
                    <a:pt x="1115098" y="174483"/>
                  </a:lnTo>
                  <a:lnTo>
                    <a:pt x="1101331" y="175275"/>
                  </a:lnTo>
                  <a:lnTo>
                    <a:pt x="1087565" y="176068"/>
                  </a:lnTo>
                  <a:lnTo>
                    <a:pt x="1073798" y="176861"/>
                  </a:lnTo>
                  <a:lnTo>
                    <a:pt x="1060031" y="177654"/>
                  </a:lnTo>
                  <a:lnTo>
                    <a:pt x="1046265" y="178446"/>
                  </a:lnTo>
                  <a:lnTo>
                    <a:pt x="1032498" y="179239"/>
                  </a:lnTo>
                  <a:lnTo>
                    <a:pt x="1018731" y="180032"/>
                  </a:lnTo>
                  <a:lnTo>
                    <a:pt x="1004965" y="180825"/>
                  </a:lnTo>
                  <a:lnTo>
                    <a:pt x="991198" y="181618"/>
                  </a:lnTo>
                  <a:lnTo>
                    <a:pt x="977431" y="182411"/>
                  </a:lnTo>
                  <a:lnTo>
                    <a:pt x="963665" y="183203"/>
                  </a:lnTo>
                  <a:lnTo>
                    <a:pt x="949898" y="183996"/>
                  </a:lnTo>
                  <a:lnTo>
                    <a:pt x="936131" y="184789"/>
                  </a:lnTo>
                  <a:lnTo>
                    <a:pt x="922365" y="185582"/>
                  </a:lnTo>
                  <a:lnTo>
                    <a:pt x="908598" y="186375"/>
                  </a:lnTo>
                  <a:lnTo>
                    <a:pt x="894832" y="187168"/>
                  </a:lnTo>
                  <a:lnTo>
                    <a:pt x="881065" y="187961"/>
                  </a:lnTo>
                  <a:lnTo>
                    <a:pt x="867298" y="188755"/>
                  </a:lnTo>
                  <a:lnTo>
                    <a:pt x="853532" y="189548"/>
                  </a:lnTo>
                  <a:lnTo>
                    <a:pt x="839765" y="190341"/>
                  </a:lnTo>
                  <a:lnTo>
                    <a:pt x="825998" y="191134"/>
                  </a:lnTo>
                  <a:lnTo>
                    <a:pt x="812232" y="191927"/>
                  </a:lnTo>
                  <a:lnTo>
                    <a:pt x="798465" y="192721"/>
                  </a:lnTo>
                  <a:lnTo>
                    <a:pt x="784698" y="193514"/>
                  </a:lnTo>
                  <a:lnTo>
                    <a:pt x="770932" y="194308"/>
                  </a:lnTo>
                  <a:lnTo>
                    <a:pt x="757165" y="195101"/>
                  </a:lnTo>
                  <a:lnTo>
                    <a:pt x="743398" y="195895"/>
                  </a:lnTo>
                  <a:lnTo>
                    <a:pt x="729632" y="196689"/>
                  </a:lnTo>
                  <a:lnTo>
                    <a:pt x="715865" y="197482"/>
                  </a:lnTo>
                  <a:lnTo>
                    <a:pt x="702098" y="198276"/>
                  </a:lnTo>
                  <a:lnTo>
                    <a:pt x="688332" y="199070"/>
                  </a:lnTo>
                  <a:lnTo>
                    <a:pt x="674565" y="199864"/>
                  </a:lnTo>
                  <a:lnTo>
                    <a:pt x="660799" y="200659"/>
                  </a:lnTo>
                  <a:lnTo>
                    <a:pt x="647032" y="201453"/>
                  </a:lnTo>
                  <a:lnTo>
                    <a:pt x="633265" y="202248"/>
                  </a:lnTo>
                  <a:lnTo>
                    <a:pt x="619499" y="203043"/>
                  </a:lnTo>
                  <a:lnTo>
                    <a:pt x="605732" y="203838"/>
                  </a:lnTo>
                  <a:lnTo>
                    <a:pt x="591965" y="204633"/>
                  </a:lnTo>
                  <a:lnTo>
                    <a:pt x="578199" y="205428"/>
                  </a:lnTo>
                  <a:lnTo>
                    <a:pt x="564432" y="206224"/>
                  </a:lnTo>
                  <a:lnTo>
                    <a:pt x="550665" y="207021"/>
                  </a:lnTo>
                  <a:lnTo>
                    <a:pt x="536899" y="207817"/>
                  </a:lnTo>
                  <a:lnTo>
                    <a:pt x="523132" y="208614"/>
                  </a:lnTo>
                  <a:lnTo>
                    <a:pt x="509365" y="209412"/>
                  </a:lnTo>
                  <a:lnTo>
                    <a:pt x="495599" y="210211"/>
                  </a:lnTo>
                  <a:lnTo>
                    <a:pt x="481832" y="211010"/>
                  </a:lnTo>
                  <a:lnTo>
                    <a:pt x="468065" y="211811"/>
                  </a:lnTo>
                  <a:lnTo>
                    <a:pt x="454299" y="212613"/>
                  </a:lnTo>
                  <a:lnTo>
                    <a:pt x="440532" y="213416"/>
                  </a:lnTo>
                  <a:lnTo>
                    <a:pt x="426766" y="214222"/>
                  </a:lnTo>
                  <a:lnTo>
                    <a:pt x="412999" y="215031"/>
                  </a:lnTo>
                  <a:lnTo>
                    <a:pt x="399232" y="215844"/>
                  </a:lnTo>
                  <a:lnTo>
                    <a:pt x="385466" y="216662"/>
                  </a:lnTo>
                  <a:lnTo>
                    <a:pt x="371699" y="217487"/>
                  </a:lnTo>
                  <a:lnTo>
                    <a:pt x="357932" y="218324"/>
                  </a:lnTo>
                  <a:lnTo>
                    <a:pt x="344166" y="219177"/>
                  </a:lnTo>
                  <a:lnTo>
                    <a:pt x="330399" y="220056"/>
                  </a:lnTo>
                  <a:lnTo>
                    <a:pt x="316632" y="220972"/>
                  </a:lnTo>
                  <a:lnTo>
                    <a:pt x="302866" y="221940"/>
                  </a:lnTo>
                  <a:lnTo>
                    <a:pt x="289099" y="222970"/>
                  </a:lnTo>
                  <a:lnTo>
                    <a:pt x="275332" y="224061"/>
                  </a:lnTo>
                  <a:lnTo>
                    <a:pt x="261566" y="225199"/>
                  </a:lnTo>
                  <a:lnTo>
                    <a:pt x="247799" y="226371"/>
                  </a:lnTo>
                  <a:lnTo>
                    <a:pt x="234032" y="227565"/>
                  </a:lnTo>
                  <a:lnTo>
                    <a:pt x="220266" y="228773"/>
                  </a:lnTo>
                  <a:lnTo>
                    <a:pt x="206499" y="229991"/>
                  </a:lnTo>
                  <a:lnTo>
                    <a:pt x="192733" y="231216"/>
                  </a:lnTo>
                  <a:lnTo>
                    <a:pt x="178966" y="232446"/>
                  </a:lnTo>
                  <a:lnTo>
                    <a:pt x="165199" y="233679"/>
                  </a:lnTo>
                  <a:lnTo>
                    <a:pt x="151433" y="234915"/>
                  </a:lnTo>
                  <a:lnTo>
                    <a:pt x="137666" y="236153"/>
                  </a:lnTo>
                  <a:lnTo>
                    <a:pt x="123899" y="237393"/>
                  </a:lnTo>
                  <a:lnTo>
                    <a:pt x="110133" y="238634"/>
                  </a:lnTo>
                  <a:lnTo>
                    <a:pt x="96366" y="239876"/>
                  </a:lnTo>
                  <a:lnTo>
                    <a:pt x="82599" y="241118"/>
                  </a:lnTo>
                  <a:lnTo>
                    <a:pt x="68833" y="242362"/>
                  </a:lnTo>
                  <a:lnTo>
                    <a:pt x="55066" y="243606"/>
                  </a:lnTo>
                  <a:lnTo>
                    <a:pt x="41299" y="244851"/>
                  </a:lnTo>
                  <a:lnTo>
                    <a:pt x="27533" y="246096"/>
                  </a:lnTo>
                  <a:lnTo>
                    <a:pt x="13766" y="247341"/>
                  </a:lnTo>
                  <a:lnTo>
                    <a:pt x="0" y="248587"/>
                  </a:lnTo>
                  <a:close/>
                </a:path>
              </a:pathLst>
            </a:cu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171520" y="3080878"/>
              <a:ext cx="2739562" cy="238569"/>
            </a:xfrm>
            <a:custGeom>
              <a:avLst/>
              <a:pathLst>
                <a:path w="2739562" h="238569">
                  <a:moveTo>
                    <a:pt x="0" y="238569"/>
                  </a:moveTo>
                  <a:lnTo>
                    <a:pt x="13766" y="237773"/>
                  </a:lnTo>
                  <a:lnTo>
                    <a:pt x="27533" y="236978"/>
                  </a:lnTo>
                  <a:lnTo>
                    <a:pt x="41299" y="236182"/>
                  </a:lnTo>
                  <a:lnTo>
                    <a:pt x="55066" y="235385"/>
                  </a:lnTo>
                  <a:lnTo>
                    <a:pt x="68833" y="234588"/>
                  </a:lnTo>
                  <a:lnTo>
                    <a:pt x="82599" y="233790"/>
                  </a:lnTo>
                  <a:lnTo>
                    <a:pt x="96366" y="232992"/>
                  </a:lnTo>
                  <a:lnTo>
                    <a:pt x="110133" y="232193"/>
                  </a:lnTo>
                  <a:lnTo>
                    <a:pt x="123899" y="231393"/>
                  </a:lnTo>
                  <a:lnTo>
                    <a:pt x="137666" y="230591"/>
                  </a:lnTo>
                  <a:lnTo>
                    <a:pt x="151433" y="229788"/>
                  </a:lnTo>
                  <a:lnTo>
                    <a:pt x="165199" y="228983"/>
                  </a:lnTo>
                  <a:lnTo>
                    <a:pt x="178966" y="228175"/>
                  </a:lnTo>
                  <a:lnTo>
                    <a:pt x="192733" y="227364"/>
                  </a:lnTo>
                  <a:lnTo>
                    <a:pt x="206499" y="226548"/>
                  </a:lnTo>
                  <a:lnTo>
                    <a:pt x="220266" y="225725"/>
                  </a:lnTo>
                  <a:lnTo>
                    <a:pt x="234032" y="224892"/>
                  </a:lnTo>
                  <a:lnTo>
                    <a:pt x="247799" y="224045"/>
                  </a:lnTo>
                  <a:lnTo>
                    <a:pt x="261566" y="223175"/>
                  </a:lnTo>
                  <a:lnTo>
                    <a:pt x="275332" y="222272"/>
                  </a:lnTo>
                  <a:lnTo>
                    <a:pt x="289099" y="221322"/>
                  </a:lnTo>
                  <a:lnTo>
                    <a:pt x="302866" y="220311"/>
                  </a:lnTo>
                  <a:lnTo>
                    <a:pt x="316632" y="219238"/>
                  </a:lnTo>
                  <a:lnTo>
                    <a:pt x="330399" y="218113"/>
                  </a:lnTo>
                  <a:lnTo>
                    <a:pt x="344166" y="216950"/>
                  </a:lnTo>
                  <a:lnTo>
                    <a:pt x="357932" y="215762"/>
                  </a:lnTo>
                  <a:lnTo>
                    <a:pt x="371699" y="214558"/>
                  </a:lnTo>
                  <a:lnTo>
                    <a:pt x="385466" y="213342"/>
                  </a:lnTo>
                  <a:lnTo>
                    <a:pt x="399232" y="212119"/>
                  </a:lnTo>
                  <a:lnTo>
                    <a:pt x="412999" y="210891"/>
                  </a:lnTo>
                  <a:lnTo>
                    <a:pt x="426766" y="209659"/>
                  </a:lnTo>
                  <a:lnTo>
                    <a:pt x="440532" y="208423"/>
                  </a:lnTo>
                  <a:lnTo>
                    <a:pt x="454299" y="207186"/>
                  </a:lnTo>
                  <a:lnTo>
                    <a:pt x="468065" y="205947"/>
                  </a:lnTo>
                  <a:lnTo>
                    <a:pt x="481832" y="204706"/>
                  </a:lnTo>
                  <a:lnTo>
                    <a:pt x="495599" y="203465"/>
                  </a:lnTo>
                  <a:lnTo>
                    <a:pt x="509365" y="202222"/>
                  </a:lnTo>
                  <a:lnTo>
                    <a:pt x="523132" y="200979"/>
                  </a:lnTo>
                  <a:lnTo>
                    <a:pt x="536899" y="199735"/>
                  </a:lnTo>
                  <a:lnTo>
                    <a:pt x="550665" y="198490"/>
                  </a:lnTo>
                  <a:lnTo>
                    <a:pt x="564432" y="197246"/>
                  </a:lnTo>
                  <a:lnTo>
                    <a:pt x="578199" y="196000"/>
                  </a:lnTo>
                  <a:lnTo>
                    <a:pt x="591965" y="194755"/>
                  </a:lnTo>
                  <a:lnTo>
                    <a:pt x="605732" y="193509"/>
                  </a:lnTo>
                  <a:lnTo>
                    <a:pt x="619499" y="192263"/>
                  </a:lnTo>
                  <a:lnTo>
                    <a:pt x="633265" y="191017"/>
                  </a:lnTo>
                  <a:lnTo>
                    <a:pt x="647032" y="189770"/>
                  </a:lnTo>
                  <a:lnTo>
                    <a:pt x="660799" y="188523"/>
                  </a:lnTo>
                  <a:lnTo>
                    <a:pt x="674565" y="187277"/>
                  </a:lnTo>
                  <a:lnTo>
                    <a:pt x="688332" y="186030"/>
                  </a:lnTo>
                  <a:lnTo>
                    <a:pt x="702098" y="184782"/>
                  </a:lnTo>
                  <a:lnTo>
                    <a:pt x="715865" y="183535"/>
                  </a:lnTo>
                  <a:lnTo>
                    <a:pt x="729632" y="182288"/>
                  </a:lnTo>
                  <a:lnTo>
                    <a:pt x="743398" y="181041"/>
                  </a:lnTo>
                  <a:lnTo>
                    <a:pt x="757165" y="179793"/>
                  </a:lnTo>
                  <a:lnTo>
                    <a:pt x="770932" y="178545"/>
                  </a:lnTo>
                  <a:lnTo>
                    <a:pt x="784698" y="177298"/>
                  </a:lnTo>
                  <a:lnTo>
                    <a:pt x="798465" y="176050"/>
                  </a:lnTo>
                  <a:lnTo>
                    <a:pt x="812232" y="174802"/>
                  </a:lnTo>
                  <a:lnTo>
                    <a:pt x="825998" y="173555"/>
                  </a:lnTo>
                  <a:lnTo>
                    <a:pt x="839765" y="172307"/>
                  </a:lnTo>
                  <a:lnTo>
                    <a:pt x="853532" y="171059"/>
                  </a:lnTo>
                  <a:lnTo>
                    <a:pt x="867298" y="169811"/>
                  </a:lnTo>
                  <a:lnTo>
                    <a:pt x="881065" y="168563"/>
                  </a:lnTo>
                  <a:lnTo>
                    <a:pt x="894832" y="167315"/>
                  </a:lnTo>
                  <a:lnTo>
                    <a:pt x="908598" y="166067"/>
                  </a:lnTo>
                  <a:lnTo>
                    <a:pt x="922365" y="164819"/>
                  </a:lnTo>
                  <a:lnTo>
                    <a:pt x="936131" y="163571"/>
                  </a:lnTo>
                  <a:lnTo>
                    <a:pt x="949898" y="162322"/>
                  </a:lnTo>
                  <a:lnTo>
                    <a:pt x="963665" y="161074"/>
                  </a:lnTo>
                  <a:lnTo>
                    <a:pt x="977431" y="159826"/>
                  </a:lnTo>
                  <a:lnTo>
                    <a:pt x="991198" y="158578"/>
                  </a:lnTo>
                  <a:lnTo>
                    <a:pt x="1004965" y="157330"/>
                  </a:lnTo>
                  <a:lnTo>
                    <a:pt x="1018731" y="156081"/>
                  </a:lnTo>
                  <a:lnTo>
                    <a:pt x="1032498" y="154833"/>
                  </a:lnTo>
                  <a:lnTo>
                    <a:pt x="1046265" y="153585"/>
                  </a:lnTo>
                  <a:lnTo>
                    <a:pt x="1060031" y="152336"/>
                  </a:lnTo>
                  <a:lnTo>
                    <a:pt x="1073798" y="151088"/>
                  </a:lnTo>
                  <a:lnTo>
                    <a:pt x="1087565" y="149840"/>
                  </a:lnTo>
                  <a:lnTo>
                    <a:pt x="1101331" y="148591"/>
                  </a:lnTo>
                  <a:lnTo>
                    <a:pt x="1115098" y="147343"/>
                  </a:lnTo>
                  <a:lnTo>
                    <a:pt x="1128864" y="146094"/>
                  </a:lnTo>
                  <a:lnTo>
                    <a:pt x="1142631" y="144846"/>
                  </a:lnTo>
                  <a:lnTo>
                    <a:pt x="1156398" y="143598"/>
                  </a:lnTo>
                  <a:lnTo>
                    <a:pt x="1170164" y="142349"/>
                  </a:lnTo>
                  <a:lnTo>
                    <a:pt x="1183931" y="141101"/>
                  </a:lnTo>
                  <a:lnTo>
                    <a:pt x="1197698" y="139852"/>
                  </a:lnTo>
                  <a:lnTo>
                    <a:pt x="1211464" y="138604"/>
                  </a:lnTo>
                  <a:lnTo>
                    <a:pt x="1225231" y="137355"/>
                  </a:lnTo>
                  <a:lnTo>
                    <a:pt x="1238998" y="136107"/>
                  </a:lnTo>
                  <a:lnTo>
                    <a:pt x="1252764" y="134858"/>
                  </a:lnTo>
                  <a:lnTo>
                    <a:pt x="1266531" y="133610"/>
                  </a:lnTo>
                  <a:lnTo>
                    <a:pt x="1280298" y="132361"/>
                  </a:lnTo>
                  <a:lnTo>
                    <a:pt x="1294064" y="131113"/>
                  </a:lnTo>
                  <a:lnTo>
                    <a:pt x="1307831" y="129864"/>
                  </a:lnTo>
                  <a:lnTo>
                    <a:pt x="1321598" y="128616"/>
                  </a:lnTo>
                  <a:lnTo>
                    <a:pt x="1335364" y="127367"/>
                  </a:lnTo>
                  <a:lnTo>
                    <a:pt x="1349131" y="126118"/>
                  </a:lnTo>
                  <a:lnTo>
                    <a:pt x="1362897" y="124870"/>
                  </a:lnTo>
                  <a:lnTo>
                    <a:pt x="1376664" y="123621"/>
                  </a:lnTo>
                  <a:lnTo>
                    <a:pt x="1390431" y="122373"/>
                  </a:lnTo>
                  <a:lnTo>
                    <a:pt x="1404197" y="121124"/>
                  </a:lnTo>
                  <a:lnTo>
                    <a:pt x="1417964" y="119876"/>
                  </a:lnTo>
                  <a:lnTo>
                    <a:pt x="1431731" y="118627"/>
                  </a:lnTo>
                  <a:lnTo>
                    <a:pt x="1445497" y="117378"/>
                  </a:lnTo>
                  <a:lnTo>
                    <a:pt x="1459264" y="116130"/>
                  </a:lnTo>
                  <a:lnTo>
                    <a:pt x="1473031" y="114881"/>
                  </a:lnTo>
                  <a:lnTo>
                    <a:pt x="1486797" y="113633"/>
                  </a:lnTo>
                  <a:lnTo>
                    <a:pt x="1500564" y="112384"/>
                  </a:lnTo>
                  <a:lnTo>
                    <a:pt x="1514331" y="111135"/>
                  </a:lnTo>
                  <a:lnTo>
                    <a:pt x="1528097" y="109887"/>
                  </a:lnTo>
                  <a:lnTo>
                    <a:pt x="1541864" y="108638"/>
                  </a:lnTo>
                  <a:lnTo>
                    <a:pt x="1555631" y="107389"/>
                  </a:lnTo>
                  <a:lnTo>
                    <a:pt x="1569397" y="106141"/>
                  </a:lnTo>
                  <a:lnTo>
                    <a:pt x="1583164" y="104892"/>
                  </a:lnTo>
                  <a:lnTo>
                    <a:pt x="1596930" y="103643"/>
                  </a:lnTo>
                  <a:lnTo>
                    <a:pt x="1610697" y="102395"/>
                  </a:lnTo>
                  <a:lnTo>
                    <a:pt x="1624464" y="101146"/>
                  </a:lnTo>
                  <a:lnTo>
                    <a:pt x="1638230" y="99898"/>
                  </a:lnTo>
                  <a:lnTo>
                    <a:pt x="1651997" y="98649"/>
                  </a:lnTo>
                  <a:lnTo>
                    <a:pt x="1665764" y="97400"/>
                  </a:lnTo>
                  <a:lnTo>
                    <a:pt x="1679530" y="96152"/>
                  </a:lnTo>
                  <a:lnTo>
                    <a:pt x="1693297" y="94903"/>
                  </a:lnTo>
                  <a:lnTo>
                    <a:pt x="1707064" y="93654"/>
                  </a:lnTo>
                  <a:lnTo>
                    <a:pt x="1720830" y="92406"/>
                  </a:lnTo>
                  <a:lnTo>
                    <a:pt x="1734597" y="91157"/>
                  </a:lnTo>
                  <a:lnTo>
                    <a:pt x="1748364" y="89908"/>
                  </a:lnTo>
                  <a:lnTo>
                    <a:pt x="1762130" y="88660"/>
                  </a:lnTo>
                  <a:lnTo>
                    <a:pt x="1775897" y="87411"/>
                  </a:lnTo>
                  <a:lnTo>
                    <a:pt x="1789664" y="86162"/>
                  </a:lnTo>
                  <a:lnTo>
                    <a:pt x="1803430" y="84913"/>
                  </a:lnTo>
                  <a:lnTo>
                    <a:pt x="1817197" y="83665"/>
                  </a:lnTo>
                  <a:lnTo>
                    <a:pt x="1830963" y="82416"/>
                  </a:lnTo>
                  <a:lnTo>
                    <a:pt x="1844730" y="81167"/>
                  </a:lnTo>
                  <a:lnTo>
                    <a:pt x="1858497" y="79919"/>
                  </a:lnTo>
                  <a:lnTo>
                    <a:pt x="1872263" y="78670"/>
                  </a:lnTo>
                  <a:lnTo>
                    <a:pt x="1886030" y="77421"/>
                  </a:lnTo>
                  <a:lnTo>
                    <a:pt x="1899797" y="76173"/>
                  </a:lnTo>
                  <a:lnTo>
                    <a:pt x="1913563" y="74924"/>
                  </a:lnTo>
                  <a:lnTo>
                    <a:pt x="1927330" y="73675"/>
                  </a:lnTo>
                  <a:lnTo>
                    <a:pt x="1941097" y="72426"/>
                  </a:lnTo>
                  <a:lnTo>
                    <a:pt x="1954863" y="71178"/>
                  </a:lnTo>
                  <a:lnTo>
                    <a:pt x="1968630" y="69929"/>
                  </a:lnTo>
                  <a:lnTo>
                    <a:pt x="1982397" y="68680"/>
                  </a:lnTo>
                  <a:lnTo>
                    <a:pt x="1996163" y="67432"/>
                  </a:lnTo>
                  <a:lnTo>
                    <a:pt x="2009930" y="66183"/>
                  </a:lnTo>
                  <a:lnTo>
                    <a:pt x="2023696" y="64934"/>
                  </a:lnTo>
                  <a:lnTo>
                    <a:pt x="2037463" y="63685"/>
                  </a:lnTo>
                  <a:lnTo>
                    <a:pt x="2051230" y="62437"/>
                  </a:lnTo>
                  <a:lnTo>
                    <a:pt x="2064996" y="61188"/>
                  </a:lnTo>
                  <a:lnTo>
                    <a:pt x="2078763" y="59939"/>
                  </a:lnTo>
                  <a:lnTo>
                    <a:pt x="2092530" y="58691"/>
                  </a:lnTo>
                  <a:lnTo>
                    <a:pt x="2106296" y="57442"/>
                  </a:lnTo>
                  <a:lnTo>
                    <a:pt x="2120063" y="56193"/>
                  </a:lnTo>
                  <a:lnTo>
                    <a:pt x="2133830" y="54944"/>
                  </a:lnTo>
                  <a:lnTo>
                    <a:pt x="2147596" y="53696"/>
                  </a:lnTo>
                  <a:lnTo>
                    <a:pt x="2161363" y="52447"/>
                  </a:lnTo>
                  <a:lnTo>
                    <a:pt x="2175130" y="51198"/>
                  </a:lnTo>
                  <a:lnTo>
                    <a:pt x="2188896" y="49949"/>
                  </a:lnTo>
                  <a:lnTo>
                    <a:pt x="2202663" y="48701"/>
                  </a:lnTo>
                  <a:lnTo>
                    <a:pt x="2216430" y="47452"/>
                  </a:lnTo>
                  <a:lnTo>
                    <a:pt x="2230196" y="46203"/>
                  </a:lnTo>
                  <a:lnTo>
                    <a:pt x="2243963" y="44955"/>
                  </a:lnTo>
                  <a:lnTo>
                    <a:pt x="2257729" y="43706"/>
                  </a:lnTo>
                  <a:lnTo>
                    <a:pt x="2271496" y="42457"/>
                  </a:lnTo>
                  <a:lnTo>
                    <a:pt x="2285263" y="41208"/>
                  </a:lnTo>
                  <a:lnTo>
                    <a:pt x="2299029" y="39960"/>
                  </a:lnTo>
                  <a:lnTo>
                    <a:pt x="2312796" y="38711"/>
                  </a:lnTo>
                  <a:lnTo>
                    <a:pt x="2326563" y="37462"/>
                  </a:lnTo>
                  <a:lnTo>
                    <a:pt x="2340329" y="36213"/>
                  </a:lnTo>
                  <a:lnTo>
                    <a:pt x="2354096" y="34965"/>
                  </a:lnTo>
                  <a:lnTo>
                    <a:pt x="2367863" y="33716"/>
                  </a:lnTo>
                  <a:lnTo>
                    <a:pt x="2381629" y="32467"/>
                  </a:lnTo>
                  <a:lnTo>
                    <a:pt x="2395396" y="31218"/>
                  </a:lnTo>
                  <a:lnTo>
                    <a:pt x="2409163" y="29970"/>
                  </a:lnTo>
                  <a:lnTo>
                    <a:pt x="2422929" y="28721"/>
                  </a:lnTo>
                  <a:lnTo>
                    <a:pt x="2436696" y="27472"/>
                  </a:lnTo>
                  <a:lnTo>
                    <a:pt x="2450463" y="26223"/>
                  </a:lnTo>
                  <a:lnTo>
                    <a:pt x="2464229" y="24975"/>
                  </a:lnTo>
                  <a:lnTo>
                    <a:pt x="2477996" y="23726"/>
                  </a:lnTo>
                  <a:lnTo>
                    <a:pt x="2491762" y="22477"/>
                  </a:lnTo>
                  <a:lnTo>
                    <a:pt x="2505529" y="21228"/>
                  </a:lnTo>
                  <a:lnTo>
                    <a:pt x="2519296" y="19980"/>
                  </a:lnTo>
                  <a:lnTo>
                    <a:pt x="2533062" y="18731"/>
                  </a:lnTo>
                  <a:lnTo>
                    <a:pt x="2546829" y="17482"/>
                  </a:lnTo>
                  <a:lnTo>
                    <a:pt x="2560596" y="16233"/>
                  </a:lnTo>
                  <a:lnTo>
                    <a:pt x="2574362" y="14985"/>
                  </a:lnTo>
                  <a:lnTo>
                    <a:pt x="2588129" y="13736"/>
                  </a:lnTo>
                  <a:lnTo>
                    <a:pt x="2601896" y="12487"/>
                  </a:lnTo>
                  <a:lnTo>
                    <a:pt x="2615662" y="11238"/>
                  </a:lnTo>
                  <a:lnTo>
                    <a:pt x="2629429" y="9990"/>
                  </a:lnTo>
                  <a:lnTo>
                    <a:pt x="2643196" y="8741"/>
                  </a:lnTo>
                  <a:lnTo>
                    <a:pt x="2656962" y="7492"/>
                  </a:lnTo>
                  <a:lnTo>
                    <a:pt x="2670729" y="6243"/>
                  </a:lnTo>
                  <a:lnTo>
                    <a:pt x="2684496" y="4995"/>
                  </a:lnTo>
                  <a:lnTo>
                    <a:pt x="2698262" y="3746"/>
                  </a:lnTo>
                  <a:lnTo>
                    <a:pt x="2712029" y="2497"/>
                  </a:lnTo>
                  <a:lnTo>
                    <a:pt x="2725795" y="1248"/>
                  </a:lnTo>
                  <a:lnTo>
                    <a:pt x="27395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71520" y="3161854"/>
              <a:ext cx="2739562" cy="167611"/>
            </a:xfrm>
            <a:custGeom>
              <a:avLst/>
              <a:pathLst>
                <a:path w="2739562" h="167611">
                  <a:moveTo>
                    <a:pt x="2739562" y="0"/>
                  </a:moveTo>
                  <a:lnTo>
                    <a:pt x="2725795" y="792"/>
                  </a:lnTo>
                  <a:lnTo>
                    <a:pt x="2712029" y="1584"/>
                  </a:lnTo>
                  <a:lnTo>
                    <a:pt x="2698262" y="2377"/>
                  </a:lnTo>
                  <a:lnTo>
                    <a:pt x="2684496" y="3169"/>
                  </a:lnTo>
                  <a:lnTo>
                    <a:pt x="2670729" y="3961"/>
                  </a:lnTo>
                  <a:lnTo>
                    <a:pt x="2656962" y="4754"/>
                  </a:lnTo>
                  <a:lnTo>
                    <a:pt x="2643196" y="5546"/>
                  </a:lnTo>
                  <a:lnTo>
                    <a:pt x="2629429" y="6338"/>
                  </a:lnTo>
                  <a:lnTo>
                    <a:pt x="2615662" y="7131"/>
                  </a:lnTo>
                  <a:lnTo>
                    <a:pt x="2601896" y="7923"/>
                  </a:lnTo>
                  <a:lnTo>
                    <a:pt x="2588129" y="8715"/>
                  </a:lnTo>
                  <a:lnTo>
                    <a:pt x="2574362" y="9508"/>
                  </a:lnTo>
                  <a:lnTo>
                    <a:pt x="2560596" y="10300"/>
                  </a:lnTo>
                  <a:lnTo>
                    <a:pt x="2546829" y="11092"/>
                  </a:lnTo>
                  <a:lnTo>
                    <a:pt x="2533062" y="11885"/>
                  </a:lnTo>
                  <a:lnTo>
                    <a:pt x="2519296" y="12677"/>
                  </a:lnTo>
                  <a:lnTo>
                    <a:pt x="2505529" y="13470"/>
                  </a:lnTo>
                  <a:lnTo>
                    <a:pt x="2491762" y="14262"/>
                  </a:lnTo>
                  <a:lnTo>
                    <a:pt x="2477996" y="15054"/>
                  </a:lnTo>
                  <a:lnTo>
                    <a:pt x="2464229" y="15847"/>
                  </a:lnTo>
                  <a:lnTo>
                    <a:pt x="2450463" y="16639"/>
                  </a:lnTo>
                  <a:lnTo>
                    <a:pt x="2436696" y="17431"/>
                  </a:lnTo>
                  <a:lnTo>
                    <a:pt x="2422929" y="18224"/>
                  </a:lnTo>
                  <a:lnTo>
                    <a:pt x="2409163" y="19016"/>
                  </a:lnTo>
                  <a:lnTo>
                    <a:pt x="2395396" y="19808"/>
                  </a:lnTo>
                  <a:lnTo>
                    <a:pt x="2381629" y="20601"/>
                  </a:lnTo>
                  <a:lnTo>
                    <a:pt x="2367863" y="21393"/>
                  </a:lnTo>
                  <a:lnTo>
                    <a:pt x="2354096" y="22185"/>
                  </a:lnTo>
                  <a:lnTo>
                    <a:pt x="2340329" y="22978"/>
                  </a:lnTo>
                  <a:lnTo>
                    <a:pt x="2326563" y="23770"/>
                  </a:lnTo>
                  <a:lnTo>
                    <a:pt x="2312796" y="24563"/>
                  </a:lnTo>
                  <a:lnTo>
                    <a:pt x="2299029" y="25355"/>
                  </a:lnTo>
                  <a:lnTo>
                    <a:pt x="2285263" y="26147"/>
                  </a:lnTo>
                  <a:lnTo>
                    <a:pt x="2271496" y="26940"/>
                  </a:lnTo>
                  <a:lnTo>
                    <a:pt x="2257729" y="27732"/>
                  </a:lnTo>
                  <a:lnTo>
                    <a:pt x="2243963" y="28524"/>
                  </a:lnTo>
                  <a:lnTo>
                    <a:pt x="2230196" y="29317"/>
                  </a:lnTo>
                  <a:lnTo>
                    <a:pt x="2216430" y="30109"/>
                  </a:lnTo>
                  <a:lnTo>
                    <a:pt x="2202663" y="30902"/>
                  </a:lnTo>
                  <a:lnTo>
                    <a:pt x="2188896" y="31694"/>
                  </a:lnTo>
                  <a:lnTo>
                    <a:pt x="2175130" y="32486"/>
                  </a:lnTo>
                  <a:lnTo>
                    <a:pt x="2161363" y="33279"/>
                  </a:lnTo>
                  <a:lnTo>
                    <a:pt x="2147596" y="34071"/>
                  </a:lnTo>
                  <a:lnTo>
                    <a:pt x="2133830" y="34863"/>
                  </a:lnTo>
                  <a:lnTo>
                    <a:pt x="2120063" y="35656"/>
                  </a:lnTo>
                  <a:lnTo>
                    <a:pt x="2106296" y="36448"/>
                  </a:lnTo>
                  <a:lnTo>
                    <a:pt x="2092530" y="37241"/>
                  </a:lnTo>
                  <a:lnTo>
                    <a:pt x="2078763" y="38033"/>
                  </a:lnTo>
                  <a:lnTo>
                    <a:pt x="2064996" y="38825"/>
                  </a:lnTo>
                  <a:lnTo>
                    <a:pt x="2051230" y="39618"/>
                  </a:lnTo>
                  <a:lnTo>
                    <a:pt x="2037463" y="40410"/>
                  </a:lnTo>
                  <a:lnTo>
                    <a:pt x="2023696" y="41203"/>
                  </a:lnTo>
                  <a:lnTo>
                    <a:pt x="2009930" y="41995"/>
                  </a:lnTo>
                  <a:lnTo>
                    <a:pt x="1996163" y="42787"/>
                  </a:lnTo>
                  <a:lnTo>
                    <a:pt x="1982397" y="43580"/>
                  </a:lnTo>
                  <a:lnTo>
                    <a:pt x="1968630" y="44372"/>
                  </a:lnTo>
                  <a:lnTo>
                    <a:pt x="1954863" y="45165"/>
                  </a:lnTo>
                  <a:lnTo>
                    <a:pt x="1941097" y="45957"/>
                  </a:lnTo>
                  <a:lnTo>
                    <a:pt x="1927330" y="46749"/>
                  </a:lnTo>
                  <a:lnTo>
                    <a:pt x="1913563" y="47542"/>
                  </a:lnTo>
                  <a:lnTo>
                    <a:pt x="1899797" y="48334"/>
                  </a:lnTo>
                  <a:lnTo>
                    <a:pt x="1886030" y="49127"/>
                  </a:lnTo>
                  <a:lnTo>
                    <a:pt x="1872263" y="49919"/>
                  </a:lnTo>
                  <a:lnTo>
                    <a:pt x="1858497" y="50711"/>
                  </a:lnTo>
                  <a:lnTo>
                    <a:pt x="1844730" y="51504"/>
                  </a:lnTo>
                  <a:lnTo>
                    <a:pt x="1830963" y="52296"/>
                  </a:lnTo>
                  <a:lnTo>
                    <a:pt x="1817197" y="53089"/>
                  </a:lnTo>
                  <a:lnTo>
                    <a:pt x="1803430" y="53881"/>
                  </a:lnTo>
                  <a:lnTo>
                    <a:pt x="1789664" y="54674"/>
                  </a:lnTo>
                  <a:lnTo>
                    <a:pt x="1775897" y="55466"/>
                  </a:lnTo>
                  <a:lnTo>
                    <a:pt x="1762130" y="56258"/>
                  </a:lnTo>
                  <a:lnTo>
                    <a:pt x="1748364" y="57051"/>
                  </a:lnTo>
                  <a:lnTo>
                    <a:pt x="1734597" y="57843"/>
                  </a:lnTo>
                  <a:lnTo>
                    <a:pt x="1720830" y="58636"/>
                  </a:lnTo>
                  <a:lnTo>
                    <a:pt x="1707064" y="59428"/>
                  </a:lnTo>
                  <a:lnTo>
                    <a:pt x="1693297" y="60221"/>
                  </a:lnTo>
                  <a:lnTo>
                    <a:pt x="1679530" y="61013"/>
                  </a:lnTo>
                  <a:lnTo>
                    <a:pt x="1665764" y="61805"/>
                  </a:lnTo>
                  <a:lnTo>
                    <a:pt x="1651997" y="62598"/>
                  </a:lnTo>
                  <a:lnTo>
                    <a:pt x="1638230" y="63390"/>
                  </a:lnTo>
                  <a:lnTo>
                    <a:pt x="1624464" y="64183"/>
                  </a:lnTo>
                  <a:lnTo>
                    <a:pt x="1610697" y="64975"/>
                  </a:lnTo>
                  <a:lnTo>
                    <a:pt x="1596930" y="65768"/>
                  </a:lnTo>
                  <a:lnTo>
                    <a:pt x="1583164" y="66560"/>
                  </a:lnTo>
                  <a:lnTo>
                    <a:pt x="1569397" y="67353"/>
                  </a:lnTo>
                  <a:lnTo>
                    <a:pt x="1555631" y="68145"/>
                  </a:lnTo>
                  <a:lnTo>
                    <a:pt x="1541864" y="68938"/>
                  </a:lnTo>
                  <a:lnTo>
                    <a:pt x="1528097" y="69730"/>
                  </a:lnTo>
                  <a:lnTo>
                    <a:pt x="1514331" y="70523"/>
                  </a:lnTo>
                  <a:lnTo>
                    <a:pt x="1500564" y="71315"/>
                  </a:lnTo>
                  <a:lnTo>
                    <a:pt x="1486797" y="72108"/>
                  </a:lnTo>
                  <a:lnTo>
                    <a:pt x="1473031" y="72900"/>
                  </a:lnTo>
                  <a:lnTo>
                    <a:pt x="1459264" y="73693"/>
                  </a:lnTo>
                  <a:lnTo>
                    <a:pt x="1445497" y="74485"/>
                  </a:lnTo>
                  <a:lnTo>
                    <a:pt x="1431731" y="75278"/>
                  </a:lnTo>
                  <a:lnTo>
                    <a:pt x="1417964" y="76070"/>
                  </a:lnTo>
                  <a:lnTo>
                    <a:pt x="1404197" y="76863"/>
                  </a:lnTo>
                  <a:lnTo>
                    <a:pt x="1390431" y="77655"/>
                  </a:lnTo>
                  <a:lnTo>
                    <a:pt x="1376664" y="78448"/>
                  </a:lnTo>
                  <a:lnTo>
                    <a:pt x="1362897" y="79240"/>
                  </a:lnTo>
                  <a:lnTo>
                    <a:pt x="1349131" y="80033"/>
                  </a:lnTo>
                  <a:lnTo>
                    <a:pt x="1335364" y="80825"/>
                  </a:lnTo>
                  <a:lnTo>
                    <a:pt x="1321598" y="81618"/>
                  </a:lnTo>
                  <a:lnTo>
                    <a:pt x="1307831" y="82410"/>
                  </a:lnTo>
                  <a:lnTo>
                    <a:pt x="1294064" y="83203"/>
                  </a:lnTo>
                  <a:lnTo>
                    <a:pt x="1280298" y="83996"/>
                  </a:lnTo>
                  <a:lnTo>
                    <a:pt x="1266531" y="84788"/>
                  </a:lnTo>
                  <a:lnTo>
                    <a:pt x="1252764" y="85581"/>
                  </a:lnTo>
                  <a:lnTo>
                    <a:pt x="1238998" y="86373"/>
                  </a:lnTo>
                  <a:lnTo>
                    <a:pt x="1225231" y="87166"/>
                  </a:lnTo>
                  <a:lnTo>
                    <a:pt x="1211464" y="87959"/>
                  </a:lnTo>
                  <a:lnTo>
                    <a:pt x="1197698" y="88751"/>
                  </a:lnTo>
                  <a:lnTo>
                    <a:pt x="1183931" y="89544"/>
                  </a:lnTo>
                  <a:lnTo>
                    <a:pt x="1170164" y="90337"/>
                  </a:lnTo>
                  <a:lnTo>
                    <a:pt x="1156398" y="91129"/>
                  </a:lnTo>
                  <a:lnTo>
                    <a:pt x="1142631" y="91922"/>
                  </a:lnTo>
                  <a:lnTo>
                    <a:pt x="1128864" y="92715"/>
                  </a:lnTo>
                  <a:lnTo>
                    <a:pt x="1115098" y="93507"/>
                  </a:lnTo>
                  <a:lnTo>
                    <a:pt x="1101331" y="94300"/>
                  </a:lnTo>
                  <a:lnTo>
                    <a:pt x="1087565" y="95093"/>
                  </a:lnTo>
                  <a:lnTo>
                    <a:pt x="1073798" y="95886"/>
                  </a:lnTo>
                  <a:lnTo>
                    <a:pt x="1060031" y="96678"/>
                  </a:lnTo>
                  <a:lnTo>
                    <a:pt x="1046265" y="97471"/>
                  </a:lnTo>
                  <a:lnTo>
                    <a:pt x="1032498" y="98264"/>
                  </a:lnTo>
                  <a:lnTo>
                    <a:pt x="1018731" y="99057"/>
                  </a:lnTo>
                  <a:lnTo>
                    <a:pt x="1004965" y="99849"/>
                  </a:lnTo>
                  <a:lnTo>
                    <a:pt x="991198" y="100642"/>
                  </a:lnTo>
                  <a:lnTo>
                    <a:pt x="977431" y="101435"/>
                  </a:lnTo>
                  <a:lnTo>
                    <a:pt x="963665" y="102228"/>
                  </a:lnTo>
                  <a:lnTo>
                    <a:pt x="949898" y="103021"/>
                  </a:lnTo>
                  <a:lnTo>
                    <a:pt x="936131" y="103814"/>
                  </a:lnTo>
                  <a:lnTo>
                    <a:pt x="922365" y="104607"/>
                  </a:lnTo>
                  <a:lnTo>
                    <a:pt x="908598" y="105400"/>
                  </a:lnTo>
                  <a:lnTo>
                    <a:pt x="894832" y="106193"/>
                  </a:lnTo>
                  <a:lnTo>
                    <a:pt x="881065" y="106986"/>
                  </a:lnTo>
                  <a:lnTo>
                    <a:pt x="867298" y="107779"/>
                  </a:lnTo>
                  <a:lnTo>
                    <a:pt x="853532" y="108572"/>
                  </a:lnTo>
                  <a:lnTo>
                    <a:pt x="839765" y="109366"/>
                  </a:lnTo>
                  <a:lnTo>
                    <a:pt x="825998" y="110159"/>
                  </a:lnTo>
                  <a:lnTo>
                    <a:pt x="812232" y="110952"/>
                  </a:lnTo>
                  <a:lnTo>
                    <a:pt x="798465" y="111746"/>
                  </a:lnTo>
                  <a:lnTo>
                    <a:pt x="784698" y="112539"/>
                  </a:lnTo>
                  <a:lnTo>
                    <a:pt x="770932" y="113332"/>
                  </a:lnTo>
                  <a:lnTo>
                    <a:pt x="757165" y="114126"/>
                  </a:lnTo>
                  <a:lnTo>
                    <a:pt x="743398" y="114920"/>
                  </a:lnTo>
                  <a:lnTo>
                    <a:pt x="729632" y="115713"/>
                  </a:lnTo>
                  <a:lnTo>
                    <a:pt x="715865" y="116507"/>
                  </a:lnTo>
                  <a:lnTo>
                    <a:pt x="702098" y="117301"/>
                  </a:lnTo>
                  <a:lnTo>
                    <a:pt x="688332" y="118095"/>
                  </a:lnTo>
                  <a:lnTo>
                    <a:pt x="674565" y="118889"/>
                  </a:lnTo>
                  <a:lnTo>
                    <a:pt x="660799" y="119683"/>
                  </a:lnTo>
                  <a:lnTo>
                    <a:pt x="647032" y="120478"/>
                  </a:lnTo>
                  <a:lnTo>
                    <a:pt x="633265" y="121272"/>
                  </a:lnTo>
                  <a:lnTo>
                    <a:pt x="619499" y="122067"/>
                  </a:lnTo>
                  <a:lnTo>
                    <a:pt x="605732" y="122862"/>
                  </a:lnTo>
                  <a:lnTo>
                    <a:pt x="591965" y="123658"/>
                  </a:lnTo>
                  <a:lnTo>
                    <a:pt x="578199" y="124453"/>
                  </a:lnTo>
                  <a:lnTo>
                    <a:pt x="564432" y="125249"/>
                  </a:lnTo>
                  <a:lnTo>
                    <a:pt x="550665" y="126045"/>
                  </a:lnTo>
                  <a:lnTo>
                    <a:pt x="536899" y="126842"/>
                  </a:lnTo>
                  <a:lnTo>
                    <a:pt x="523132" y="127639"/>
                  </a:lnTo>
                  <a:lnTo>
                    <a:pt x="509365" y="128437"/>
                  </a:lnTo>
                  <a:lnTo>
                    <a:pt x="495599" y="129236"/>
                  </a:lnTo>
                  <a:lnTo>
                    <a:pt x="481832" y="130035"/>
                  </a:lnTo>
                  <a:lnTo>
                    <a:pt x="468065" y="130836"/>
                  </a:lnTo>
                  <a:lnTo>
                    <a:pt x="454299" y="131638"/>
                  </a:lnTo>
                  <a:lnTo>
                    <a:pt x="440532" y="132441"/>
                  </a:lnTo>
                  <a:lnTo>
                    <a:pt x="426766" y="133247"/>
                  </a:lnTo>
                  <a:lnTo>
                    <a:pt x="412999" y="134056"/>
                  </a:lnTo>
                  <a:lnTo>
                    <a:pt x="399232" y="134868"/>
                  </a:lnTo>
                  <a:lnTo>
                    <a:pt x="385466" y="135687"/>
                  </a:lnTo>
                  <a:lnTo>
                    <a:pt x="371699" y="136512"/>
                  </a:lnTo>
                  <a:lnTo>
                    <a:pt x="357932" y="137349"/>
                  </a:lnTo>
                  <a:lnTo>
                    <a:pt x="344166" y="138202"/>
                  </a:lnTo>
                  <a:lnTo>
                    <a:pt x="330399" y="139080"/>
                  </a:lnTo>
                  <a:lnTo>
                    <a:pt x="316632" y="139996"/>
                  </a:lnTo>
                  <a:lnTo>
                    <a:pt x="302866" y="140965"/>
                  </a:lnTo>
                  <a:lnTo>
                    <a:pt x="289099" y="141995"/>
                  </a:lnTo>
                  <a:lnTo>
                    <a:pt x="275332" y="143086"/>
                  </a:lnTo>
                  <a:lnTo>
                    <a:pt x="261566" y="144224"/>
                  </a:lnTo>
                  <a:lnTo>
                    <a:pt x="247799" y="145396"/>
                  </a:lnTo>
                  <a:lnTo>
                    <a:pt x="234032" y="146589"/>
                  </a:lnTo>
                  <a:lnTo>
                    <a:pt x="220266" y="147798"/>
                  </a:lnTo>
                  <a:lnTo>
                    <a:pt x="206499" y="149016"/>
                  </a:lnTo>
                  <a:lnTo>
                    <a:pt x="192733" y="150241"/>
                  </a:lnTo>
                  <a:lnTo>
                    <a:pt x="178966" y="151471"/>
                  </a:lnTo>
                  <a:lnTo>
                    <a:pt x="165199" y="152704"/>
                  </a:lnTo>
                  <a:lnTo>
                    <a:pt x="151433" y="153940"/>
                  </a:lnTo>
                  <a:lnTo>
                    <a:pt x="137666" y="155178"/>
                  </a:lnTo>
                  <a:lnTo>
                    <a:pt x="123899" y="156418"/>
                  </a:lnTo>
                  <a:lnTo>
                    <a:pt x="110133" y="157658"/>
                  </a:lnTo>
                  <a:lnTo>
                    <a:pt x="96366" y="158900"/>
                  </a:lnTo>
                  <a:lnTo>
                    <a:pt x="82599" y="160143"/>
                  </a:lnTo>
                  <a:lnTo>
                    <a:pt x="68833" y="161387"/>
                  </a:lnTo>
                  <a:lnTo>
                    <a:pt x="55066" y="162631"/>
                  </a:lnTo>
                  <a:lnTo>
                    <a:pt x="41299" y="163875"/>
                  </a:lnTo>
                  <a:lnTo>
                    <a:pt x="27533" y="165120"/>
                  </a:lnTo>
                  <a:lnTo>
                    <a:pt x="13766" y="166366"/>
                  </a:lnTo>
                  <a:lnTo>
                    <a:pt x="0" y="167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480927" y="3201614"/>
              <a:ext cx="3288224" cy="155188"/>
            </a:xfrm>
            <a:custGeom>
              <a:avLst/>
              <a:pathLst>
                <a:path w="3288224" h="155188">
                  <a:moveTo>
                    <a:pt x="0" y="0"/>
                  </a:moveTo>
                  <a:lnTo>
                    <a:pt x="16523" y="779"/>
                  </a:lnTo>
                  <a:lnTo>
                    <a:pt x="33047" y="1558"/>
                  </a:lnTo>
                  <a:lnTo>
                    <a:pt x="49571" y="2338"/>
                  </a:lnTo>
                  <a:lnTo>
                    <a:pt x="66094" y="3117"/>
                  </a:lnTo>
                  <a:lnTo>
                    <a:pt x="82618" y="3896"/>
                  </a:lnTo>
                  <a:lnTo>
                    <a:pt x="99142" y="4676"/>
                  </a:lnTo>
                  <a:lnTo>
                    <a:pt x="115666" y="5455"/>
                  </a:lnTo>
                  <a:lnTo>
                    <a:pt x="132189" y="6235"/>
                  </a:lnTo>
                  <a:lnTo>
                    <a:pt x="148713" y="7014"/>
                  </a:lnTo>
                  <a:lnTo>
                    <a:pt x="165237" y="7793"/>
                  </a:lnTo>
                  <a:lnTo>
                    <a:pt x="181761" y="8573"/>
                  </a:lnTo>
                  <a:lnTo>
                    <a:pt x="198284" y="9352"/>
                  </a:lnTo>
                  <a:lnTo>
                    <a:pt x="214808" y="10131"/>
                  </a:lnTo>
                  <a:lnTo>
                    <a:pt x="231332" y="10911"/>
                  </a:lnTo>
                  <a:lnTo>
                    <a:pt x="247856" y="11690"/>
                  </a:lnTo>
                  <a:lnTo>
                    <a:pt x="264379" y="12469"/>
                  </a:lnTo>
                  <a:lnTo>
                    <a:pt x="280903" y="13249"/>
                  </a:lnTo>
                  <a:lnTo>
                    <a:pt x="297427" y="14028"/>
                  </a:lnTo>
                  <a:lnTo>
                    <a:pt x="313951" y="14807"/>
                  </a:lnTo>
                  <a:lnTo>
                    <a:pt x="330474" y="15587"/>
                  </a:lnTo>
                  <a:lnTo>
                    <a:pt x="346998" y="16366"/>
                  </a:lnTo>
                  <a:lnTo>
                    <a:pt x="363522" y="17145"/>
                  </a:lnTo>
                  <a:lnTo>
                    <a:pt x="380046" y="17924"/>
                  </a:lnTo>
                  <a:lnTo>
                    <a:pt x="396569" y="18704"/>
                  </a:lnTo>
                  <a:lnTo>
                    <a:pt x="413093" y="19483"/>
                  </a:lnTo>
                  <a:lnTo>
                    <a:pt x="429617" y="20262"/>
                  </a:lnTo>
                  <a:lnTo>
                    <a:pt x="446141" y="21042"/>
                  </a:lnTo>
                  <a:lnTo>
                    <a:pt x="462664" y="21821"/>
                  </a:lnTo>
                  <a:lnTo>
                    <a:pt x="479188" y="22600"/>
                  </a:lnTo>
                  <a:lnTo>
                    <a:pt x="495712" y="23379"/>
                  </a:lnTo>
                  <a:lnTo>
                    <a:pt x="512236" y="24159"/>
                  </a:lnTo>
                  <a:lnTo>
                    <a:pt x="528759" y="24938"/>
                  </a:lnTo>
                  <a:lnTo>
                    <a:pt x="545283" y="25717"/>
                  </a:lnTo>
                  <a:lnTo>
                    <a:pt x="561807" y="26496"/>
                  </a:lnTo>
                  <a:lnTo>
                    <a:pt x="578330" y="27276"/>
                  </a:lnTo>
                  <a:lnTo>
                    <a:pt x="594854" y="28055"/>
                  </a:lnTo>
                  <a:lnTo>
                    <a:pt x="611378" y="28834"/>
                  </a:lnTo>
                  <a:lnTo>
                    <a:pt x="627902" y="29613"/>
                  </a:lnTo>
                  <a:lnTo>
                    <a:pt x="644425" y="30392"/>
                  </a:lnTo>
                  <a:lnTo>
                    <a:pt x="660949" y="31172"/>
                  </a:lnTo>
                  <a:lnTo>
                    <a:pt x="677473" y="31951"/>
                  </a:lnTo>
                  <a:lnTo>
                    <a:pt x="693997" y="32730"/>
                  </a:lnTo>
                  <a:lnTo>
                    <a:pt x="710520" y="33509"/>
                  </a:lnTo>
                  <a:lnTo>
                    <a:pt x="727044" y="34288"/>
                  </a:lnTo>
                  <a:lnTo>
                    <a:pt x="743568" y="35067"/>
                  </a:lnTo>
                  <a:lnTo>
                    <a:pt x="760092" y="35846"/>
                  </a:lnTo>
                  <a:lnTo>
                    <a:pt x="776615" y="36625"/>
                  </a:lnTo>
                  <a:lnTo>
                    <a:pt x="793139" y="37404"/>
                  </a:lnTo>
                  <a:lnTo>
                    <a:pt x="809663" y="38184"/>
                  </a:lnTo>
                  <a:lnTo>
                    <a:pt x="826187" y="38963"/>
                  </a:lnTo>
                  <a:lnTo>
                    <a:pt x="842710" y="39742"/>
                  </a:lnTo>
                  <a:lnTo>
                    <a:pt x="859234" y="40521"/>
                  </a:lnTo>
                  <a:lnTo>
                    <a:pt x="875758" y="41300"/>
                  </a:lnTo>
                  <a:lnTo>
                    <a:pt x="892282" y="42079"/>
                  </a:lnTo>
                  <a:lnTo>
                    <a:pt x="908805" y="42858"/>
                  </a:lnTo>
                  <a:lnTo>
                    <a:pt x="925329" y="43637"/>
                  </a:lnTo>
                  <a:lnTo>
                    <a:pt x="941853" y="44416"/>
                  </a:lnTo>
                  <a:lnTo>
                    <a:pt x="958377" y="45194"/>
                  </a:lnTo>
                  <a:lnTo>
                    <a:pt x="974900" y="45973"/>
                  </a:lnTo>
                  <a:lnTo>
                    <a:pt x="991424" y="46752"/>
                  </a:lnTo>
                  <a:lnTo>
                    <a:pt x="1007948" y="47531"/>
                  </a:lnTo>
                  <a:lnTo>
                    <a:pt x="1024472" y="48310"/>
                  </a:lnTo>
                  <a:lnTo>
                    <a:pt x="1040995" y="49089"/>
                  </a:lnTo>
                  <a:lnTo>
                    <a:pt x="1057519" y="49867"/>
                  </a:lnTo>
                  <a:lnTo>
                    <a:pt x="1074043" y="50646"/>
                  </a:lnTo>
                  <a:lnTo>
                    <a:pt x="1090567" y="51425"/>
                  </a:lnTo>
                  <a:lnTo>
                    <a:pt x="1107090" y="52204"/>
                  </a:lnTo>
                  <a:lnTo>
                    <a:pt x="1123614" y="52982"/>
                  </a:lnTo>
                  <a:lnTo>
                    <a:pt x="1140138" y="53761"/>
                  </a:lnTo>
                  <a:lnTo>
                    <a:pt x="1156661" y="54539"/>
                  </a:lnTo>
                  <a:lnTo>
                    <a:pt x="1173185" y="55318"/>
                  </a:lnTo>
                  <a:lnTo>
                    <a:pt x="1189709" y="56096"/>
                  </a:lnTo>
                  <a:lnTo>
                    <a:pt x="1206233" y="56875"/>
                  </a:lnTo>
                  <a:lnTo>
                    <a:pt x="1222756" y="57653"/>
                  </a:lnTo>
                  <a:lnTo>
                    <a:pt x="1239280" y="58432"/>
                  </a:lnTo>
                  <a:lnTo>
                    <a:pt x="1255804" y="59210"/>
                  </a:lnTo>
                  <a:lnTo>
                    <a:pt x="1272328" y="59988"/>
                  </a:lnTo>
                  <a:lnTo>
                    <a:pt x="1288851" y="60766"/>
                  </a:lnTo>
                  <a:lnTo>
                    <a:pt x="1305375" y="61544"/>
                  </a:lnTo>
                  <a:lnTo>
                    <a:pt x="1321899" y="62322"/>
                  </a:lnTo>
                  <a:lnTo>
                    <a:pt x="1338423" y="63100"/>
                  </a:lnTo>
                  <a:lnTo>
                    <a:pt x="1354946" y="63878"/>
                  </a:lnTo>
                  <a:lnTo>
                    <a:pt x="1371470" y="64656"/>
                  </a:lnTo>
                  <a:lnTo>
                    <a:pt x="1387994" y="65434"/>
                  </a:lnTo>
                  <a:lnTo>
                    <a:pt x="1404518" y="66211"/>
                  </a:lnTo>
                  <a:lnTo>
                    <a:pt x="1421041" y="66989"/>
                  </a:lnTo>
                  <a:lnTo>
                    <a:pt x="1437565" y="67766"/>
                  </a:lnTo>
                  <a:lnTo>
                    <a:pt x="1454089" y="68543"/>
                  </a:lnTo>
                  <a:lnTo>
                    <a:pt x="1470613" y="69320"/>
                  </a:lnTo>
                  <a:lnTo>
                    <a:pt x="1487136" y="70097"/>
                  </a:lnTo>
                  <a:lnTo>
                    <a:pt x="1503660" y="70874"/>
                  </a:lnTo>
                  <a:lnTo>
                    <a:pt x="1520184" y="71651"/>
                  </a:lnTo>
                  <a:lnTo>
                    <a:pt x="1536708" y="72427"/>
                  </a:lnTo>
                  <a:lnTo>
                    <a:pt x="1553231" y="73203"/>
                  </a:lnTo>
                  <a:lnTo>
                    <a:pt x="1569755" y="73979"/>
                  </a:lnTo>
                  <a:lnTo>
                    <a:pt x="1586279" y="74754"/>
                  </a:lnTo>
                  <a:lnTo>
                    <a:pt x="1602803" y="75530"/>
                  </a:lnTo>
                  <a:lnTo>
                    <a:pt x="1619326" y="76304"/>
                  </a:lnTo>
                  <a:lnTo>
                    <a:pt x="1635850" y="77079"/>
                  </a:lnTo>
                  <a:lnTo>
                    <a:pt x="1652374" y="77853"/>
                  </a:lnTo>
                  <a:lnTo>
                    <a:pt x="1668898" y="78626"/>
                  </a:lnTo>
                  <a:lnTo>
                    <a:pt x="1685421" y="79399"/>
                  </a:lnTo>
                  <a:lnTo>
                    <a:pt x="1701945" y="80171"/>
                  </a:lnTo>
                  <a:lnTo>
                    <a:pt x="1718469" y="80942"/>
                  </a:lnTo>
                  <a:lnTo>
                    <a:pt x="1734992" y="81713"/>
                  </a:lnTo>
                  <a:lnTo>
                    <a:pt x="1751516" y="82482"/>
                  </a:lnTo>
                  <a:lnTo>
                    <a:pt x="1768040" y="83250"/>
                  </a:lnTo>
                  <a:lnTo>
                    <a:pt x="1784564" y="84017"/>
                  </a:lnTo>
                  <a:lnTo>
                    <a:pt x="1801087" y="84781"/>
                  </a:lnTo>
                  <a:lnTo>
                    <a:pt x="1817611" y="85544"/>
                  </a:lnTo>
                  <a:lnTo>
                    <a:pt x="1834135" y="86303"/>
                  </a:lnTo>
                  <a:lnTo>
                    <a:pt x="1850659" y="87060"/>
                  </a:lnTo>
                  <a:lnTo>
                    <a:pt x="1867182" y="87813"/>
                  </a:lnTo>
                  <a:lnTo>
                    <a:pt x="1883706" y="88561"/>
                  </a:lnTo>
                  <a:lnTo>
                    <a:pt x="1900230" y="89303"/>
                  </a:lnTo>
                  <a:lnTo>
                    <a:pt x="1916754" y="90038"/>
                  </a:lnTo>
                  <a:lnTo>
                    <a:pt x="1933277" y="90765"/>
                  </a:lnTo>
                  <a:lnTo>
                    <a:pt x="1949801" y="91482"/>
                  </a:lnTo>
                  <a:lnTo>
                    <a:pt x="1966325" y="92189"/>
                  </a:lnTo>
                  <a:lnTo>
                    <a:pt x="1982849" y="92884"/>
                  </a:lnTo>
                  <a:lnTo>
                    <a:pt x="1999372" y="93567"/>
                  </a:lnTo>
                  <a:lnTo>
                    <a:pt x="2015896" y="94239"/>
                  </a:lnTo>
                  <a:lnTo>
                    <a:pt x="2032420" y="94900"/>
                  </a:lnTo>
                  <a:lnTo>
                    <a:pt x="2048944" y="95551"/>
                  </a:lnTo>
                  <a:lnTo>
                    <a:pt x="2065467" y="96194"/>
                  </a:lnTo>
                  <a:lnTo>
                    <a:pt x="2081991" y="96831"/>
                  </a:lnTo>
                  <a:lnTo>
                    <a:pt x="2098515" y="97462"/>
                  </a:lnTo>
                  <a:lnTo>
                    <a:pt x="2115039" y="98088"/>
                  </a:lnTo>
                  <a:lnTo>
                    <a:pt x="2131562" y="98710"/>
                  </a:lnTo>
                  <a:lnTo>
                    <a:pt x="2148086" y="99329"/>
                  </a:lnTo>
                  <a:lnTo>
                    <a:pt x="2164610" y="99946"/>
                  </a:lnTo>
                  <a:lnTo>
                    <a:pt x="2181134" y="100560"/>
                  </a:lnTo>
                  <a:lnTo>
                    <a:pt x="2197657" y="101173"/>
                  </a:lnTo>
                  <a:lnTo>
                    <a:pt x="2214181" y="101784"/>
                  </a:lnTo>
                  <a:lnTo>
                    <a:pt x="2230705" y="102394"/>
                  </a:lnTo>
                  <a:lnTo>
                    <a:pt x="2247229" y="103002"/>
                  </a:lnTo>
                  <a:lnTo>
                    <a:pt x="2263752" y="103610"/>
                  </a:lnTo>
                  <a:lnTo>
                    <a:pt x="2280276" y="104217"/>
                  </a:lnTo>
                  <a:lnTo>
                    <a:pt x="2296800" y="104823"/>
                  </a:lnTo>
                  <a:lnTo>
                    <a:pt x="2313323" y="105429"/>
                  </a:lnTo>
                  <a:lnTo>
                    <a:pt x="2329847" y="106034"/>
                  </a:lnTo>
                  <a:lnTo>
                    <a:pt x="2346371" y="106639"/>
                  </a:lnTo>
                  <a:lnTo>
                    <a:pt x="2362895" y="107243"/>
                  </a:lnTo>
                  <a:lnTo>
                    <a:pt x="2379418" y="107847"/>
                  </a:lnTo>
                  <a:lnTo>
                    <a:pt x="2395942" y="108450"/>
                  </a:lnTo>
                  <a:lnTo>
                    <a:pt x="2412466" y="109054"/>
                  </a:lnTo>
                  <a:lnTo>
                    <a:pt x="2428990" y="109657"/>
                  </a:lnTo>
                  <a:lnTo>
                    <a:pt x="2445513" y="110259"/>
                  </a:lnTo>
                  <a:lnTo>
                    <a:pt x="2462037" y="110862"/>
                  </a:lnTo>
                  <a:lnTo>
                    <a:pt x="2478561" y="111464"/>
                  </a:lnTo>
                  <a:lnTo>
                    <a:pt x="2495085" y="112067"/>
                  </a:lnTo>
                  <a:lnTo>
                    <a:pt x="2511608" y="112669"/>
                  </a:lnTo>
                  <a:lnTo>
                    <a:pt x="2528132" y="113271"/>
                  </a:lnTo>
                  <a:lnTo>
                    <a:pt x="2544656" y="113872"/>
                  </a:lnTo>
                  <a:lnTo>
                    <a:pt x="2561180" y="114474"/>
                  </a:lnTo>
                  <a:lnTo>
                    <a:pt x="2577703" y="115076"/>
                  </a:lnTo>
                  <a:lnTo>
                    <a:pt x="2594227" y="115677"/>
                  </a:lnTo>
                  <a:lnTo>
                    <a:pt x="2610751" y="116278"/>
                  </a:lnTo>
                  <a:lnTo>
                    <a:pt x="2627275" y="116880"/>
                  </a:lnTo>
                  <a:lnTo>
                    <a:pt x="2643798" y="117481"/>
                  </a:lnTo>
                  <a:lnTo>
                    <a:pt x="2660322" y="118082"/>
                  </a:lnTo>
                  <a:lnTo>
                    <a:pt x="2676846" y="118683"/>
                  </a:lnTo>
                  <a:lnTo>
                    <a:pt x="2693370" y="119284"/>
                  </a:lnTo>
                  <a:lnTo>
                    <a:pt x="2709893" y="119885"/>
                  </a:lnTo>
                  <a:lnTo>
                    <a:pt x="2726417" y="120486"/>
                  </a:lnTo>
                  <a:lnTo>
                    <a:pt x="2742941" y="121087"/>
                  </a:lnTo>
                  <a:lnTo>
                    <a:pt x="2759465" y="121687"/>
                  </a:lnTo>
                  <a:lnTo>
                    <a:pt x="2775988" y="122288"/>
                  </a:lnTo>
                  <a:lnTo>
                    <a:pt x="2792512" y="122889"/>
                  </a:lnTo>
                  <a:lnTo>
                    <a:pt x="2809036" y="123489"/>
                  </a:lnTo>
                  <a:lnTo>
                    <a:pt x="2825559" y="124090"/>
                  </a:lnTo>
                  <a:lnTo>
                    <a:pt x="2842083" y="124690"/>
                  </a:lnTo>
                  <a:lnTo>
                    <a:pt x="2858607" y="125291"/>
                  </a:lnTo>
                  <a:lnTo>
                    <a:pt x="2875131" y="125891"/>
                  </a:lnTo>
                  <a:lnTo>
                    <a:pt x="2891654" y="126492"/>
                  </a:lnTo>
                  <a:lnTo>
                    <a:pt x="2908178" y="127092"/>
                  </a:lnTo>
                  <a:lnTo>
                    <a:pt x="2924702" y="127692"/>
                  </a:lnTo>
                  <a:lnTo>
                    <a:pt x="2941226" y="128293"/>
                  </a:lnTo>
                  <a:lnTo>
                    <a:pt x="2957749" y="128893"/>
                  </a:lnTo>
                  <a:lnTo>
                    <a:pt x="2974273" y="129493"/>
                  </a:lnTo>
                  <a:lnTo>
                    <a:pt x="2990797" y="130094"/>
                  </a:lnTo>
                  <a:lnTo>
                    <a:pt x="3007321" y="130694"/>
                  </a:lnTo>
                  <a:lnTo>
                    <a:pt x="3023844" y="131294"/>
                  </a:lnTo>
                  <a:lnTo>
                    <a:pt x="3040368" y="131894"/>
                  </a:lnTo>
                  <a:lnTo>
                    <a:pt x="3056892" y="132494"/>
                  </a:lnTo>
                  <a:lnTo>
                    <a:pt x="3073416" y="133095"/>
                  </a:lnTo>
                  <a:lnTo>
                    <a:pt x="3089939" y="133695"/>
                  </a:lnTo>
                  <a:lnTo>
                    <a:pt x="3106463" y="134295"/>
                  </a:lnTo>
                  <a:lnTo>
                    <a:pt x="3122987" y="134895"/>
                  </a:lnTo>
                  <a:lnTo>
                    <a:pt x="3139511" y="135495"/>
                  </a:lnTo>
                  <a:lnTo>
                    <a:pt x="3156034" y="136095"/>
                  </a:lnTo>
                  <a:lnTo>
                    <a:pt x="3172558" y="136695"/>
                  </a:lnTo>
                  <a:lnTo>
                    <a:pt x="3189082" y="137295"/>
                  </a:lnTo>
                  <a:lnTo>
                    <a:pt x="3205606" y="137895"/>
                  </a:lnTo>
                  <a:lnTo>
                    <a:pt x="3222129" y="138495"/>
                  </a:lnTo>
                  <a:lnTo>
                    <a:pt x="3238653" y="139095"/>
                  </a:lnTo>
                  <a:lnTo>
                    <a:pt x="3255177" y="139695"/>
                  </a:lnTo>
                  <a:lnTo>
                    <a:pt x="3271701" y="140295"/>
                  </a:lnTo>
                  <a:lnTo>
                    <a:pt x="3288224" y="140895"/>
                  </a:lnTo>
                  <a:lnTo>
                    <a:pt x="3288224" y="155188"/>
                  </a:lnTo>
                  <a:lnTo>
                    <a:pt x="3271701" y="154409"/>
                  </a:lnTo>
                  <a:lnTo>
                    <a:pt x="3255177" y="153629"/>
                  </a:lnTo>
                  <a:lnTo>
                    <a:pt x="3238653" y="152850"/>
                  </a:lnTo>
                  <a:lnTo>
                    <a:pt x="3222129" y="152071"/>
                  </a:lnTo>
                  <a:lnTo>
                    <a:pt x="3205606" y="151292"/>
                  </a:lnTo>
                  <a:lnTo>
                    <a:pt x="3189082" y="150513"/>
                  </a:lnTo>
                  <a:lnTo>
                    <a:pt x="3172558" y="149734"/>
                  </a:lnTo>
                  <a:lnTo>
                    <a:pt x="3156034" y="148955"/>
                  </a:lnTo>
                  <a:lnTo>
                    <a:pt x="3139511" y="148176"/>
                  </a:lnTo>
                  <a:lnTo>
                    <a:pt x="3122987" y="147397"/>
                  </a:lnTo>
                  <a:lnTo>
                    <a:pt x="3106463" y="146618"/>
                  </a:lnTo>
                  <a:lnTo>
                    <a:pt x="3089939" y="145839"/>
                  </a:lnTo>
                  <a:lnTo>
                    <a:pt x="3073416" y="145060"/>
                  </a:lnTo>
                  <a:lnTo>
                    <a:pt x="3056892" y="144281"/>
                  </a:lnTo>
                  <a:lnTo>
                    <a:pt x="3040368" y="143502"/>
                  </a:lnTo>
                  <a:lnTo>
                    <a:pt x="3023844" y="142723"/>
                  </a:lnTo>
                  <a:lnTo>
                    <a:pt x="3007321" y="141944"/>
                  </a:lnTo>
                  <a:lnTo>
                    <a:pt x="2990797" y="141165"/>
                  </a:lnTo>
                  <a:lnTo>
                    <a:pt x="2974273" y="140386"/>
                  </a:lnTo>
                  <a:lnTo>
                    <a:pt x="2957749" y="139607"/>
                  </a:lnTo>
                  <a:lnTo>
                    <a:pt x="2941226" y="138829"/>
                  </a:lnTo>
                  <a:lnTo>
                    <a:pt x="2924702" y="138050"/>
                  </a:lnTo>
                  <a:lnTo>
                    <a:pt x="2908178" y="137271"/>
                  </a:lnTo>
                  <a:lnTo>
                    <a:pt x="2891654" y="136492"/>
                  </a:lnTo>
                  <a:lnTo>
                    <a:pt x="2875131" y="135713"/>
                  </a:lnTo>
                  <a:lnTo>
                    <a:pt x="2858607" y="134935"/>
                  </a:lnTo>
                  <a:lnTo>
                    <a:pt x="2842083" y="134156"/>
                  </a:lnTo>
                  <a:lnTo>
                    <a:pt x="2825559" y="133378"/>
                  </a:lnTo>
                  <a:lnTo>
                    <a:pt x="2809036" y="132599"/>
                  </a:lnTo>
                  <a:lnTo>
                    <a:pt x="2792512" y="131820"/>
                  </a:lnTo>
                  <a:lnTo>
                    <a:pt x="2775988" y="131042"/>
                  </a:lnTo>
                  <a:lnTo>
                    <a:pt x="2759465" y="130264"/>
                  </a:lnTo>
                  <a:lnTo>
                    <a:pt x="2742941" y="129485"/>
                  </a:lnTo>
                  <a:lnTo>
                    <a:pt x="2726417" y="128707"/>
                  </a:lnTo>
                  <a:lnTo>
                    <a:pt x="2709893" y="127928"/>
                  </a:lnTo>
                  <a:lnTo>
                    <a:pt x="2693370" y="127150"/>
                  </a:lnTo>
                  <a:lnTo>
                    <a:pt x="2676846" y="126372"/>
                  </a:lnTo>
                  <a:lnTo>
                    <a:pt x="2660322" y="125594"/>
                  </a:lnTo>
                  <a:lnTo>
                    <a:pt x="2643798" y="124816"/>
                  </a:lnTo>
                  <a:lnTo>
                    <a:pt x="2627275" y="124038"/>
                  </a:lnTo>
                  <a:lnTo>
                    <a:pt x="2610751" y="123260"/>
                  </a:lnTo>
                  <a:lnTo>
                    <a:pt x="2594227" y="122482"/>
                  </a:lnTo>
                  <a:lnTo>
                    <a:pt x="2577703" y="121705"/>
                  </a:lnTo>
                  <a:lnTo>
                    <a:pt x="2561180" y="120927"/>
                  </a:lnTo>
                  <a:lnTo>
                    <a:pt x="2544656" y="120150"/>
                  </a:lnTo>
                  <a:lnTo>
                    <a:pt x="2528132" y="119372"/>
                  </a:lnTo>
                  <a:lnTo>
                    <a:pt x="2511608" y="118595"/>
                  </a:lnTo>
                  <a:lnTo>
                    <a:pt x="2495085" y="117818"/>
                  </a:lnTo>
                  <a:lnTo>
                    <a:pt x="2478561" y="117041"/>
                  </a:lnTo>
                  <a:lnTo>
                    <a:pt x="2462037" y="116264"/>
                  </a:lnTo>
                  <a:lnTo>
                    <a:pt x="2445513" y="115488"/>
                  </a:lnTo>
                  <a:lnTo>
                    <a:pt x="2428990" y="114711"/>
                  </a:lnTo>
                  <a:lnTo>
                    <a:pt x="2412466" y="113935"/>
                  </a:lnTo>
                  <a:lnTo>
                    <a:pt x="2395942" y="113159"/>
                  </a:lnTo>
                  <a:lnTo>
                    <a:pt x="2379418" y="112384"/>
                  </a:lnTo>
                  <a:lnTo>
                    <a:pt x="2362895" y="111609"/>
                  </a:lnTo>
                  <a:lnTo>
                    <a:pt x="2346371" y="110834"/>
                  </a:lnTo>
                  <a:lnTo>
                    <a:pt x="2329847" y="110059"/>
                  </a:lnTo>
                  <a:lnTo>
                    <a:pt x="2313323" y="109285"/>
                  </a:lnTo>
                  <a:lnTo>
                    <a:pt x="2296800" y="108512"/>
                  </a:lnTo>
                  <a:lnTo>
                    <a:pt x="2280276" y="107739"/>
                  </a:lnTo>
                  <a:lnTo>
                    <a:pt x="2263752" y="106967"/>
                  </a:lnTo>
                  <a:lnTo>
                    <a:pt x="2247229" y="106195"/>
                  </a:lnTo>
                  <a:lnTo>
                    <a:pt x="2230705" y="105425"/>
                  </a:lnTo>
                  <a:lnTo>
                    <a:pt x="2214181" y="104655"/>
                  </a:lnTo>
                  <a:lnTo>
                    <a:pt x="2197657" y="103887"/>
                  </a:lnTo>
                  <a:lnTo>
                    <a:pt x="2181134" y="103121"/>
                  </a:lnTo>
                  <a:lnTo>
                    <a:pt x="2164610" y="102356"/>
                  </a:lnTo>
                  <a:lnTo>
                    <a:pt x="2148086" y="101593"/>
                  </a:lnTo>
                  <a:lnTo>
                    <a:pt x="2131562" y="100833"/>
                  </a:lnTo>
                  <a:lnTo>
                    <a:pt x="2115039" y="100077"/>
                  </a:lnTo>
                  <a:lnTo>
                    <a:pt x="2098515" y="99324"/>
                  </a:lnTo>
                  <a:lnTo>
                    <a:pt x="2081991" y="98575"/>
                  </a:lnTo>
                  <a:lnTo>
                    <a:pt x="2065467" y="97833"/>
                  </a:lnTo>
                  <a:lnTo>
                    <a:pt x="2048944" y="97097"/>
                  </a:lnTo>
                  <a:lnTo>
                    <a:pt x="2032420" y="96369"/>
                  </a:lnTo>
                  <a:lnTo>
                    <a:pt x="2015896" y="95651"/>
                  </a:lnTo>
                  <a:lnTo>
                    <a:pt x="1999372" y="94944"/>
                  </a:lnTo>
                  <a:lnTo>
                    <a:pt x="1982849" y="94248"/>
                  </a:lnTo>
                  <a:lnTo>
                    <a:pt x="1966325" y="93564"/>
                  </a:lnTo>
                  <a:lnTo>
                    <a:pt x="1949801" y="92891"/>
                  </a:lnTo>
                  <a:lnTo>
                    <a:pt x="1933277" y="92229"/>
                  </a:lnTo>
                  <a:lnTo>
                    <a:pt x="1916754" y="91577"/>
                  </a:lnTo>
                  <a:lnTo>
                    <a:pt x="1900230" y="90933"/>
                  </a:lnTo>
                  <a:lnTo>
                    <a:pt x="1883706" y="90296"/>
                  </a:lnTo>
                  <a:lnTo>
                    <a:pt x="1867182" y="89665"/>
                  </a:lnTo>
                  <a:lnTo>
                    <a:pt x="1850659" y="89038"/>
                  </a:lnTo>
                  <a:lnTo>
                    <a:pt x="1834135" y="88416"/>
                  </a:lnTo>
                  <a:lnTo>
                    <a:pt x="1817611" y="87796"/>
                  </a:lnTo>
                  <a:lnTo>
                    <a:pt x="1801087" y="87180"/>
                  </a:lnTo>
                  <a:lnTo>
                    <a:pt x="1784564" y="86565"/>
                  </a:lnTo>
                  <a:lnTo>
                    <a:pt x="1768040" y="85952"/>
                  </a:lnTo>
                  <a:lnTo>
                    <a:pt x="1751516" y="85341"/>
                  </a:lnTo>
                  <a:lnTo>
                    <a:pt x="1734992" y="84731"/>
                  </a:lnTo>
                  <a:lnTo>
                    <a:pt x="1718469" y="84123"/>
                  </a:lnTo>
                  <a:lnTo>
                    <a:pt x="1701945" y="83515"/>
                  </a:lnTo>
                  <a:lnTo>
                    <a:pt x="1685421" y="82908"/>
                  </a:lnTo>
                  <a:lnTo>
                    <a:pt x="1668898" y="82302"/>
                  </a:lnTo>
                  <a:lnTo>
                    <a:pt x="1652374" y="81696"/>
                  </a:lnTo>
                  <a:lnTo>
                    <a:pt x="1635850" y="81091"/>
                  </a:lnTo>
                  <a:lnTo>
                    <a:pt x="1619326" y="80486"/>
                  </a:lnTo>
                  <a:lnTo>
                    <a:pt x="1602803" y="79882"/>
                  </a:lnTo>
                  <a:lnTo>
                    <a:pt x="1586279" y="79278"/>
                  </a:lnTo>
                  <a:lnTo>
                    <a:pt x="1569755" y="78674"/>
                  </a:lnTo>
                  <a:lnTo>
                    <a:pt x="1553231" y="78071"/>
                  </a:lnTo>
                  <a:lnTo>
                    <a:pt x="1536708" y="77468"/>
                  </a:lnTo>
                  <a:lnTo>
                    <a:pt x="1520184" y="76865"/>
                  </a:lnTo>
                  <a:lnTo>
                    <a:pt x="1503660" y="76262"/>
                  </a:lnTo>
                  <a:lnTo>
                    <a:pt x="1487136" y="75660"/>
                  </a:lnTo>
                  <a:lnTo>
                    <a:pt x="1470613" y="75058"/>
                  </a:lnTo>
                  <a:lnTo>
                    <a:pt x="1454089" y="74456"/>
                  </a:lnTo>
                  <a:lnTo>
                    <a:pt x="1437565" y="73854"/>
                  </a:lnTo>
                  <a:lnTo>
                    <a:pt x="1421041" y="73252"/>
                  </a:lnTo>
                  <a:lnTo>
                    <a:pt x="1404518" y="72650"/>
                  </a:lnTo>
                  <a:lnTo>
                    <a:pt x="1387994" y="72049"/>
                  </a:lnTo>
                  <a:lnTo>
                    <a:pt x="1371470" y="71447"/>
                  </a:lnTo>
                  <a:lnTo>
                    <a:pt x="1354946" y="70846"/>
                  </a:lnTo>
                  <a:lnTo>
                    <a:pt x="1338423" y="70245"/>
                  </a:lnTo>
                  <a:lnTo>
                    <a:pt x="1321899" y="69643"/>
                  </a:lnTo>
                  <a:lnTo>
                    <a:pt x="1305375" y="69042"/>
                  </a:lnTo>
                  <a:lnTo>
                    <a:pt x="1288851" y="68441"/>
                  </a:lnTo>
                  <a:lnTo>
                    <a:pt x="1272328" y="67840"/>
                  </a:lnTo>
                  <a:lnTo>
                    <a:pt x="1255804" y="67239"/>
                  </a:lnTo>
                  <a:lnTo>
                    <a:pt x="1239280" y="66639"/>
                  </a:lnTo>
                  <a:lnTo>
                    <a:pt x="1222756" y="66038"/>
                  </a:lnTo>
                  <a:lnTo>
                    <a:pt x="1206233" y="65437"/>
                  </a:lnTo>
                  <a:lnTo>
                    <a:pt x="1189709" y="64836"/>
                  </a:lnTo>
                  <a:lnTo>
                    <a:pt x="1173185" y="64236"/>
                  </a:lnTo>
                  <a:lnTo>
                    <a:pt x="1156661" y="63635"/>
                  </a:lnTo>
                  <a:lnTo>
                    <a:pt x="1140138" y="63035"/>
                  </a:lnTo>
                  <a:lnTo>
                    <a:pt x="1123614" y="62434"/>
                  </a:lnTo>
                  <a:lnTo>
                    <a:pt x="1107090" y="61834"/>
                  </a:lnTo>
                  <a:lnTo>
                    <a:pt x="1090567" y="61233"/>
                  </a:lnTo>
                  <a:lnTo>
                    <a:pt x="1074043" y="60633"/>
                  </a:lnTo>
                  <a:lnTo>
                    <a:pt x="1057519" y="60032"/>
                  </a:lnTo>
                  <a:lnTo>
                    <a:pt x="1040995" y="59432"/>
                  </a:lnTo>
                  <a:lnTo>
                    <a:pt x="1024472" y="58832"/>
                  </a:lnTo>
                  <a:lnTo>
                    <a:pt x="1007948" y="58231"/>
                  </a:lnTo>
                  <a:lnTo>
                    <a:pt x="991424" y="57631"/>
                  </a:lnTo>
                  <a:lnTo>
                    <a:pt x="974900" y="57031"/>
                  </a:lnTo>
                  <a:lnTo>
                    <a:pt x="958377" y="56430"/>
                  </a:lnTo>
                  <a:lnTo>
                    <a:pt x="941853" y="55830"/>
                  </a:lnTo>
                  <a:lnTo>
                    <a:pt x="925329" y="55230"/>
                  </a:lnTo>
                  <a:lnTo>
                    <a:pt x="908805" y="54630"/>
                  </a:lnTo>
                  <a:lnTo>
                    <a:pt x="892282" y="54030"/>
                  </a:lnTo>
                  <a:lnTo>
                    <a:pt x="875758" y="53429"/>
                  </a:lnTo>
                  <a:lnTo>
                    <a:pt x="859234" y="52829"/>
                  </a:lnTo>
                  <a:lnTo>
                    <a:pt x="842710" y="52229"/>
                  </a:lnTo>
                  <a:lnTo>
                    <a:pt x="826187" y="51629"/>
                  </a:lnTo>
                  <a:lnTo>
                    <a:pt x="809663" y="51029"/>
                  </a:lnTo>
                  <a:lnTo>
                    <a:pt x="793139" y="50429"/>
                  </a:lnTo>
                  <a:lnTo>
                    <a:pt x="776615" y="49829"/>
                  </a:lnTo>
                  <a:lnTo>
                    <a:pt x="760092" y="49229"/>
                  </a:lnTo>
                  <a:lnTo>
                    <a:pt x="743568" y="48629"/>
                  </a:lnTo>
                  <a:lnTo>
                    <a:pt x="727044" y="48029"/>
                  </a:lnTo>
                  <a:lnTo>
                    <a:pt x="710520" y="47429"/>
                  </a:lnTo>
                  <a:lnTo>
                    <a:pt x="693997" y="46829"/>
                  </a:lnTo>
                  <a:lnTo>
                    <a:pt x="677473" y="46229"/>
                  </a:lnTo>
                  <a:lnTo>
                    <a:pt x="660949" y="45629"/>
                  </a:lnTo>
                  <a:lnTo>
                    <a:pt x="644425" y="45029"/>
                  </a:lnTo>
                  <a:lnTo>
                    <a:pt x="627902" y="44429"/>
                  </a:lnTo>
                  <a:lnTo>
                    <a:pt x="611378" y="43829"/>
                  </a:lnTo>
                  <a:lnTo>
                    <a:pt x="594854" y="43229"/>
                  </a:lnTo>
                  <a:lnTo>
                    <a:pt x="578330" y="42629"/>
                  </a:lnTo>
                  <a:lnTo>
                    <a:pt x="561807" y="42029"/>
                  </a:lnTo>
                  <a:lnTo>
                    <a:pt x="545283" y="41429"/>
                  </a:lnTo>
                  <a:lnTo>
                    <a:pt x="528759" y="40829"/>
                  </a:lnTo>
                  <a:lnTo>
                    <a:pt x="512236" y="40230"/>
                  </a:lnTo>
                  <a:lnTo>
                    <a:pt x="495712" y="39630"/>
                  </a:lnTo>
                  <a:lnTo>
                    <a:pt x="479188" y="39030"/>
                  </a:lnTo>
                  <a:lnTo>
                    <a:pt x="462664" y="38430"/>
                  </a:lnTo>
                  <a:lnTo>
                    <a:pt x="446141" y="37830"/>
                  </a:lnTo>
                  <a:lnTo>
                    <a:pt x="429617" y="37230"/>
                  </a:lnTo>
                  <a:lnTo>
                    <a:pt x="413093" y="36630"/>
                  </a:lnTo>
                  <a:lnTo>
                    <a:pt x="396569" y="36030"/>
                  </a:lnTo>
                  <a:lnTo>
                    <a:pt x="380046" y="35431"/>
                  </a:lnTo>
                  <a:lnTo>
                    <a:pt x="363522" y="34831"/>
                  </a:lnTo>
                  <a:lnTo>
                    <a:pt x="346998" y="34231"/>
                  </a:lnTo>
                  <a:lnTo>
                    <a:pt x="330474" y="33631"/>
                  </a:lnTo>
                  <a:lnTo>
                    <a:pt x="313951" y="33031"/>
                  </a:lnTo>
                  <a:lnTo>
                    <a:pt x="297427" y="32431"/>
                  </a:lnTo>
                  <a:lnTo>
                    <a:pt x="280903" y="31832"/>
                  </a:lnTo>
                  <a:lnTo>
                    <a:pt x="264379" y="31232"/>
                  </a:lnTo>
                  <a:lnTo>
                    <a:pt x="247856" y="30632"/>
                  </a:lnTo>
                  <a:lnTo>
                    <a:pt x="231332" y="30032"/>
                  </a:lnTo>
                  <a:lnTo>
                    <a:pt x="214808" y="29432"/>
                  </a:lnTo>
                  <a:lnTo>
                    <a:pt x="198284" y="28833"/>
                  </a:lnTo>
                  <a:lnTo>
                    <a:pt x="181761" y="28233"/>
                  </a:lnTo>
                  <a:lnTo>
                    <a:pt x="165237" y="27633"/>
                  </a:lnTo>
                  <a:lnTo>
                    <a:pt x="148713" y="27033"/>
                  </a:lnTo>
                  <a:lnTo>
                    <a:pt x="132189" y="26433"/>
                  </a:lnTo>
                  <a:lnTo>
                    <a:pt x="115666" y="25834"/>
                  </a:lnTo>
                  <a:lnTo>
                    <a:pt x="99142" y="25234"/>
                  </a:lnTo>
                  <a:lnTo>
                    <a:pt x="82618" y="24634"/>
                  </a:lnTo>
                  <a:lnTo>
                    <a:pt x="66094" y="24034"/>
                  </a:lnTo>
                  <a:lnTo>
                    <a:pt x="49571" y="23435"/>
                  </a:lnTo>
                  <a:lnTo>
                    <a:pt x="33047" y="22835"/>
                  </a:lnTo>
                  <a:lnTo>
                    <a:pt x="16523" y="22235"/>
                  </a:lnTo>
                  <a:lnTo>
                    <a:pt x="0" y="21635"/>
                  </a:lnTo>
                  <a:close/>
                </a:path>
              </a:pathLst>
            </a:cu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480927" y="3201614"/>
              <a:ext cx="3288224" cy="140895"/>
            </a:xfrm>
            <a:custGeom>
              <a:avLst/>
              <a:pathLst>
                <a:path w="3288224" h="140895">
                  <a:moveTo>
                    <a:pt x="0" y="0"/>
                  </a:moveTo>
                  <a:lnTo>
                    <a:pt x="16523" y="779"/>
                  </a:lnTo>
                  <a:lnTo>
                    <a:pt x="33047" y="1558"/>
                  </a:lnTo>
                  <a:lnTo>
                    <a:pt x="49571" y="2338"/>
                  </a:lnTo>
                  <a:lnTo>
                    <a:pt x="66094" y="3117"/>
                  </a:lnTo>
                  <a:lnTo>
                    <a:pt x="82618" y="3896"/>
                  </a:lnTo>
                  <a:lnTo>
                    <a:pt x="99142" y="4676"/>
                  </a:lnTo>
                  <a:lnTo>
                    <a:pt x="115666" y="5455"/>
                  </a:lnTo>
                  <a:lnTo>
                    <a:pt x="132189" y="6235"/>
                  </a:lnTo>
                  <a:lnTo>
                    <a:pt x="148713" y="7014"/>
                  </a:lnTo>
                  <a:lnTo>
                    <a:pt x="165237" y="7793"/>
                  </a:lnTo>
                  <a:lnTo>
                    <a:pt x="181761" y="8573"/>
                  </a:lnTo>
                  <a:lnTo>
                    <a:pt x="198284" y="9352"/>
                  </a:lnTo>
                  <a:lnTo>
                    <a:pt x="214808" y="10131"/>
                  </a:lnTo>
                  <a:lnTo>
                    <a:pt x="231332" y="10911"/>
                  </a:lnTo>
                  <a:lnTo>
                    <a:pt x="247856" y="11690"/>
                  </a:lnTo>
                  <a:lnTo>
                    <a:pt x="264379" y="12469"/>
                  </a:lnTo>
                  <a:lnTo>
                    <a:pt x="280903" y="13249"/>
                  </a:lnTo>
                  <a:lnTo>
                    <a:pt x="297427" y="14028"/>
                  </a:lnTo>
                  <a:lnTo>
                    <a:pt x="313951" y="14807"/>
                  </a:lnTo>
                  <a:lnTo>
                    <a:pt x="330474" y="15587"/>
                  </a:lnTo>
                  <a:lnTo>
                    <a:pt x="346998" y="16366"/>
                  </a:lnTo>
                  <a:lnTo>
                    <a:pt x="363522" y="17145"/>
                  </a:lnTo>
                  <a:lnTo>
                    <a:pt x="380046" y="17924"/>
                  </a:lnTo>
                  <a:lnTo>
                    <a:pt x="396569" y="18704"/>
                  </a:lnTo>
                  <a:lnTo>
                    <a:pt x="413093" y="19483"/>
                  </a:lnTo>
                  <a:lnTo>
                    <a:pt x="429617" y="20262"/>
                  </a:lnTo>
                  <a:lnTo>
                    <a:pt x="446141" y="21042"/>
                  </a:lnTo>
                  <a:lnTo>
                    <a:pt x="462664" y="21821"/>
                  </a:lnTo>
                  <a:lnTo>
                    <a:pt x="479188" y="22600"/>
                  </a:lnTo>
                  <a:lnTo>
                    <a:pt x="495712" y="23379"/>
                  </a:lnTo>
                  <a:lnTo>
                    <a:pt x="512236" y="24159"/>
                  </a:lnTo>
                  <a:lnTo>
                    <a:pt x="528759" y="24938"/>
                  </a:lnTo>
                  <a:lnTo>
                    <a:pt x="545283" y="25717"/>
                  </a:lnTo>
                  <a:lnTo>
                    <a:pt x="561807" y="26496"/>
                  </a:lnTo>
                  <a:lnTo>
                    <a:pt x="578330" y="27276"/>
                  </a:lnTo>
                  <a:lnTo>
                    <a:pt x="594854" y="28055"/>
                  </a:lnTo>
                  <a:lnTo>
                    <a:pt x="611378" y="28834"/>
                  </a:lnTo>
                  <a:lnTo>
                    <a:pt x="627902" y="29613"/>
                  </a:lnTo>
                  <a:lnTo>
                    <a:pt x="644425" y="30392"/>
                  </a:lnTo>
                  <a:lnTo>
                    <a:pt x="660949" y="31172"/>
                  </a:lnTo>
                  <a:lnTo>
                    <a:pt x="677473" y="31951"/>
                  </a:lnTo>
                  <a:lnTo>
                    <a:pt x="693997" y="32730"/>
                  </a:lnTo>
                  <a:lnTo>
                    <a:pt x="710520" y="33509"/>
                  </a:lnTo>
                  <a:lnTo>
                    <a:pt x="727044" y="34288"/>
                  </a:lnTo>
                  <a:lnTo>
                    <a:pt x="743568" y="35067"/>
                  </a:lnTo>
                  <a:lnTo>
                    <a:pt x="760092" y="35846"/>
                  </a:lnTo>
                  <a:lnTo>
                    <a:pt x="776615" y="36625"/>
                  </a:lnTo>
                  <a:lnTo>
                    <a:pt x="793139" y="37404"/>
                  </a:lnTo>
                  <a:lnTo>
                    <a:pt x="809663" y="38184"/>
                  </a:lnTo>
                  <a:lnTo>
                    <a:pt x="826187" y="38963"/>
                  </a:lnTo>
                  <a:lnTo>
                    <a:pt x="842710" y="39742"/>
                  </a:lnTo>
                  <a:lnTo>
                    <a:pt x="859234" y="40521"/>
                  </a:lnTo>
                  <a:lnTo>
                    <a:pt x="875758" y="41300"/>
                  </a:lnTo>
                  <a:lnTo>
                    <a:pt x="892282" y="42079"/>
                  </a:lnTo>
                  <a:lnTo>
                    <a:pt x="908805" y="42858"/>
                  </a:lnTo>
                  <a:lnTo>
                    <a:pt x="925329" y="43637"/>
                  </a:lnTo>
                  <a:lnTo>
                    <a:pt x="941853" y="44416"/>
                  </a:lnTo>
                  <a:lnTo>
                    <a:pt x="958377" y="45194"/>
                  </a:lnTo>
                  <a:lnTo>
                    <a:pt x="974900" y="45973"/>
                  </a:lnTo>
                  <a:lnTo>
                    <a:pt x="991424" y="46752"/>
                  </a:lnTo>
                  <a:lnTo>
                    <a:pt x="1007948" y="47531"/>
                  </a:lnTo>
                  <a:lnTo>
                    <a:pt x="1024472" y="48310"/>
                  </a:lnTo>
                  <a:lnTo>
                    <a:pt x="1040995" y="49089"/>
                  </a:lnTo>
                  <a:lnTo>
                    <a:pt x="1057519" y="49867"/>
                  </a:lnTo>
                  <a:lnTo>
                    <a:pt x="1074043" y="50646"/>
                  </a:lnTo>
                  <a:lnTo>
                    <a:pt x="1090567" y="51425"/>
                  </a:lnTo>
                  <a:lnTo>
                    <a:pt x="1107090" y="52204"/>
                  </a:lnTo>
                  <a:lnTo>
                    <a:pt x="1123614" y="52982"/>
                  </a:lnTo>
                  <a:lnTo>
                    <a:pt x="1140138" y="53761"/>
                  </a:lnTo>
                  <a:lnTo>
                    <a:pt x="1156661" y="54539"/>
                  </a:lnTo>
                  <a:lnTo>
                    <a:pt x="1173185" y="55318"/>
                  </a:lnTo>
                  <a:lnTo>
                    <a:pt x="1189709" y="56096"/>
                  </a:lnTo>
                  <a:lnTo>
                    <a:pt x="1206233" y="56875"/>
                  </a:lnTo>
                  <a:lnTo>
                    <a:pt x="1222756" y="57653"/>
                  </a:lnTo>
                  <a:lnTo>
                    <a:pt x="1239280" y="58432"/>
                  </a:lnTo>
                  <a:lnTo>
                    <a:pt x="1255804" y="59210"/>
                  </a:lnTo>
                  <a:lnTo>
                    <a:pt x="1272328" y="59988"/>
                  </a:lnTo>
                  <a:lnTo>
                    <a:pt x="1288851" y="60766"/>
                  </a:lnTo>
                  <a:lnTo>
                    <a:pt x="1305375" y="61544"/>
                  </a:lnTo>
                  <a:lnTo>
                    <a:pt x="1321899" y="62322"/>
                  </a:lnTo>
                  <a:lnTo>
                    <a:pt x="1338423" y="63100"/>
                  </a:lnTo>
                  <a:lnTo>
                    <a:pt x="1354946" y="63878"/>
                  </a:lnTo>
                  <a:lnTo>
                    <a:pt x="1371470" y="64656"/>
                  </a:lnTo>
                  <a:lnTo>
                    <a:pt x="1387994" y="65434"/>
                  </a:lnTo>
                  <a:lnTo>
                    <a:pt x="1404518" y="66211"/>
                  </a:lnTo>
                  <a:lnTo>
                    <a:pt x="1421041" y="66989"/>
                  </a:lnTo>
                  <a:lnTo>
                    <a:pt x="1437565" y="67766"/>
                  </a:lnTo>
                  <a:lnTo>
                    <a:pt x="1454089" y="68543"/>
                  </a:lnTo>
                  <a:lnTo>
                    <a:pt x="1470613" y="69320"/>
                  </a:lnTo>
                  <a:lnTo>
                    <a:pt x="1487136" y="70097"/>
                  </a:lnTo>
                  <a:lnTo>
                    <a:pt x="1503660" y="70874"/>
                  </a:lnTo>
                  <a:lnTo>
                    <a:pt x="1520184" y="71651"/>
                  </a:lnTo>
                  <a:lnTo>
                    <a:pt x="1536708" y="72427"/>
                  </a:lnTo>
                  <a:lnTo>
                    <a:pt x="1553231" y="73203"/>
                  </a:lnTo>
                  <a:lnTo>
                    <a:pt x="1569755" y="73979"/>
                  </a:lnTo>
                  <a:lnTo>
                    <a:pt x="1586279" y="74754"/>
                  </a:lnTo>
                  <a:lnTo>
                    <a:pt x="1602803" y="75530"/>
                  </a:lnTo>
                  <a:lnTo>
                    <a:pt x="1619326" y="76304"/>
                  </a:lnTo>
                  <a:lnTo>
                    <a:pt x="1635850" y="77079"/>
                  </a:lnTo>
                  <a:lnTo>
                    <a:pt x="1652374" y="77853"/>
                  </a:lnTo>
                  <a:lnTo>
                    <a:pt x="1668898" y="78626"/>
                  </a:lnTo>
                  <a:lnTo>
                    <a:pt x="1685421" y="79399"/>
                  </a:lnTo>
                  <a:lnTo>
                    <a:pt x="1701945" y="80171"/>
                  </a:lnTo>
                  <a:lnTo>
                    <a:pt x="1718469" y="80942"/>
                  </a:lnTo>
                  <a:lnTo>
                    <a:pt x="1734992" y="81713"/>
                  </a:lnTo>
                  <a:lnTo>
                    <a:pt x="1751516" y="82482"/>
                  </a:lnTo>
                  <a:lnTo>
                    <a:pt x="1768040" y="83250"/>
                  </a:lnTo>
                  <a:lnTo>
                    <a:pt x="1784564" y="84017"/>
                  </a:lnTo>
                  <a:lnTo>
                    <a:pt x="1801087" y="84781"/>
                  </a:lnTo>
                  <a:lnTo>
                    <a:pt x="1817611" y="85544"/>
                  </a:lnTo>
                  <a:lnTo>
                    <a:pt x="1834135" y="86303"/>
                  </a:lnTo>
                  <a:lnTo>
                    <a:pt x="1850659" y="87060"/>
                  </a:lnTo>
                  <a:lnTo>
                    <a:pt x="1867182" y="87813"/>
                  </a:lnTo>
                  <a:lnTo>
                    <a:pt x="1883706" y="88561"/>
                  </a:lnTo>
                  <a:lnTo>
                    <a:pt x="1900230" y="89303"/>
                  </a:lnTo>
                  <a:lnTo>
                    <a:pt x="1916754" y="90038"/>
                  </a:lnTo>
                  <a:lnTo>
                    <a:pt x="1933277" y="90765"/>
                  </a:lnTo>
                  <a:lnTo>
                    <a:pt x="1949801" y="91482"/>
                  </a:lnTo>
                  <a:lnTo>
                    <a:pt x="1966325" y="92189"/>
                  </a:lnTo>
                  <a:lnTo>
                    <a:pt x="1982849" y="92884"/>
                  </a:lnTo>
                  <a:lnTo>
                    <a:pt x="1999372" y="93567"/>
                  </a:lnTo>
                  <a:lnTo>
                    <a:pt x="2015896" y="94239"/>
                  </a:lnTo>
                  <a:lnTo>
                    <a:pt x="2032420" y="94900"/>
                  </a:lnTo>
                  <a:lnTo>
                    <a:pt x="2048944" y="95551"/>
                  </a:lnTo>
                  <a:lnTo>
                    <a:pt x="2065467" y="96194"/>
                  </a:lnTo>
                  <a:lnTo>
                    <a:pt x="2081991" y="96831"/>
                  </a:lnTo>
                  <a:lnTo>
                    <a:pt x="2098515" y="97462"/>
                  </a:lnTo>
                  <a:lnTo>
                    <a:pt x="2115039" y="98088"/>
                  </a:lnTo>
                  <a:lnTo>
                    <a:pt x="2131562" y="98710"/>
                  </a:lnTo>
                  <a:lnTo>
                    <a:pt x="2148086" y="99329"/>
                  </a:lnTo>
                  <a:lnTo>
                    <a:pt x="2164610" y="99946"/>
                  </a:lnTo>
                  <a:lnTo>
                    <a:pt x="2181134" y="100560"/>
                  </a:lnTo>
                  <a:lnTo>
                    <a:pt x="2197657" y="101173"/>
                  </a:lnTo>
                  <a:lnTo>
                    <a:pt x="2214181" y="101784"/>
                  </a:lnTo>
                  <a:lnTo>
                    <a:pt x="2230705" y="102394"/>
                  </a:lnTo>
                  <a:lnTo>
                    <a:pt x="2247229" y="103002"/>
                  </a:lnTo>
                  <a:lnTo>
                    <a:pt x="2263752" y="103610"/>
                  </a:lnTo>
                  <a:lnTo>
                    <a:pt x="2280276" y="104217"/>
                  </a:lnTo>
                  <a:lnTo>
                    <a:pt x="2296800" y="104823"/>
                  </a:lnTo>
                  <a:lnTo>
                    <a:pt x="2313323" y="105429"/>
                  </a:lnTo>
                  <a:lnTo>
                    <a:pt x="2329847" y="106034"/>
                  </a:lnTo>
                  <a:lnTo>
                    <a:pt x="2346371" y="106639"/>
                  </a:lnTo>
                  <a:lnTo>
                    <a:pt x="2362895" y="107243"/>
                  </a:lnTo>
                  <a:lnTo>
                    <a:pt x="2379418" y="107847"/>
                  </a:lnTo>
                  <a:lnTo>
                    <a:pt x="2395942" y="108450"/>
                  </a:lnTo>
                  <a:lnTo>
                    <a:pt x="2412466" y="109054"/>
                  </a:lnTo>
                  <a:lnTo>
                    <a:pt x="2428990" y="109657"/>
                  </a:lnTo>
                  <a:lnTo>
                    <a:pt x="2445513" y="110259"/>
                  </a:lnTo>
                  <a:lnTo>
                    <a:pt x="2462037" y="110862"/>
                  </a:lnTo>
                  <a:lnTo>
                    <a:pt x="2478561" y="111464"/>
                  </a:lnTo>
                  <a:lnTo>
                    <a:pt x="2495085" y="112067"/>
                  </a:lnTo>
                  <a:lnTo>
                    <a:pt x="2511608" y="112669"/>
                  </a:lnTo>
                  <a:lnTo>
                    <a:pt x="2528132" y="113271"/>
                  </a:lnTo>
                  <a:lnTo>
                    <a:pt x="2544656" y="113872"/>
                  </a:lnTo>
                  <a:lnTo>
                    <a:pt x="2561180" y="114474"/>
                  </a:lnTo>
                  <a:lnTo>
                    <a:pt x="2577703" y="115076"/>
                  </a:lnTo>
                  <a:lnTo>
                    <a:pt x="2594227" y="115677"/>
                  </a:lnTo>
                  <a:lnTo>
                    <a:pt x="2610751" y="116278"/>
                  </a:lnTo>
                  <a:lnTo>
                    <a:pt x="2627275" y="116880"/>
                  </a:lnTo>
                  <a:lnTo>
                    <a:pt x="2643798" y="117481"/>
                  </a:lnTo>
                  <a:lnTo>
                    <a:pt x="2660322" y="118082"/>
                  </a:lnTo>
                  <a:lnTo>
                    <a:pt x="2676846" y="118683"/>
                  </a:lnTo>
                  <a:lnTo>
                    <a:pt x="2693370" y="119284"/>
                  </a:lnTo>
                  <a:lnTo>
                    <a:pt x="2709893" y="119885"/>
                  </a:lnTo>
                  <a:lnTo>
                    <a:pt x="2726417" y="120486"/>
                  </a:lnTo>
                  <a:lnTo>
                    <a:pt x="2742941" y="121087"/>
                  </a:lnTo>
                  <a:lnTo>
                    <a:pt x="2759465" y="121687"/>
                  </a:lnTo>
                  <a:lnTo>
                    <a:pt x="2775988" y="122288"/>
                  </a:lnTo>
                  <a:lnTo>
                    <a:pt x="2792512" y="122889"/>
                  </a:lnTo>
                  <a:lnTo>
                    <a:pt x="2809036" y="123489"/>
                  </a:lnTo>
                  <a:lnTo>
                    <a:pt x="2825559" y="124090"/>
                  </a:lnTo>
                  <a:lnTo>
                    <a:pt x="2842083" y="124690"/>
                  </a:lnTo>
                  <a:lnTo>
                    <a:pt x="2858607" y="125291"/>
                  </a:lnTo>
                  <a:lnTo>
                    <a:pt x="2875131" y="125891"/>
                  </a:lnTo>
                  <a:lnTo>
                    <a:pt x="2891654" y="126492"/>
                  </a:lnTo>
                  <a:lnTo>
                    <a:pt x="2908178" y="127092"/>
                  </a:lnTo>
                  <a:lnTo>
                    <a:pt x="2924702" y="127692"/>
                  </a:lnTo>
                  <a:lnTo>
                    <a:pt x="2941226" y="128293"/>
                  </a:lnTo>
                  <a:lnTo>
                    <a:pt x="2957749" y="128893"/>
                  </a:lnTo>
                  <a:lnTo>
                    <a:pt x="2974273" y="129493"/>
                  </a:lnTo>
                  <a:lnTo>
                    <a:pt x="2990797" y="130094"/>
                  </a:lnTo>
                  <a:lnTo>
                    <a:pt x="3007321" y="130694"/>
                  </a:lnTo>
                  <a:lnTo>
                    <a:pt x="3023844" y="131294"/>
                  </a:lnTo>
                  <a:lnTo>
                    <a:pt x="3040368" y="131894"/>
                  </a:lnTo>
                  <a:lnTo>
                    <a:pt x="3056892" y="132494"/>
                  </a:lnTo>
                  <a:lnTo>
                    <a:pt x="3073416" y="133095"/>
                  </a:lnTo>
                  <a:lnTo>
                    <a:pt x="3089939" y="133695"/>
                  </a:lnTo>
                  <a:lnTo>
                    <a:pt x="3106463" y="134295"/>
                  </a:lnTo>
                  <a:lnTo>
                    <a:pt x="3122987" y="134895"/>
                  </a:lnTo>
                  <a:lnTo>
                    <a:pt x="3139511" y="135495"/>
                  </a:lnTo>
                  <a:lnTo>
                    <a:pt x="3156034" y="136095"/>
                  </a:lnTo>
                  <a:lnTo>
                    <a:pt x="3172558" y="136695"/>
                  </a:lnTo>
                  <a:lnTo>
                    <a:pt x="3189082" y="137295"/>
                  </a:lnTo>
                  <a:lnTo>
                    <a:pt x="3205606" y="137895"/>
                  </a:lnTo>
                  <a:lnTo>
                    <a:pt x="3222129" y="138495"/>
                  </a:lnTo>
                  <a:lnTo>
                    <a:pt x="3238653" y="139095"/>
                  </a:lnTo>
                  <a:lnTo>
                    <a:pt x="3255177" y="139695"/>
                  </a:lnTo>
                  <a:lnTo>
                    <a:pt x="3271701" y="140295"/>
                  </a:lnTo>
                  <a:lnTo>
                    <a:pt x="3288224" y="140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480927" y="3223250"/>
              <a:ext cx="3288224" cy="133552"/>
            </a:xfrm>
            <a:custGeom>
              <a:avLst/>
              <a:pathLst>
                <a:path w="3288224" h="133552">
                  <a:moveTo>
                    <a:pt x="3288224" y="133552"/>
                  </a:moveTo>
                  <a:lnTo>
                    <a:pt x="3271701" y="132773"/>
                  </a:lnTo>
                  <a:lnTo>
                    <a:pt x="3255177" y="131994"/>
                  </a:lnTo>
                  <a:lnTo>
                    <a:pt x="3238653" y="131214"/>
                  </a:lnTo>
                  <a:lnTo>
                    <a:pt x="3222129" y="130435"/>
                  </a:lnTo>
                  <a:lnTo>
                    <a:pt x="3205606" y="129656"/>
                  </a:lnTo>
                  <a:lnTo>
                    <a:pt x="3189082" y="128877"/>
                  </a:lnTo>
                  <a:lnTo>
                    <a:pt x="3172558" y="128098"/>
                  </a:lnTo>
                  <a:lnTo>
                    <a:pt x="3156034" y="127319"/>
                  </a:lnTo>
                  <a:lnTo>
                    <a:pt x="3139511" y="126540"/>
                  </a:lnTo>
                  <a:lnTo>
                    <a:pt x="3122987" y="125761"/>
                  </a:lnTo>
                  <a:lnTo>
                    <a:pt x="3106463" y="124982"/>
                  </a:lnTo>
                  <a:lnTo>
                    <a:pt x="3089939" y="124203"/>
                  </a:lnTo>
                  <a:lnTo>
                    <a:pt x="3073416" y="123424"/>
                  </a:lnTo>
                  <a:lnTo>
                    <a:pt x="3056892" y="122645"/>
                  </a:lnTo>
                  <a:lnTo>
                    <a:pt x="3040368" y="121866"/>
                  </a:lnTo>
                  <a:lnTo>
                    <a:pt x="3023844" y="121087"/>
                  </a:lnTo>
                  <a:lnTo>
                    <a:pt x="3007321" y="120308"/>
                  </a:lnTo>
                  <a:lnTo>
                    <a:pt x="2990797" y="119529"/>
                  </a:lnTo>
                  <a:lnTo>
                    <a:pt x="2974273" y="118750"/>
                  </a:lnTo>
                  <a:lnTo>
                    <a:pt x="2957749" y="117971"/>
                  </a:lnTo>
                  <a:lnTo>
                    <a:pt x="2941226" y="117193"/>
                  </a:lnTo>
                  <a:lnTo>
                    <a:pt x="2924702" y="116414"/>
                  </a:lnTo>
                  <a:lnTo>
                    <a:pt x="2908178" y="115635"/>
                  </a:lnTo>
                  <a:lnTo>
                    <a:pt x="2891654" y="114856"/>
                  </a:lnTo>
                  <a:lnTo>
                    <a:pt x="2875131" y="114078"/>
                  </a:lnTo>
                  <a:lnTo>
                    <a:pt x="2858607" y="113299"/>
                  </a:lnTo>
                  <a:lnTo>
                    <a:pt x="2842083" y="112520"/>
                  </a:lnTo>
                  <a:lnTo>
                    <a:pt x="2825559" y="111742"/>
                  </a:lnTo>
                  <a:lnTo>
                    <a:pt x="2809036" y="110963"/>
                  </a:lnTo>
                  <a:lnTo>
                    <a:pt x="2792512" y="110185"/>
                  </a:lnTo>
                  <a:lnTo>
                    <a:pt x="2775988" y="109406"/>
                  </a:lnTo>
                  <a:lnTo>
                    <a:pt x="2759465" y="108628"/>
                  </a:lnTo>
                  <a:lnTo>
                    <a:pt x="2742941" y="107849"/>
                  </a:lnTo>
                  <a:lnTo>
                    <a:pt x="2726417" y="107071"/>
                  </a:lnTo>
                  <a:lnTo>
                    <a:pt x="2709893" y="106293"/>
                  </a:lnTo>
                  <a:lnTo>
                    <a:pt x="2693370" y="105514"/>
                  </a:lnTo>
                  <a:lnTo>
                    <a:pt x="2676846" y="104736"/>
                  </a:lnTo>
                  <a:lnTo>
                    <a:pt x="2660322" y="103958"/>
                  </a:lnTo>
                  <a:lnTo>
                    <a:pt x="2643798" y="103180"/>
                  </a:lnTo>
                  <a:lnTo>
                    <a:pt x="2627275" y="102402"/>
                  </a:lnTo>
                  <a:lnTo>
                    <a:pt x="2610751" y="101624"/>
                  </a:lnTo>
                  <a:lnTo>
                    <a:pt x="2594227" y="100846"/>
                  </a:lnTo>
                  <a:lnTo>
                    <a:pt x="2577703" y="100069"/>
                  </a:lnTo>
                  <a:lnTo>
                    <a:pt x="2561180" y="99291"/>
                  </a:lnTo>
                  <a:lnTo>
                    <a:pt x="2544656" y="98514"/>
                  </a:lnTo>
                  <a:lnTo>
                    <a:pt x="2528132" y="97736"/>
                  </a:lnTo>
                  <a:lnTo>
                    <a:pt x="2511608" y="96959"/>
                  </a:lnTo>
                  <a:lnTo>
                    <a:pt x="2495085" y="96182"/>
                  </a:lnTo>
                  <a:lnTo>
                    <a:pt x="2478561" y="95405"/>
                  </a:lnTo>
                  <a:lnTo>
                    <a:pt x="2462037" y="94628"/>
                  </a:lnTo>
                  <a:lnTo>
                    <a:pt x="2445513" y="93852"/>
                  </a:lnTo>
                  <a:lnTo>
                    <a:pt x="2428990" y="93075"/>
                  </a:lnTo>
                  <a:lnTo>
                    <a:pt x="2412466" y="92299"/>
                  </a:lnTo>
                  <a:lnTo>
                    <a:pt x="2395942" y="91523"/>
                  </a:lnTo>
                  <a:lnTo>
                    <a:pt x="2379418" y="90748"/>
                  </a:lnTo>
                  <a:lnTo>
                    <a:pt x="2362895" y="89973"/>
                  </a:lnTo>
                  <a:lnTo>
                    <a:pt x="2346371" y="89198"/>
                  </a:lnTo>
                  <a:lnTo>
                    <a:pt x="2329847" y="88423"/>
                  </a:lnTo>
                  <a:lnTo>
                    <a:pt x="2313323" y="87649"/>
                  </a:lnTo>
                  <a:lnTo>
                    <a:pt x="2296800" y="86876"/>
                  </a:lnTo>
                  <a:lnTo>
                    <a:pt x="2280276" y="86103"/>
                  </a:lnTo>
                  <a:lnTo>
                    <a:pt x="2263752" y="85331"/>
                  </a:lnTo>
                  <a:lnTo>
                    <a:pt x="2247229" y="84559"/>
                  </a:lnTo>
                  <a:lnTo>
                    <a:pt x="2230705" y="83789"/>
                  </a:lnTo>
                  <a:lnTo>
                    <a:pt x="2214181" y="83020"/>
                  </a:lnTo>
                  <a:lnTo>
                    <a:pt x="2197657" y="82251"/>
                  </a:lnTo>
                  <a:lnTo>
                    <a:pt x="2181134" y="81485"/>
                  </a:lnTo>
                  <a:lnTo>
                    <a:pt x="2164610" y="80720"/>
                  </a:lnTo>
                  <a:lnTo>
                    <a:pt x="2148086" y="79957"/>
                  </a:lnTo>
                  <a:lnTo>
                    <a:pt x="2131562" y="79197"/>
                  </a:lnTo>
                  <a:lnTo>
                    <a:pt x="2115039" y="78441"/>
                  </a:lnTo>
                  <a:lnTo>
                    <a:pt x="2098515" y="77688"/>
                  </a:lnTo>
                  <a:lnTo>
                    <a:pt x="2081991" y="76939"/>
                  </a:lnTo>
                  <a:lnTo>
                    <a:pt x="2065467" y="76197"/>
                  </a:lnTo>
                  <a:lnTo>
                    <a:pt x="2048944" y="75461"/>
                  </a:lnTo>
                  <a:lnTo>
                    <a:pt x="2032420" y="74733"/>
                  </a:lnTo>
                  <a:lnTo>
                    <a:pt x="2015896" y="74015"/>
                  </a:lnTo>
                  <a:lnTo>
                    <a:pt x="1999372" y="73308"/>
                  </a:lnTo>
                  <a:lnTo>
                    <a:pt x="1982849" y="72612"/>
                  </a:lnTo>
                  <a:lnTo>
                    <a:pt x="1966325" y="71928"/>
                  </a:lnTo>
                  <a:lnTo>
                    <a:pt x="1949801" y="71255"/>
                  </a:lnTo>
                  <a:lnTo>
                    <a:pt x="1933277" y="70593"/>
                  </a:lnTo>
                  <a:lnTo>
                    <a:pt x="1916754" y="69941"/>
                  </a:lnTo>
                  <a:lnTo>
                    <a:pt x="1900230" y="69297"/>
                  </a:lnTo>
                  <a:lnTo>
                    <a:pt x="1883706" y="68660"/>
                  </a:lnTo>
                  <a:lnTo>
                    <a:pt x="1867182" y="68029"/>
                  </a:lnTo>
                  <a:lnTo>
                    <a:pt x="1850659" y="67402"/>
                  </a:lnTo>
                  <a:lnTo>
                    <a:pt x="1834135" y="66780"/>
                  </a:lnTo>
                  <a:lnTo>
                    <a:pt x="1817611" y="66160"/>
                  </a:lnTo>
                  <a:lnTo>
                    <a:pt x="1801087" y="65544"/>
                  </a:lnTo>
                  <a:lnTo>
                    <a:pt x="1784564" y="64929"/>
                  </a:lnTo>
                  <a:lnTo>
                    <a:pt x="1768040" y="64317"/>
                  </a:lnTo>
                  <a:lnTo>
                    <a:pt x="1751516" y="63705"/>
                  </a:lnTo>
                  <a:lnTo>
                    <a:pt x="1734992" y="63096"/>
                  </a:lnTo>
                  <a:lnTo>
                    <a:pt x="1718469" y="62487"/>
                  </a:lnTo>
                  <a:lnTo>
                    <a:pt x="1701945" y="61879"/>
                  </a:lnTo>
                  <a:lnTo>
                    <a:pt x="1685421" y="61272"/>
                  </a:lnTo>
                  <a:lnTo>
                    <a:pt x="1668898" y="60666"/>
                  </a:lnTo>
                  <a:lnTo>
                    <a:pt x="1652374" y="60060"/>
                  </a:lnTo>
                  <a:lnTo>
                    <a:pt x="1635850" y="59455"/>
                  </a:lnTo>
                  <a:lnTo>
                    <a:pt x="1619326" y="58850"/>
                  </a:lnTo>
                  <a:lnTo>
                    <a:pt x="1602803" y="58246"/>
                  </a:lnTo>
                  <a:lnTo>
                    <a:pt x="1586279" y="57642"/>
                  </a:lnTo>
                  <a:lnTo>
                    <a:pt x="1569755" y="57038"/>
                  </a:lnTo>
                  <a:lnTo>
                    <a:pt x="1553231" y="56435"/>
                  </a:lnTo>
                  <a:lnTo>
                    <a:pt x="1536708" y="55832"/>
                  </a:lnTo>
                  <a:lnTo>
                    <a:pt x="1520184" y="55229"/>
                  </a:lnTo>
                  <a:lnTo>
                    <a:pt x="1503660" y="54626"/>
                  </a:lnTo>
                  <a:lnTo>
                    <a:pt x="1487136" y="54024"/>
                  </a:lnTo>
                  <a:lnTo>
                    <a:pt x="1470613" y="53422"/>
                  </a:lnTo>
                  <a:lnTo>
                    <a:pt x="1454089" y="52820"/>
                  </a:lnTo>
                  <a:lnTo>
                    <a:pt x="1437565" y="52218"/>
                  </a:lnTo>
                  <a:lnTo>
                    <a:pt x="1421041" y="51616"/>
                  </a:lnTo>
                  <a:lnTo>
                    <a:pt x="1404518" y="51014"/>
                  </a:lnTo>
                  <a:lnTo>
                    <a:pt x="1387994" y="50413"/>
                  </a:lnTo>
                  <a:lnTo>
                    <a:pt x="1371470" y="49811"/>
                  </a:lnTo>
                  <a:lnTo>
                    <a:pt x="1354946" y="49210"/>
                  </a:lnTo>
                  <a:lnTo>
                    <a:pt x="1338423" y="48609"/>
                  </a:lnTo>
                  <a:lnTo>
                    <a:pt x="1321899" y="48008"/>
                  </a:lnTo>
                  <a:lnTo>
                    <a:pt x="1305375" y="47406"/>
                  </a:lnTo>
                  <a:lnTo>
                    <a:pt x="1288851" y="46805"/>
                  </a:lnTo>
                  <a:lnTo>
                    <a:pt x="1272328" y="46204"/>
                  </a:lnTo>
                  <a:lnTo>
                    <a:pt x="1255804" y="45604"/>
                  </a:lnTo>
                  <a:lnTo>
                    <a:pt x="1239280" y="45003"/>
                  </a:lnTo>
                  <a:lnTo>
                    <a:pt x="1222756" y="44402"/>
                  </a:lnTo>
                  <a:lnTo>
                    <a:pt x="1206233" y="43801"/>
                  </a:lnTo>
                  <a:lnTo>
                    <a:pt x="1189709" y="43200"/>
                  </a:lnTo>
                  <a:lnTo>
                    <a:pt x="1173185" y="42600"/>
                  </a:lnTo>
                  <a:lnTo>
                    <a:pt x="1156661" y="41999"/>
                  </a:lnTo>
                  <a:lnTo>
                    <a:pt x="1140138" y="41399"/>
                  </a:lnTo>
                  <a:lnTo>
                    <a:pt x="1123614" y="40798"/>
                  </a:lnTo>
                  <a:lnTo>
                    <a:pt x="1107090" y="40198"/>
                  </a:lnTo>
                  <a:lnTo>
                    <a:pt x="1090567" y="39597"/>
                  </a:lnTo>
                  <a:lnTo>
                    <a:pt x="1074043" y="38997"/>
                  </a:lnTo>
                  <a:lnTo>
                    <a:pt x="1057519" y="38396"/>
                  </a:lnTo>
                  <a:lnTo>
                    <a:pt x="1040995" y="37796"/>
                  </a:lnTo>
                  <a:lnTo>
                    <a:pt x="1024472" y="37196"/>
                  </a:lnTo>
                  <a:lnTo>
                    <a:pt x="1007948" y="36595"/>
                  </a:lnTo>
                  <a:lnTo>
                    <a:pt x="991424" y="35995"/>
                  </a:lnTo>
                  <a:lnTo>
                    <a:pt x="974900" y="35395"/>
                  </a:lnTo>
                  <a:lnTo>
                    <a:pt x="958377" y="34795"/>
                  </a:lnTo>
                  <a:lnTo>
                    <a:pt x="941853" y="34194"/>
                  </a:lnTo>
                  <a:lnTo>
                    <a:pt x="925329" y="33594"/>
                  </a:lnTo>
                  <a:lnTo>
                    <a:pt x="908805" y="32994"/>
                  </a:lnTo>
                  <a:lnTo>
                    <a:pt x="892282" y="32394"/>
                  </a:lnTo>
                  <a:lnTo>
                    <a:pt x="875758" y="31794"/>
                  </a:lnTo>
                  <a:lnTo>
                    <a:pt x="859234" y="31193"/>
                  </a:lnTo>
                  <a:lnTo>
                    <a:pt x="842710" y="30593"/>
                  </a:lnTo>
                  <a:lnTo>
                    <a:pt x="826187" y="29993"/>
                  </a:lnTo>
                  <a:lnTo>
                    <a:pt x="809663" y="29393"/>
                  </a:lnTo>
                  <a:lnTo>
                    <a:pt x="793139" y="28793"/>
                  </a:lnTo>
                  <a:lnTo>
                    <a:pt x="776615" y="28193"/>
                  </a:lnTo>
                  <a:lnTo>
                    <a:pt x="760092" y="27593"/>
                  </a:lnTo>
                  <a:lnTo>
                    <a:pt x="743568" y="26993"/>
                  </a:lnTo>
                  <a:lnTo>
                    <a:pt x="727044" y="26393"/>
                  </a:lnTo>
                  <a:lnTo>
                    <a:pt x="710520" y="25793"/>
                  </a:lnTo>
                  <a:lnTo>
                    <a:pt x="693997" y="25193"/>
                  </a:lnTo>
                  <a:lnTo>
                    <a:pt x="677473" y="24593"/>
                  </a:lnTo>
                  <a:lnTo>
                    <a:pt x="660949" y="23993"/>
                  </a:lnTo>
                  <a:lnTo>
                    <a:pt x="644425" y="23393"/>
                  </a:lnTo>
                  <a:lnTo>
                    <a:pt x="627902" y="22793"/>
                  </a:lnTo>
                  <a:lnTo>
                    <a:pt x="611378" y="22193"/>
                  </a:lnTo>
                  <a:lnTo>
                    <a:pt x="594854" y="21593"/>
                  </a:lnTo>
                  <a:lnTo>
                    <a:pt x="578330" y="20993"/>
                  </a:lnTo>
                  <a:lnTo>
                    <a:pt x="561807" y="20393"/>
                  </a:lnTo>
                  <a:lnTo>
                    <a:pt x="545283" y="19793"/>
                  </a:lnTo>
                  <a:lnTo>
                    <a:pt x="528759" y="19193"/>
                  </a:lnTo>
                  <a:lnTo>
                    <a:pt x="512236" y="18594"/>
                  </a:lnTo>
                  <a:lnTo>
                    <a:pt x="495712" y="17994"/>
                  </a:lnTo>
                  <a:lnTo>
                    <a:pt x="479188" y="17394"/>
                  </a:lnTo>
                  <a:lnTo>
                    <a:pt x="462664" y="16794"/>
                  </a:lnTo>
                  <a:lnTo>
                    <a:pt x="446141" y="16194"/>
                  </a:lnTo>
                  <a:lnTo>
                    <a:pt x="429617" y="15594"/>
                  </a:lnTo>
                  <a:lnTo>
                    <a:pt x="413093" y="14994"/>
                  </a:lnTo>
                  <a:lnTo>
                    <a:pt x="396569" y="14395"/>
                  </a:lnTo>
                  <a:lnTo>
                    <a:pt x="380046" y="13795"/>
                  </a:lnTo>
                  <a:lnTo>
                    <a:pt x="363522" y="13195"/>
                  </a:lnTo>
                  <a:lnTo>
                    <a:pt x="346998" y="12595"/>
                  </a:lnTo>
                  <a:lnTo>
                    <a:pt x="330474" y="11995"/>
                  </a:lnTo>
                  <a:lnTo>
                    <a:pt x="313951" y="11395"/>
                  </a:lnTo>
                  <a:lnTo>
                    <a:pt x="297427" y="10796"/>
                  </a:lnTo>
                  <a:lnTo>
                    <a:pt x="280903" y="10196"/>
                  </a:lnTo>
                  <a:lnTo>
                    <a:pt x="264379" y="9596"/>
                  </a:lnTo>
                  <a:lnTo>
                    <a:pt x="247856" y="8996"/>
                  </a:lnTo>
                  <a:lnTo>
                    <a:pt x="231332" y="8396"/>
                  </a:lnTo>
                  <a:lnTo>
                    <a:pt x="214808" y="7796"/>
                  </a:lnTo>
                  <a:lnTo>
                    <a:pt x="198284" y="7197"/>
                  </a:lnTo>
                  <a:lnTo>
                    <a:pt x="181761" y="6597"/>
                  </a:lnTo>
                  <a:lnTo>
                    <a:pt x="165237" y="5997"/>
                  </a:lnTo>
                  <a:lnTo>
                    <a:pt x="148713" y="5397"/>
                  </a:lnTo>
                  <a:lnTo>
                    <a:pt x="132189" y="4798"/>
                  </a:lnTo>
                  <a:lnTo>
                    <a:pt x="115666" y="4198"/>
                  </a:lnTo>
                  <a:lnTo>
                    <a:pt x="99142" y="3598"/>
                  </a:lnTo>
                  <a:lnTo>
                    <a:pt x="82618" y="2998"/>
                  </a:lnTo>
                  <a:lnTo>
                    <a:pt x="66094" y="2399"/>
                  </a:lnTo>
                  <a:lnTo>
                    <a:pt x="49571" y="1799"/>
                  </a:lnTo>
                  <a:lnTo>
                    <a:pt x="33047" y="1199"/>
                  </a:lnTo>
                  <a:lnTo>
                    <a:pt x="16523" y="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278838" y="2550001"/>
              <a:ext cx="4472396" cy="1441075"/>
            </a:xfrm>
            <a:custGeom>
              <a:avLst/>
              <a:pathLst>
                <a:path w="4472396" h="1441075">
                  <a:moveTo>
                    <a:pt x="0" y="0"/>
                  </a:moveTo>
                  <a:lnTo>
                    <a:pt x="22474" y="7239"/>
                  </a:lnTo>
                  <a:lnTo>
                    <a:pt x="44948" y="14479"/>
                  </a:lnTo>
                  <a:lnTo>
                    <a:pt x="67423" y="21719"/>
                  </a:lnTo>
                  <a:lnTo>
                    <a:pt x="89897" y="28959"/>
                  </a:lnTo>
                  <a:lnTo>
                    <a:pt x="112371" y="36199"/>
                  </a:lnTo>
                  <a:lnTo>
                    <a:pt x="134846" y="43439"/>
                  </a:lnTo>
                  <a:lnTo>
                    <a:pt x="157320" y="50679"/>
                  </a:lnTo>
                  <a:lnTo>
                    <a:pt x="179794" y="57918"/>
                  </a:lnTo>
                  <a:lnTo>
                    <a:pt x="202269" y="65158"/>
                  </a:lnTo>
                  <a:lnTo>
                    <a:pt x="224743" y="72398"/>
                  </a:lnTo>
                  <a:lnTo>
                    <a:pt x="247217" y="79637"/>
                  </a:lnTo>
                  <a:lnTo>
                    <a:pt x="269692" y="86877"/>
                  </a:lnTo>
                  <a:lnTo>
                    <a:pt x="292166" y="94117"/>
                  </a:lnTo>
                  <a:lnTo>
                    <a:pt x="314640" y="101356"/>
                  </a:lnTo>
                  <a:lnTo>
                    <a:pt x="337115" y="108596"/>
                  </a:lnTo>
                  <a:lnTo>
                    <a:pt x="359589" y="115836"/>
                  </a:lnTo>
                  <a:lnTo>
                    <a:pt x="382063" y="123075"/>
                  </a:lnTo>
                  <a:lnTo>
                    <a:pt x="404538" y="130315"/>
                  </a:lnTo>
                  <a:lnTo>
                    <a:pt x="427012" y="137554"/>
                  </a:lnTo>
                  <a:lnTo>
                    <a:pt x="449487" y="144794"/>
                  </a:lnTo>
                  <a:lnTo>
                    <a:pt x="471961" y="152033"/>
                  </a:lnTo>
                  <a:lnTo>
                    <a:pt x="494435" y="159272"/>
                  </a:lnTo>
                  <a:lnTo>
                    <a:pt x="516910" y="166512"/>
                  </a:lnTo>
                  <a:lnTo>
                    <a:pt x="539384" y="173751"/>
                  </a:lnTo>
                  <a:lnTo>
                    <a:pt x="561858" y="180990"/>
                  </a:lnTo>
                  <a:lnTo>
                    <a:pt x="584333" y="188230"/>
                  </a:lnTo>
                  <a:lnTo>
                    <a:pt x="606807" y="195469"/>
                  </a:lnTo>
                  <a:lnTo>
                    <a:pt x="629281" y="202708"/>
                  </a:lnTo>
                  <a:lnTo>
                    <a:pt x="651756" y="209947"/>
                  </a:lnTo>
                  <a:lnTo>
                    <a:pt x="674230" y="217186"/>
                  </a:lnTo>
                  <a:lnTo>
                    <a:pt x="696704" y="224425"/>
                  </a:lnTo>
                  <a:lnTo>
                    <a:pt x="719179" y="231664"/>
                  </a:lnTo>
                  <a:lnTo>
                    <a:pt x="741653" y="238903"/>
                  </a:lnTo>
                  <a:lnTo>
                    <a:pt x="764127" y="246142"/>
                  </a:lnTo>
                  <a:lnTo>
                    <a:pt x="786602" y="253380"/>
                  </a:lnTo>
                  <a:lnTo>
                    <a:pt x="809076" y="260619"/>
                  </a:lnTo>
                  <a:lnTo>
                    <a:pt x="831551" y="267858"/>
                  </a:lnTo>
                  <a:lnTo>
                    <a:pt x="854025" y="275096"/>
                  </a:lnTo>
                  <a:lnTo>
                    <a:pt x="876499" y="282335"/>
                  </a:lnTo>
                  <a:lnTo>
                    <a:pt x="898974" y="289573"/>
                  </a:lnTo>
                  <a:lnTo>
                    <a:pt x="921448" y="296811"/>
                  </a:lnTo>
                  <a:lnTo>
                    <a:pt x="943922" y="304050"/>
                  </a:lnTo>
                  <a:lnTo>
                    <a:pt x="966397" y="311288"/>
                  </a:lnTo>
                  <a:lnTo>
                    <a:pt x="988871" y="318526"/>
                  </a:lnTo>
                  <a:lnTo>
                    <a:pt x="1011345" y="325764"/>
                  </a:lnTo>
                  <a:lnTo>
                    <a:pt x="1033820" y="333001"/>
                  </a:lnTo>
                  <a:lnTo>
                    <a:pt x="1056294" y="340239"/>
                  </a:lnTo>
                  <a:lnTo>
                    <a:pt x="1078768" y="347477"/>
                  </a:lnTo>
                  <a:lnTo>
                    <a:pt x="1101243" y="354714"/>
                  </a:lnTo>
                  <a:lnTo>
                    <a:pt x="1123717" y="361951"/>
                  </a:lnTo>
                  <a:lnTo>
                    <a:pt x="1146191" y="369189"/>
                  </a:lnTo>
                  <a:lnTo>
                    <a:pt x="1168666" y="376426"/>
                  </a:lnTo>
                  <a:lnTo>
                    <a:pt x="1191140" y="383662"/>
                  </a:lnTo>
                  <a:lnTo>
                    <a:pt x="1213615" y="390899"/>
                  </a:lnTo>
                  <a:lnTo>
                    <a:pt x="1236089" y="398136"/>
                  </a:lnTo>
                  <a:lnTo>
                    <a:pt x="1258563" y="405372"/>
                  </a:lnTo>
                  <a:lnTo>
                    <a:pt x="1281038" y="412608"/>
                  </a:lnTo>
                  <a:lnTo>
                    <a:pt x="1303512" y="419844"/>
                  </a:lnTo>
                  <a:lnTo>
                    <a:pt x="1325986" y="427079"/>
                  </a:lnTo>
                  <a:lnTo>
                    <a:pt x="1348461" y="434314"/>
                  </a:lnTo>
                  <a:lnTo>
                    <a:pt x="1370935" y="441549"/>
                  </a:lnTo>
                  <a:lnTo>
                    <a:pt x="1393409" y="448784"/>
                  </a:lnTo>
                  <a:lnTo>
                    <a:pt x="1415884" y="456018"/>
                  </a:lnTo>
                  <a:lnTo>
                    <a:pt x="1438358" y="463252"/>
                  </a:lnTo>
                  <a:lnTo>
                    <a:pt x="1460832" y="470486"/>
                  </a:lnTo>
                  <a:lnTo>
                    <a:pt x="1483307" y="477719"/>
                  </a:lnTo>
                  <a:lnTo>
                    <a:pt x="1505781" y="484951"/>
                  </a:lnTo>
                  <a:lnTo>
                    <a:pt x="1528255" y="492183"/>
                  </a:lnTo>
                  <a:lnTo>
                    <a:pt x="1550730" y="499415"/>
                  </a:lnTo>
                  <a:lnTo>
                    <a:pt x="1573204" y="506645"/>
                  </a:lnTo>
                  <a:lnTo>
                    <a:pt x="1595678" y="513875"/>
                  </a:lnTo>
                  <a:lnTo>
                    <a:pt x="1618153" y="521104"/>
                  </a:lnTo>
                  <a:lnTo>
                    <a:pt x="1640627" y="528333"/>
                  </a:lnTo>
                  <a:lnTo>
                    <a:pt x="1663102" y="535560"/>
                  </a:lnTo>
                  <a:lnTo>
                    <a:pt x="1685576" y="542786"/>
                  </a:lnTo>
                  <a:lnTo>
                    <a:pt x="1708050" y="550010"/>
                  </a:lnTo>
                  <a:lnTo>
                    <a:pt x="1730525" y="557234"/>
                  </a:lnTo>
                  <a:lnTo>
                    <a:pt x="1752999" y="564455"/>
                  </a:lnTo>
                  <a:lnTo>
                    <a:pt x="1775473" y="571674"/>
                  </a:lnTo>
                  <a:lnTo>
                    <a:pt x="1797948" y="578891"/>
                  </a:lnTo>
                  <a:lnTo>
                    <a:pt x="1820422" y="586106"/>
                  </a:lnTo>
                  <a:lnTo>
                    <a:pt x="1842896" y="593317"/>
                  </a:lnTo>
                  <a:lnTo>
                    <a:pt x="1865371" y="600524"/>
                  </a:lnTo>
                  <a:lnTo>
                    <a:pt x="1887845" y="607726"/>
                  </a:lnTo>
                  <a:lnTo>
                    <a:pt x="1910319" y="614923"/>
                  </a:lnTo>
                  <a:lnTo>
                    <a:pt x="1932794" y="622113"/>
                  </a:lnTo>
                  <a:lnTo>
                    <a:pt x="1955268" y="629294"/>
                  </a:lnTo>
                  <a:lnTo>
                    <a:pt x="1977742" y="636464"/>
                  </a:lnTo>
                  <a:lnTo>
                    <a:pt x="2000217" y="643620"/>
                  </a:lnTo>
                  <a:lnTo>
                    <a:pt x="2022691" y="650756"/>
                  </a:lnTo>
                  <a:lnTo>
                    <a:pt x="2045166" y="657867"/>
                  </a:lnTo>
                  <a:lnTo>
                    <a:pt x="2067640" y="664942"/>
                  </a:lnTo>
                  <a:lnTo>
                    <a:pt x="2090114" y="671967"/>
                  </a:lnTo>
                  <a:lnTo>
                    <a:pt x="2112589" y="678920"/>
                  </a:lnTo>
                  <a:lnTo>
                    <a:pt x="2135063" y="685766"/>
                  </a:lnTo>
                  <a:lnTo>
                    <a:pt x="2157537" y="692461"/>
                  </a:lnTo>
                  <a:lnTo>
                    <a:pt x="2180012" y="698949"/>
                  </a:lnTo>
                  <a:lnTo>
                    <a:pt x="2202486" y="705186"/>
                  </a:lnTo>
                  <a:lnTo>
                    <a:pt x="2224960" y="711167"/>
                  </a:lnTo>
                  <a:lnTo>
                    <a:pt x="2247435" y="716927"/>
                  </a:lnTo>
                  <a:lnTo>
                    <a:pt x="2269909" y="722520"/>
                  </a:lnTo>
                  <a:lnTo>
                    <a:pt x="2292383" y="727995"/>
                  </a:lnTo>
                  <a:lnTo>
                    <a:pt x="2314858" y="733390"/>
                  </a:lnTo>
                  <a:lnTo>
                    <a:pt x="2337332" y="738729"/>
                  </a:lnTo>
                  <a:lnTo>
                    <a:pt x="2359806" y="744029"/>
                  </a:lnTo>
                  <a:lnTo>
                    <a:pt x="2382281" y="749301"/>
                  </a:lnTo>
                  <a:lnTo>
                    <a:pt x="2404755" y="754553"/>
                  </a:lnTo>
                  <a:lnTo>
                    <a:pt x="2427230" y="759789"/>
                  </a:lnTo>
                  <a:lnTo>
                    <a:pt x="2449704" y="765013"/>
                  </a:lnTo>
                  <a:lnTo>
                    <a:pt x="2472178" y="770228"/>
                  </a:lnTo>
                  <a:lnTo>
                    <a:pt x="2494653" y="775435"/>
                  </a:lnTo>
                  <a:lnTo>
                    <a:pt x="2517127" y="780636"/>
                  </a:lnTo>
                  <a:lnTo>
                    <a:pt x="2539601" y="785832"/>
                  </a:lnTo>
                  <a:lnTo>
                    <a:pt x="2562076" y="791024"/>
                  </a:lnTo>
                  <a:lnTo>
                    <a:pt x="2584550" y="796213"/>
                  </a:lnTo>
                  <a:lnTo>
                    <a:pt x="2607024" y="801399"/>
                  </a:lnTo>
                  <a:lnTo>
                    <a:pt x="2629499" y="806583"/>
                  </a:lnTo>
                  <a:lnTo>
                    <a:pt x="2651973" y="811764"/>
                  </a:lnTo>
                  <a:lnTo>
                    <a:pt x="2674447" y="816944"/>
                  </a:lnTo>
                  <a:lnTo>
                    <a:pt x="2696922" y="822122"/>
                  </a:lnTo>
                  <a:lnTo>
                    <a:pt x="2719396" y="827298"/>
                  </a:lnTo>
                  <a:lnTo>
                    <a:pt x="2741870" y="832474"/>
                  </a:lnTo>
                  <a:lnTo>
                    <a:pt x="2764345" y="837648"/>
                  </a:lnTo>
                  <a:lnTo>
                    <a:pt x="2786819" y="842821"/>
                  </a:lnTo>
                  <a:lnTo>
                    <a:pt x="2809293" y="847994"/>
                  </a:lnTo>
                  <a:lnTo>
                    <a:pt x="2831768" y="853166"/>
                  </a:lnTo>
                  <a:lnTo>
                    <a:pt x="2854242" y="858337"/>
                  </a:lnTo>
                  <a:lnTo>
                    <a:pt x="2876717" y="863507"/>
                  </a:lnTo>
                  <a:lnTo>
                    <a:pt x="2899191" y="868677"/>
                  </a:lnTo>
                  <a:lnTo>
                    <a:pt x="2921665" y="873846"/>
                  </a:lnTo>
                  <a:lnTo>
                    <a:pt x="2944140" y="879015"/>
                  </a:lnTo>
                  <a:lnTo>
                    <a:pt x="2966614" y="884184"/>
                  </a:lnTo>
                  <a:lnTo>
                    <a:pt x="2989088" y="889352"/>
                  </a:lnTo>
                  <a:lnTo>
                    <a:pt x="3011563" y="894519"/>
                  </a:lnTo>
                  <a:lnTo>
                    <a:pt x="3034037" y="899687"/>
                  </a:lnTo>
                  <a:lnTo>
                    <a:pt x="3056511" y="904854"/>
                  </a:lnTo>
                  <a:lnTo>
                    <a:pt x="3078986" y="910021"/>
                  </a:lnTo>
                  <a:lnTo>
                    <a:pt x="3101460" y="915187"/>
                  </a:lnTo>
                  <a:lnTo>
                    <a:pt x="3123934" y="920353"/>
                  </a:lnTo>
                  <a:lnTo>
                    <a:pt x="3146409" y="925520"/>
                  </a:lnTo>
                  <a:lnTo>
                    <a:pt x="3168883" y="930685"/>
                  </a:lnTo>
                  <a:lnTo>
                    <a:pt x="3191357" y="935851"/>
                  </a:lnTo>
                  <a:lnTo>
                    <a:pt x="3213832" y="941017"/>
                  </a:lnTo>
                  <a:lnTo>
                    <a:pt x="3236306" y="946182"/>
                  </a:lnTo>
                  <a:lnTo>
                    <a:pt x="3258781" y="951347"/>
                  </a:lnTo>
                  <a:lnTo>
                    <a:pt x="3281255" y="956512"/>
                  </a:lnTo>
                  <a:lnTo>
                    <a:pt x="3303729" y="961677"/>
                  </a:lnTo>
                  <a:lnTo>
                    <a:pt x="3326204" y="966842"/>
                  </a:lnTo>
                  <a:lnTo>
                    <a:pt x="3348678" y="972006"/>
                  </a:lnTo>
                  <a:lnTo>
                    <a:pt x="3371152" y="977171"/>
                  </a:lnTo>
                  <a:lnTo>
                    <a:pt x="3393627" y="982335"/>
                  </a:lnTo>
                  <a:lnTo>
                    <a:pt x="3416101" y="987499"/>
                  </a:lnTo>
                  <a:lnTo>
                    <a:pt x="3438575" y="992663"/>
                  </a:lnTo>
                  <a:lnTo>
                    <a:pt x="3461050" y="997827"/>
                  </a:lnTo>
                  <a:lnTo>
                    <a:pt x="3483524" y="1002991"/>
                  </a:lnTo>
                  <a:lnTo>
                    <a:pt x="3505998" y="1008155"/>
                  </a:lnTo>
                  <a:lnTo>
                    <a:pt x="3528473" y="1013319"/>
                  </a:lnTo>
                  <a:lnTo>
                    <a:pt x="3550947" y="1018483"/>
                  </a:lnTo>
                  <a:lnTo>
                    <a:pt x="3573421" y="1023646"/>
                  </a:lnTo>
                  <a:lnTo>
                    <a:pt x="3595896" y="1028810"/>
                  </a:lnTo>
                  <a:lnTo>
                    <a:pt x="3618370" y="1033974"/>
                  </a:lnTo>
                  <a:lnTo>
                    <a:pt x="3640845" y="1039137"/>
                  </a:lnTo>
                  <a:lnTo>
                    <a:pt x="3663319" y="1044300"/>
                  </a:lnTo>
                  <a:lnTo>
                    <a:pt x="3685793" y="1049464"/>
                  </a:lnTo>
                  <a:lnTo>
                    <a:pt x="3708268" y="1054627"/>
                  </a:lnTo>
                  <a:lnTo>
                    <a:pt x="3730742" y="1059790"/>
                  </a:lnTo>
                  <a:lnTo>
                    <a:pt x="3753216" y="1064953"/>
                  </a:lnTo>
                  <a:lnTo>
                    <a:pt x="3775691" y="1070117"/>
                  </a:lnTo>
                  <a:lnTo>
                    <a:pt x="3798165" y="1075280"/>
                  </a:lnTo>
                  <a:lnTo>
                    <a:pt x="3820639" y="1080443"/>
                  </a:lnTo>
                  <a:lnTo>
                    <a:pt x="3843114" y="1085606"/>
                  </a:lnTo>
                  <a:lnTo>
                    <a:pt x="3865588" y="1090769"/>
                  </a:lnTo>
                  <a:lnTo>
                    <a:pt x="3888062" y="1095932"/>
                  </a:lnTo>
                  <a:lnTo>
                    <a:pt x="3910537" y="1101094"/>
                  </a:lnTo>
                  <a:lnTo>
                    <a:pt x="3933011" y="1106257"/>
                  </a:lnTo>
                  <a:lnTo>
                    <a:pt x="3955485" y="1111420"/>
                  </a:lnTo>
                  <a:lnTo>
                    <a:pt x="3977960" y="1116583"/>
                  </a:lnTo>
                  <a:lnTo>
                    <a:pt x="4000434" y="1121746"/>
                  </a:lnTo>
                  <a:lnTo>
                    <a:pt x="4022908" y="1126908"/>
                  </a:lnTo>
                  <a:lnTo>
                    <a:pt x="4045383" y="1132071"/>
                  </a:lnTo>
                  <a:lnTo>
                    <a:pt x="4067857" y="1137234"/>
                  </a:lnTo>
                  <a:lnTo>
                    <a:pt x="4090332" y="1142396"/>
                  </a:lnTo>
                  <a:lnTo>
                    <a:pt x="4112806" y="1147559"/>
                  </a:lnTo>
                  <a:lnTo>
                    <a:pt x="4135280" y="1152721"/>
                  </a:lnTo>
                  <a:lnTo>
                    <a:pt x="4157755" y="1157884"/>
                  </a:lnTo>
                  <a:lnTo>
                    <a:pt x="4180229" y="1163046"/>
                  </a:lnTo>
                  <a:lnTo>
                    <a:pt x="4202703" y="1168209"/>
                  </a:lnTo>
                  <a:lnTo>
                    <a:pt x="4225178" y="1173371"/>
                  </a:lnTo>
                  <a:lnTo>
                    <a:pt x="4247652" y="1178534"/>
                  </a:lnTo>
                  <a:lnTo>
                    <a:pt x="4270126" y="1183696"/>
                  </a:lnTo>
                  <a:lnTo>
                    <a:pt x="4292601" y="1188859"/>
                  </a:lnTo>
                  <a:lnTo>
                    <a:pt x="4315075" y="1194021"/>
                  </a:lnTo>
                  <a:lnTo>
                    <a:pt x="4337549" y="1199184"/>
                  </a:lnTo>
                  <a:lnTo>
                    <a:pt x="4360024" y="1204346"/>
                  </a:lnTo>
                  <a:lnTo>
                    <a:pt x="4382498" y="1209508"/>
                  </a:lnTo>
                  <a:lnTo>
                    <a:pt x="4404972" y="1214671"/>
                  </a:lnTo>
                  <a:lnTo>
                    <a:pt x="4427447" y="1219833"/>
                  </a:lnTo>
                  <a:lnTo>
                    <a:pt x="4449921" y="1224995"/>
                  </a:lnTo>
                  <a:lnTo>
                    <a:pt x="4472396" y="1230157"/>
                  </a:lnTo>
                  <a:lnTo>
                    <a:pt x="4472396" y="1441075"/>
                  </a:lnTo>
                  <a:lnTo>
                    <a:pt x="4449921" y="1433835"/>
                  </a:lnTo>
                  <a:lnTo>
                    <a:pt x="4427447" y="1426595"/>
                  </a:lnTo>
                  <a:lnTo>
                    <a:pt x="4404972" y="1419356"/>
                  </a:lnTo>
                  <a:lnTo>
                    <a:pt x="4382498" y="1412116"/>
                  </a:lnTo>
                  <a:lnTo>
                    <a:pt x="4360024" y="1404876"/>
                  </a:lnTo>
                  <a:lnTo>
                    <a:pt x="4337549" y="1397636"/>
                  </a:lnTo>
                  <a:lnTo>
                    <a:pt x="4315075" y="1390396"/>
                  </a:lnTo>
                  <a:lnTo>
                    <a:pt x="4292601" y="1383156"/>
                  </a:lnTo>
                  <a:lnTo>
                    <a:pt x="4270126" y="1375916"/>
                  </a:lnTo>
                  <a:lnTo>
                    <a:pt x="4247652" y="1368676"/>
                  </a:lnTo>
                  <a:lnTo>
                    <a:pt x="4225178" y="1361437"/>
                  </a:lnTo>
                  <a:lnTo>
                    <a:pt x="4202703" y="1354197"/>
                  </a:lnTo>
                  <a:lnTo>
                    <a:pt x="4180229" y="1346957"/>
                  </a:lnTo>
                  <a:lnTo>
                    <a:pt x="4157755" y="1339717"/>
                  </a:lnTo>
                  <a:lnTo>
                    <a:pt x="4135280" y="1332478"/>
                  </a:lnTo>
                  <a:lnTo>
                    <a:pt x="4112806" y="1325238"/>
                  </a:lnTo>
                  <a:lnTo>
                    <a:pt x="4090332" y="1317998"/>
                  </a:lnTo>
                  <a:lnTo>
                    <a:pt x="4067857" y="1310759"/>
                  </a:lnTo>
                  <a:lnTo>
                    <a:pt x="4045383" y="1303519"/>
                  </a:lnTo>
                  <a:lnTo>
                    <a:pt x="4022908" y="1296280"/>
                  </a:lnTo>
                  <a:lnTo>
                    <a:pt x="4000434" y="1289040"/>
                  </a:lnTo>
                  <a:lnTo>
                    <a:pt x="3977960" y="1281801"/>
                  </a:lnTo>
                  <a:lnTo>
                    <a:pt x="3955485" y="1274561"/>
                  </a:lnTo>
                  <a:lnTo>
                    <a:pt x="3933011" y="1267322"/>
                  </a:lnTo>
                  <a:lnTo>
                    <a:pt x="3910537" y="1260082"/>
                  </a:lnTo>
                  <a:lnTo>
                    <a:pt x="3888062" y="1252843"/>
                  </a:lnTo>
                  <a:lnTo>
                    <a:pt x="3865588" y="1245604"/>
                  </a:lnTo>
                  <a:lnTo>
                    <a:pt x="3843114" y="1238364"/>
                  </a:lnTo>
                  <a:lnTo>
                    <a:pt x="3820639" y="1231125"/>
                  </a:lnTo>
                  <a:lnTo>
                    <a:pt x="3798165" y="1223886"/>
                  </a:lnTo>
                  <a:lnTo>
                    <a:pt x="3775691" y="1216647"/>
                  </a:lnTo>
                  <a:lnTo>
                    <a:pt x="3753216" y="1209407"/>
                  </a:lnTo>
                  <a:lnTo>
                    <a:pt x="3730742" y="1202168"/>
                  </a:lnTo>
                  <a:lnTo>
                    <a:pt x="3708268" y="1194929"/>
                  </a:lnTo>
                  <a:lnTo>
                    <a:pt x="3685793" y="1187690"/>
                  </a:lnTo>
                  <a:lnTo>
                    <a:pt x="3663319" y="1180452"/>
                  </a:lnTo>
                  <a:lnTo>
                    <a:pt x="3640845" y="1173213"/>
                  </a:lnTo>
                  <a:lnTo>
                    <a:pt x="3618370" y="1165974"/>
                  </a:lnTo>
                  <a:lnTo>
                    <a:pt x="3595896" y="1158735"/>
                  </a:lnTo>
                  <a:lnTo>
                    <a:pt x="3573421" y="1151496"/>
                  </a:lnTo>
                  <a:lnTo>
                    <a:pt x="3550947" y="1144258"/>
                  </a:lnTo>
                  <a:lnTo>
                    <a:pt x="3528473" y="1137019"/>
                  </a:lnTo>
                  <a:lnTo>
                    <a:pt x="3505998" y="1129781"/>
                  </a:lnTo>
                  <a:lnTo>
                    <a:pt x="3483524" y="1122543"/>
                  </a:lnTo>
                  <a:lnTo>
                    <a:pt x="3461050" y="1115304"/>
                  </a:lnTo>
                  <a:lnTo>
                    <a:pt x="3438575" y="1108066"/>
                  </a:lnTo>
                  <a:lnTo>
                    <a:pt x="3416101" y="1100828"/>
                  </a:lnTo>
                  <a:lnTo>
                    <a:pt x="3393627" y="1093590"/>
                  </a:lnTo>
                  <a:lnTo>
                    <a:pt x="3371152" y="1086352"/>
                  </a:lnTo>
                  <a:lnTo>
                    <a:pt x="3348678" y="1079114"/>
                  </a:lnTo>
                  <a:lnTo>
                    <a:pt x="3326204" y="1071877"/>
                  </a:lnTo>
                  <a:lnTo>
                    <a:pt x="3303729" y="1064639"/>
                  </a:lnTo>
                  <a:lnTo>
                    <a:pt x="3281255" y="1057402"/>
                  </a:lnTo>
                  <a:lnTo>
                    <a:pt x="3258781" y="1050164"/>
                  </a:lnTo>
                  <a:lnTo>
                    <a:pt x="3236306" y="1042927"/>
                  </a:lnTo>
                  <a:lnTo>
                    <a:pt x="3213832" y="1035690"/>
                  </a:lnTo>
                  <a:lnTo>
                    <a:pt x="3191357" y="1028454"/>
                  </a:lnTo>
                  <a:lnTo>
                    <a:pt x="3168883" y="1021217"/>
                  </a:lnTo>
                  <a:lnTo>
                    <a:pt x="3146409" y="1013981"/>
                  </a:lnTo>
                  <a:lnTo>
                    <a:pt x="3123934" y="1006744"/>
                  </a:lnTo>
                  <a:lnTo>
                    <a:pt x="3101460" y="999508"/>
                  </a:lnTo>
                  <a:lnTo>
                    <a:pt x="3078986" y="992273"/>
                  </a:lnTo>
                  <a:lnTo>
                    <a:pt x="3056511" y="985037"/>
                  </a:lnTo>
                  <a:lnTo>
                    <a:pt x="3034037" y="977802"/>
                  </a:lnTo>
                  <a:lnTo>
                    <a:pt x="3011563" y="970567"/>
                  </a:lnTo>
                  <a:lnTo>
                    <a:pt x="2989088" y="963333"/>
                  </a:lnTo>
                  <a:lnTo>
                    <a:pt x="2966614" y="956099"/>
                  </a:lnTo>
                  <a:lnTo>
                    <a:pt x="2944140" y="948865"/>
                  </a:lnTo>
                  <a:lnTo>
                    <a:pt x="2921665" y="941631"/>
                  </a:lnTo>
                  <a:lnTo>
                    <a:pt x="2899191" y="934398"/>
                  </a:lnTo>
                  <a:lnTo>
                    <a:pt x="2876717" y="927166"/>
                  </a:lnTo>
                  <a:lnTo>
                    <a:pt x="2854242" y="919934"/>
                  </a:lnTo>
                  <a:lnTo>
                    <a:pt x="2831768" y="912703"/>
                  </a:lnTo>
                  <a:lnTo>
                    <a:pt x="2809293" y="905473"/>
                  </a:lnTo>
                  <a:lnTo>
                    <a:pt x="2786819" y="898243"/>
                  </a:lnTo>
                  <a:lnTo>
                    <a:pt x="2764345" y="891014"/>
                  </a:lnTo>
                  <a:lnTo>
                    <a:pt x="2741870" y="883786"/>
                  </a:lnTo>
                  <a:lnTo>
                    <a:pt x="2719396" y="876559"/>
                  </a:lnTo>
                  <a:lnTo>
                    <a:pt x="2696922" y="869333"/>
                  </a:lnTo>
                  <a:lnTo>
                    <a:pt x="2674447" y="862109"/>
                  </a:lnTo>
                  <a:lnTo>
                    <a:pt x="2651973" y="854887"/>
                  </a:lnTo>
                  <a:lnTo>
                    <a:pt x="2629499" y="847666"/>
                  </a:lnTo>
                  <a:lnTo>
                    <a:pt x="2607024" y="840447"/>
                  </a:lnTo>
                  <a:lnTo>
                    <a:pt x="2584550" y="833231"/>
                  </a:lnTo>
                  <a:lnTo>
                    <a:pt x="2562076" y="826017"/>
                  </a:lnTo>
                  <a:lnTo>
                    <a:pt x="2539601" y="818807"/>
                  </a:lnTo>
                  <a:lnTo>
                    <a:pt x="2517127" y="811601"/>
                  </a:lnTo>
                  <a:lnTo>
                    <a:pt x="2494653" y="804400"/>
                  </a:lnTo>
                  <a:lnTo>
                    <a:pt x="2472178" y="797205"/>
                  </a:lnTo>
                  <a:lnTo>
                    <a:pt x="2449704" y="790018"/>
                  </a:lnTo>
                  <a:lnTo>
                    <a:pt x="2427230" y="782839"/>
                  </a:lnTo>
                  <a:lnTo>
                    <a:pt x="2404755" y="775673"/>
                  </a:lnTo>
                  <a:lnTo>
                    <a:pt x="2382281" y="768522"/>
                  </a:lnTo>
                  <a:lnTo>
                    <a:pt x="2359806" y="761392"/>
                  </a:lnTo>
                  <a:lnTo>
                    <a:pt x="2337332" y="754290"/>
                  </a:lnTo>
                  <a:lnTo>
                    <a:pt x="2314858" y="747227"/>
                  </a:lnTo>
                  <a:lnTo>
                    <a:pt x="2292383" y="740220"/>
                  </a:lnTo>
                  <a:lnTo>
                    <a:pt x="2269909" y="733293"/>
                  </a:lnTo>
                  <a:lnTo>
                    <a:pt x="2247435" y="726483"/>
                  </a:lnTo>
                  <a:lnTo>
                    <a:pt x="2224960" y="719841"/>
                  </a:lnTo>
                  <a:lnTo>
                    <a:pt x="2202486" y="713420"/>
                  </a:lnTo>
                  <a:lnTo>
                    <a:pt x="2180012" y="707255"/>
                  </a:lnTo>
                  <a:lnTo>
                    <a:pt x="2157537" y="701340"/>
                  </a:lnTo>
                  <a:lnTo>
                    <a:pt x="2135063" y="695633"/>
                  </a:lnTo>
                  <a:lnTo>
                    <a:pt x="2112589" y="690077"/>
                  </a:lnTo>
                  <a:lnTo>
                    <a:pt x="2090114" y="684627"/>
                  </a:lnTo>
                  <a:lnTo>
                    <a:pt x="2067640" y="679250"/>
                  </a:lnTo>
                  <a:lnTo>
                    <a:pt x="2045166" y="673923"/>
                  </a:lnTo>
                  <a:lnTo>
                    <a:pt x="2022691" y="668632"/>
                  </a:lnTo>
                  <a:lnTo>
                    <a:pt x="2000217" y="663366"/>
                  </a:lnTo>
                  <a:lnTo>
                    <a:pt x="1977742" y="658119"/>
                  </a:lnTo>
                  <a:lnTo>
                    <a:pt x="1955268" y="652887"/>
                  </a:lnTo>
                  <a:lnTo>
                    <a:pt x="1932794" y="647666"/>
                  </a:lnTo>
                  <a:lnTo>
                    <a:pt x="1910319" y="642453"/>
                  </a:lnTo>
                  <a:lnTo>
                    <a:pt x="1887845" y="637248"/>
                  </a:lnTo>
                  <a:lnTo>
                    <a:pt x="1865371" y="632048"/>
                  </a:lnTo>
                  <a:lnTo>
                    <a:pt x="1842896" y="626853"/>
                  </a:lnTo>
                  <a:lnTo>
                    <a:pt x="1820422" y="621662"/>
                  </a:lnTo>
                  <a:lnTo>
                    <a:pt x="1797948" y="616474"/>
                  </a:lnTo>
                  <a:lnTo>
                    <a:pt x="1775473" y="611289"/>
                  </a:lnTo>
                  <a:lnTo>
                    <a:pt x="1752999" y="606106"/>
                  </a:lnTo>
                  <a:lnTo>
                    <a:pt x="1730525" y="600925"/>
                  </a:lnTo>
                  <a:lnTo>
                    <a:pt x="1708050" y="595746"/>
                  </a:lnTo>
                  <a:lnTo>
                    <a:pt x="1685576" y="590568"/>
                  </a:lnTo>
                  <a:lnTo>
                    <a:pt x="1663102" y="585392"/>
                  </a:lnTo>
                  <a:lnTo>
                    <a:pt x="1640627" y="580217"/>
                  </a:lnTo>
                  <a:lnTo>
                    <a:pt x="1618153" y="575043"/>
                  </a:lnTo>
                  <a:lnTo>
                    <a:pt x="1595678" y="569870"/>
                  </a:lnTo>
                  <a:lnTo>
                    <a:pt x="1573204" y="564697"/>
                  </a:lnTo>
                  <a:lnTo>
                    <a:pt x="1550730" y="559526"/>
                  </a:lnTo>
                  <a:lnTo>
                    <a:pt x="1528255" y="554355"/>
                  </a:lnTo>
                  <a:lnTo>
                    <a:pt x="1505781" y="549185"/>
                  </a:lnTo>
                  <a:lnTo>
                    <a:pt x="1483307" y="544015"/>
                  </a:lnTo>
                  <a:lnTo>
                    <a:pt x="1460832" y="538846"/>
                  </a:lnTo>
                  <a:lnTo>
                    <a:pt x="1438358" y="533677"/>
                  </a:lnTo>
                  <a:lnTo>
                    <a:pt x="1415884" y="528509"/>
                  </a:lnTo>
                  <a:lnTo>
                    <a:pt x="1393409" y="523341"/>
                  </a:lnTo>
                  <a:lnTo>
                    <a:pt x="1370935" y="518173"/>
                  </a:lnTo>
                  <a:lnTo>
                    <a:pt x="1348461" y="513006"/>
                  </a:lnTo>
                  <a:lnTo>
                    <a:pt x="1325986" y="507839"/>
                  </a:lnTo>
                  <a:lnTo>
                    <a:pt x="1303512" y="502672"/>
                  </a:lnTo>
                  <a:lnTo>
                    <a:pt x="1281038" y="497506"/>
                  </a:lnTo>
                  <a:lnTo>
                    <a:pt x="1258563" y="492340"/>
                  </a:lnTo>
                  <a:lnTo>
                    <a:pt x="1236089" y="487174"/>
                  </a:lnTo>
                  <a:lnTo>
                    <a:pt x="1213615" y="482008"/>
                  </a:lnTo>
                  <a:lnTo>
                    <a:pt x="1191140" y="476842"/>
                  </a:lnTo>
                  <a:lnTo>
                    <a:pt x="1168666" y="471677"/>
                  </a:lnTo>
                  <a:lnTo>
                    <a:pt x="1146191" y="466511"/>
                  </a:lnTo>
                  <a:lnTo>
                    <a:pt x="1123717" y="461346"/>
                  </a:lnTo>
                  <a:lnTo>
                    <a:pt x="1101243" y="456181"/>
                  </a:lnTo>
                  <a:lnTo>
                    <a:pt x="1078768" y="451017"/>
                  </a:lnTo>
                  <a:lnTo>
                    <a:pt x="1056294" y="445852"/>
                  </a:lnTo>
                  <a:lnTo>
                    <a:pt x="1033820" y="440687"/>
                  </a:lnTo>
                  <a:lnTo>
                    <a:pt x="1011345" y="435523"/>
                  </a:lnTo>
                  <a:lnTo>
                    <a:pt x="988871" y="430359"/>
                  </a:lnTo>
                  <a:lnTo>
                    <a:pt x="966397" y="425194"/>
                  </a:lnTo>
                  <a:lnTo>
                    <a:pt x="943922" y="420030"/>
                  </a:lnTo>
                  <a:lnTo>
                    <a:pt x="921448" y="414866"/>
                  </a:lnTo>
                  <a:lnTo>
                    <a:pt x="898974" y="409702"/>
                  </a:lnTo>
                  <a:lnTo>
                    <a:pt x="876499" y="404538"/>
                  </a:lnTo>
                  <a:lnTo>
                    <a:pt x="854025" y="399375"/>
                  </a:lnTo>
                  <a:lnTo>
                    <a:pt x="831551" y="394211"/>
                  </a:lnTo>
                  <a:lnTo>
                    <a:pt x="809076" y="389047"/>
                  </a:lnTo>
                  <a:lnTo>
                    <a:pt x="786602" y="383884"/>
                  </a:lnTo>
                  <a:lnTo>
                    <a:pt x="764127" y="378720"/>
                  </a:lnTo>
                  <a:lnTo>
                    <a:pt x="741653" y="373557"/>
                  </a:lnTo>
                  <a:lnTo>
                    <a:pt x="719179" y="368393"/>
                  </a:lnTo>
                  <a:lnTo>
                    <a:pt x="696704" y="363230"/>
                  </a:lnTo>
                  <a:lnTo>
                    <a:pt x="674230" y="358067"/>
                  </a:lnTo>
                  <a:lnTo>
                    <a:pt x="651756" y="352904"/>
                  </a:lnTo>
                  <a:lnTo>
                    <a:pt x="629281" y="347740"/>
                  </a:lnTo>
                  <a:lnTo>
                    <a:pt x="606807" y="342577"/>
                  </a:lnTo>
                  <a:lnTo>
                    <a:pt x="584333" y="337414"/>
                  </a:lnTo>
                  <a:lnTo>
                    <a:pt x="561858" y="332251"/>
                  </a:lnTo>
                  <a:lnTo>
                    <a:pt x="539384" y="327088"/>
                  </a:lnTo>
                  <a:lnTo>
                    <a:pt x="516910" y="321925"/>
                  </a:lnTo>
                  <a:lnTo>
                    <a:pt x="494435" y="316762"/>
                  </a:lnTo>
                  <a:lnTo>
                    <a:pt x="471961" y="311600"/>
                  </a:lnTo>
                  <a:lnTo>
                    <a:pt x="449487" y="306437"/>
                  </a:lnTo>
                  <a:lnTo>
                    <a:pt x="427012" y="301274"/>
                  </a:lnTo>
                  <a:lnTo>
                    <a:pt x="404538" y="296111"/>
                  </a:lnTo>
                  <a:lnTo>
                    <a:pt x="382063" y="290948"/>
                  </a:lnTo>
                  <a:lnTo>
                    <a:pt x="359589" y="285786"/>
                  </a:lnTo>
                  <a:lnTo>
                    <a:pt x="337115" y="280623"/>
                  </a:lnTo>
                  <a:lnTo>
                    <a:pt x="314640" y="275460"/>
                  </a:lnTo>
                  <a:lnTo>
                    <a:pt x="292166" y="270298"/>
                  </a:lnTo>
                  <a:lnTo>
                    <a:pt x="269692" y="265135"/>
                  </a:lnTo>
                  <a:lnTo>
                    <a:pt x="247217" y="259973"/>
                  </a:lnTo>
                  <a:lnTo>
                    <a:pt x="224743" y="254810"/>
                  </a:lnTo>
                  <a:lnTo>
                    <a:pt x="202269" y="249648"/>
                  </a:lnTo>
                  <a:lnTo>
                    <a:pt x="179794" y="244485"/>
                  </a:lnTo>
                  <a:lnTo>
                    <a:pt x="157320" y="239323"/>
                  </a:lnTo>
                  <a:lnTo>
                    <a:pt x="134846" y="234160"/>
                  </a:lnTo>
                  <a:lnTo>
                    <a:pt x="112371" y="228998"/>
                  </a:lnTo>
                  <a:lnTo>
                    <a:pt x="89897" y="223835"/>
                  </a:lnTo>
                  <a:lnTo>
                    <a:pt x="67423" y="218673"/>
                  </a:lnTo>
                  <a:lnTo>
                    <a:pt x="44948" y="213511"/>
                  </a:lnTo>
                  <a:lnTo>
                    <a:pt x="22474" y="208348"/>
                  </a:lnTo>
                  <a:lnTo>
                    <a:pt x="0" y="203186"/>
                  </a:lnTo>
                  <a:close/>
                </a:path>
              </a:pathLst>
            </a:cu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78838" y="2550001"/>
              <a:ext cx="4472396" cy="1230157"/>
            </a:xfrm>
            <a:custGeom>
              <a:avLst/>
              <a:pathLst>
                <a:path w="4472396" h="1230157">
                  <a:moveTo>
                    <a:pt x="0" y="0"/>
                  </a:moveTo>
                  <a:lnTo>
                    <a:pt x="22474" y="7239"/>
                  </a:lnTo>
                  <a:lnTo>
                    <a:pt x="44948" y="14479"/>
                  </a:lnTo>
                  <a:lnTo>
                    <a:pt x="67423" y="21719"/>
                  </a:lnTo>
                  <a:lnTo>
                    <a:pt x="89897" y="28959"/>
                  </a:lnTo>
                  <a:lnTo>
                    <a:pt x="112371" y="36199"/>
                  </a:lnTo>
                  <a:lnTo>
                    <a:pt x="134846" y="43439"/>
                  </a:lnTo>
                  <a:lnTo>
                    <a:pt x="157320" y="50679"/>
                  </a:lnTo>
                  <a:lnTo>
                    <a:pt x="179794" y="57918"/>
                  </a:lnTo>
                  <a:lnTo>
                    <a:pt x="202269" y="65158"/>
                  </a:lnTo>
                  <a:lnTo>
                    <a:pt x="224743" y="72398"/>
                  </a:lnTo>
                  <a:lnTo>
                    <a:pt x="247217" y="79637"/>
                  </a:lnTo>
                  <a:lnTo>
                    <a:pt x="269692" y="86877"/>
                  </a:lnTo>
                  <a:lnTo>
                    <a:pt x="292166" y="94117"/>
                  </a:lnTo>
                  <a:lnTo>
                    <a:pt x="314640" y="101356"/>
                  </a:lnTo>
                  <a:lnTo>
                    <a:pt x="337115" y="108596"/>
                  </a:lnTo>
                  <a:lnTo>
                    <a:pt x="359589" y="115836"/>
                  </a:lnTo>
                  <a:lnTo>
                    <a:pt x="382063" y="123075"/>
                  </a:lnTo>
                  <a:lnTo>
                    <a:pt x="404538" y="130315"/>
                  </a:lnTo>
                  <a:lnTo>
                    <a:pt x="427012" y="137554"/>
                  </a:lnTo>
                  <a:lnTo>
                    <a:pt x="449487" y="144794"/>
                  </a:lnTo>
                  <a:lnTo>
                    <a:pt x="471961" y="152033"/>
                  </a:lnTo>
                  <a:lnTo>
                    <a:pt x="494435" y="159272"/>
                  </a:lnTo>
                  <a:lnTo>
                    <a:pt x="516910" y="166512"/>
                  </a:lnTo>
                  <a:lnTo>
                    <a:pt x="539384" y="173751"/>
                  </a:lnTo>
                  <a:lnTo>
                    <a:pt x="561858" y="180990"/>
                  </a:lnTo>
                  <a:lnTo>
                    <a:pt x="584333" y="188230"/>
                  </a:lnTo>
                  <a:lnTo>
                    <a:pt x="606807" y="195469"/>
                  </a:lnTo>
                  <a:lnTo>
                    <a:pt x="629281" y="202708"/>
                  </a:lnTo>
                  <a:lnTo>
                    <a:pt x="651756" y="209947"/>
                  </a:lnTo>
                  <a:lnTo>
                    <a:pt x="674230" y="217186"/>
                  </a:lnTo>
                  <a:lnTo>
                    <a:pt x="696704" y="224425"/>
                  </a:lnTo>
                  <a:lnTo>
                    <a:pt x="719179" y="231664"/>
                  </a:lnTo>
                  <a:lnTo>
                    <a:pt x="741653" y="238903"/>
                  </a:lnTo>
                  <a:lnTo>
                    <a:pt x="764127" y="246142"/>
                  </a:lnTo>
                  <a:lnTo>
                    <a:pt x="786602" y="253380"/>
                  </a:lnTo>
                  <a:lnTo>
                    <a:pt x="809076" y="260619"/>
                  </a:lnTo>
                  <a:lnTo>
                    <a:pt x="831551" y="267858"/>
                  </a:lnTo>
                  <a:lnTo>
                    <a:pt x="854025" y="275096"/>
                  </a:lnTo>
                  <a:lnTo>
                    <a:pt x="876499" y="282335"/>
                  </a:lnTo>
                  <a:lnTo>
                    <a:pt x="898974" y="289573"/>
                  </a:lnTo>
                  <a:lnTo>
                    <a:pt x="921448" y="296811"/>
                  </a:lnTo>
                  <a:lnTo>
                    <a:pt x="943922" y="304050"/>
                  </a:lnTo>
                  <a:lnTo>
                    <a:pt x="966397" y="311288"/>
                  </a:lnTo>
                  <a:lnTo>
                    <a:pt x="988871" y="318526"/>
                  </a:lnTo>
                  <a:lnTo>
                    <a:pt x="1011345" y="325764"/>
                  </a:lnTo>
                  <a:lnTo>
                    <a:pt x="1033820" y="333001"/>
                  </a:lnTo>
                  <a:lnTo>
                    <a:pt x="1056294" y="340239"/>
                  </a:lnTo>
                  <a:lnTo>
                    <a:pt x="1078768" y="347477"/>
                  </a:lnTo>
                  <a:lnTo>
                    <a:pt x="1101243" y="354714"/>
                  </a:lnTo>
                  <a:lnTo>
                    <a:pt x="1123717" y="361951"/>
                  </a:lnTo>
                  <a:lnTo>
                    <a:pt x="1146191" y="369189"/>
                  </a:lnTo>
                  <a:lnTo>
                    <a:pt x="1168666" y="376426"/>
                  </a:lnTo>
                  <a:lnTo>
                    <a:pt x="1191140" y="383662"/>
                  </a:lnTo>
                  <a:lnTo>
                    <a:pt x="1213615" y="390899"/>
                  </a:lnTo>
                  <a:lnTo>
                    <a:pt x="1236089" y="398136"/>
                  </a:lnTo>
                  <a:lnTo>
                    <a:pt x="1258563" y="405372"/>
                  </a:lnTo>
                  <a:lnTo>
                    <a:pt x="1281038" y="412608"/>
                  </a:lnTo>
                  <a:lnTo>
                    <a:pt x="1303512" y="419844"/>
                  </a:lnTo>
                  <a:lnTo>
                    <a:pt x="1325986" y="427079"/>
                  </a:lnTo>
                  <a:lnTo>
                    <a:pt x="1348461" y="434314"/>
                  </a:lnTo>
                  <a:lnTo>
                    <a:pt x="1370935" y="441549"/>
                  </a:lnTo>
                  <a:lnTo>
                    <a:pt x="1393409" y="448784"/>
                  </a:lnTo>
                  <a:lnTo>
                    <a:pt x="1415884" y="456018"/>
                  </a:lnTo>
                  <a:lnTo>
                    <a:pt x="1438358" y="463252"/>
                  </a:lnTo>
                  <a:lnTo>
                    <a:pt x="1460832" y="470486"/>
                  </a:lnTo>
                  <a:lnTo>
                    <a:pt x="1483307" y="477719"/>
                  </a:lnTo>
                  <a:lnTo>
                    <a:pt x="1505781" y="484951"/>
                  </a:lnTo>
                  <a:lnTo>
                    <a:pt x="1528255" y="492183"/>
                  </a:lnTo>
                  <a:lnTo>
                    <a:pt x="1550730" y="499415"/>
                  </a:lnTo>
                  <a:lnTo>
                    <a:pt x="1573204" y="506645"/>
                  </a:lnTo>
                  <a:lnTo>
                    <a:pt x="1595678" y="513875"/>
                  </a:lnTo>
                  <a:lnTo>
                    <a:pt x="1618153" y="521104"/>
                  </a:lnTo>
                  <a:lnTo>
                    <a:pt x="1640627" y="528333"/>
                  </a:lnTo>
                  <a:lnTo>
                    <a:pt x="1663102" y="535560"/>
                  </a:lnTo>
                  <a:lnTo>
                    <a:pt x="1685576" y="542786"/>
                  </a:lnTo>
                  <a:lnTo>
                    <a:pt x="1708050" y="550010"/>
                  </a:lnTo>
                  <a:lnTo>
                    <a:pt x="1730525" y="557234"/>
                  </a:lnTo>
                  <a:lnTo>
                    <a:pt x="1752999" y="564455"/>
                  </a:lnTo>
                  <a:lnTo>
                    <a:pt x="1775473" y="571674"/>
                  </a:lnTo>
                  <a:lnTo>
                    <a:pt x="1797948" y="578891"/>
                  </a:lnTo>
                  <a:lnTo>
                    <a:pt x="1820422" y="586106"/>
                  </a:lnTo>
                  <a:lnTo>
                    <a:pt x="1842896" y="593317"/>
                  </a:lnTo>
                  <a:lnTo>
                    <a:pt x="1865371" y="600524"/>
                  </a:lnTo>
                  <a:lnTo>
                    <a:pt x="1887845" y="607726"/>
                  </a:lnTo>
                  <a:lnTo>
                    <a:pt x="1910319" y="614923"/>
                  </a:lnTo>
                  <a:lnTo>
                    <a:pt x="1932794" y="622113"/>
                  </a:lnTo>
                  <a:lnTo>
                    <a:pt x="1955268" y="629294"/>
                  </a:lnTo>
                  <a:lnTo>
                    <a:pt x="1977742" y="636464"/>
                  </a:lnTo>
                  <a:lnTo>
                    <a:pt x="2000217" y="643620"/>
                  </a:lnTo>
                  <a:lnTo>
                    <a:pt x="2022691" y="650756"/>
                  </a:lnTo>
                  <a:lnTo>
                    <a:pt x="2045166" y="657867"/>
                  </a:lnTo>
                  <a:lnTo>
                    <a:pt x="2067640" y="664942"/>
                  </a:lnTo>
                  <a:lnTo>
                    <a:pt x="2090114" y="671967"/>
                  </a:lnTo>
                  <a:lnTo>
                    <a:pt x="2112589" y="678920"/>
                  </a:lnTo>
                  <a:lnTo>
                    <a:pt x="2135063" y="685766"/>
                  </a:lnTo>
                  <a:lnTo>
                    <a:pt x="2157537" y="692461"/>
                  </a:lnTo>
                  <a:lnTo>
                    <a:pt x="2180012" y="698949"/>
                  </a:lnTo>
                  <a:lnTo>
                    <a:pt x="2202486" y="705186"/>
                  </a:lnTo>
                  <a:lnTo>
                    <a:pt x="2224960" y="711167"/>
                  </a:lnTo>
                  <a:lnTo>
                    <a:pt x="2247435" y="716927"/>
                  </a:lnTo>
                  <a:lnTo>
                    <a:pt x="2269909" y="722520"/>
                  </a:lnTo>
                  <a:lnTo>
                    <a:pt x="2292383" y="727995"/>
                  </a:lnTo>
                  <a:lnTo>
                    <a:pt x="2314858" y="733390"/>
                  </a:lnTo>
                  <a:lnTo>
                    <a:pt x="2337332" y="738729"/>
                  </a:lnTo>
                  <a:lnTo>
                    <a:pt x="2359806" y="744029"/>
                  </a:lnTo>
                  <a:lnTo>
                    <a:pt x="2382281" y="749301"/>
                  </a:lnTo>
                  <a:lnTo>
                    <a:pt x="2404755" y="754553"/>
                  </a:lnTo>
                  <a:lnTo>
                    <a:pt x="2427230" y="759789"/>
                  </a:lnTo>
                  <a:lnTo>
                    <a:pt x="2449704" y="765013"/>
                  </a:lnTo>
                  <a:lnTo>
                    <a:pt x="2472178" y="770228"/>
                  </a:lnTo>
                  <a:lnTo>
                    <a:pt x="2494653" y="775435"/>
                  </a:lnTo>
                  <a:lnTo>
                    <a:pt x="2517127" y="780636"/>
                  </a:lnTo>
                  <a:lnTo>
                    <a:pt x="2539601" y="785832"/>
                  </a:lnTo>
                  <a:lnTo>
                    <a:pt x="2562076" y="791024"/>
                  </a:lnTo>
                  <a:lnTo>
                    <a:pt x="2584550" y="796213"/>
                  </a:lnTo>
                  <a:lnTo>
                    <a:pt x="2607024" y="801399"/>
                  </a:lnTo>
                  <a:lnTo>
                    <a:pt x="2629499" y="806583"/>
                  </a:lnTo>
                  <a:lnTo>
                    <a:pt x="2651973" y="811764"/>
                  </a:lnTo>
                  <a:lnTo>
                    <a:pt x="2674447" y="816944"/>
                  </a:lnTo>
                  <a:lnTo>
                    <a:pt x="2696922" y="822122"/>
                  </a:lnTo>
                  <a:lnTo>
                    <a:pt x="2719396" y="827298"/>
                  </a:lnTo>
                  <a:lnTo>
                    <a:pt x="2741870" y="832474"/>
                  </a:lnTo>
                  <a:lnTo>
                    <a:pt x="2764345" y="837648"/>
                  </a:lnTo>
                  <a:lnTo>
                    <a:pt x="2786819" y="842821"/>
                  </a:lnTo>
                  <a:lnTo>
                    <a:pt x="2809293" y="847994"/>
                  </a:lnTo>
                  <a:lnTo>
                    <a:pt x="2831768" y="853166"/>
                  </a:lnTo>
                  <a:lnTo>
                    <a:pt x="2854242" y="858337"/>
                  </a:lnTo>
                  <a:lnTo>
                    <a:pt x="2876717" y="863507"/>
                  </a:lnTo>
                  <a:lnTo>
                    <a:pt x="2899191" y="868677"/>
                  </a:lnTo>
                  <a:lnTo>
                    <a:pt x="2921665" y="873846"/>
                  </a:lnTo>
                  <a:lnTo>
                    <a:pt x="2944140" y="879015"/>
                  </a:lnTo>
                  <a:lnTo>
                    <a:pt x="2966614" y="884184"/>
                  </a:lnTo>
                  <a:lnTo>
                    <a:pt x="2989088" y="889352"/>
                  </a:lnTo>
                  <a:lnTo>
                    <a:pt x="3011563" y="894519"/>
                  </a:lnTo>
                  <a:lnTo>
                    <a:pt x="3034037" y="899687"/>
                  </a:lnTo>
                  <a:lnTo>
                    <a:pt x="3056511" y="904854"/>
                  </a:lnTo>
                  <a:lnTo>
                    <a:pt x="3078986" y="910021"/>
                  </a:lnTo>
                  <a:lnTo>
                    <a:pt x="3101460" y="915187"/>
                  </a:lnTo>
                  <a:lnTo>
                    <a:pt x="3123934" y="920353"/>
                  </a:lnTo>
                  <a:lnTo>
                    <a:pt x="3146409" y="925520"/>
                  </a:lnTo>
                  <a:lnTo>
                    <a:pt x="3168883" y="930685"/>
                  </a:lnTo>
                  <a:lnTo>
                    <a:pt x="3191357" y="935851"/>
                  </a:lnTo>
                  <a:lnTo>
                    <a:pt x="3213832" y="941017"/>
                  </a:lnTo>
                  <a:lnTo>
                    <a:pt x="3236306" y="946182"/>
                  </a:lnTo>
                  <a:lnTo>
                    <a:pt x="3258781" y="951347"/>
                  </a:lnTo>
                  <a:lnTo>
                    <a:pt x="3281255" y="956512"/>
                  </a:lnTo>
                  <a:lnTo>
                    <a:pt x="3303729" y="961677"/>
                  </a:lnTo>
                  <a:lnTo>
                    <a:pt x="3326204" y="966842"/>
                  </a:lnTo>
                  <a:lnTo>
                    <a:pt x="3348678" y="972006"/>
                  </a:lnTo>
                  <a:lnTo>
                    <a:pt x="3371152" y="977171"/>
                  </a:lnTo>
                  <a:lnTo>
                    <a:pt x="3393627" y="982335"/>
                  </a:lnTo>
                  <a:lnTo>
                    <a:pt x="3416101" y="987499"/>
                  </a:lnTo>
                  <a:lnTo>
                    <a:pt x="3438575" y="992663"/>
                  </a:lnTo>
                  <a:lnTo>
                    <a:pt x="3461050" y="997827"/>
                  </a:lnTo>
                  <a:lnTo>
                    <a:pt x="3483524" y="1002991"/>
                  </a:lnTo>
                  <a:lnTo>
                    <a:pt x="3505998" y="1008155"/>
                  </a:lnTo>
                  <a:lnTo>
                    <a:pt x="3528473" y="1013319"/>
                  </a:lnTo>
                  <a:lnTo>
                    <a:pt x="3550947" y="1018483"/>
                  </a:lnTo>
                  <a:lnTo>
                    <a:pt x="3573421" y="1023646"/>
                  </a:lnTo>
                  <a:lnTo>
                    <a:pt x="3595896" y="1028810"/>
                  </a:lnTo>
                  <a:lnTo>
                    <a:pt x="3618370" y="1033974"/>
                  </a:lnTo>
                  <a:lnTo>
                    <a:pt x="3640845" y="1039137"/>
                  </a:lnTo>
                  <a:lnTo>
                    <a:pt x="3663319" y="1044300"/>
                  </a:lnTo>
                  <a:lnTo>
                    <a:pt x="3685793" y="1049464"/>
                  </a:lnTo>
                  <a:lnTo>
                    <a:pt x="3708268" y="1054627"/>
                  </a:lnTo>
                  <a:lnTo>
                    <a:pt x="3730742" y="1059790"/>
                  </a:lnTo>
                  <a:lnTo>
                    <a:pt x="3753216" y="1064953"/>
                  </a:lnTo>
                  <a:lnTo>
                    <a:pt x="3775691" y="1070117"/>
                  </a:lnTo>
                  <a:lnTo>
                    <a:pt x="3798165" y="1075280"/>
                  </a:lnTo>
                  <a:lnTo>
                    <a:pt x="3820639" y="1080443"/>
                  </a:lnTo>
                  <a:lnTo>
                    <a:pt x="3843114" y="1085606"/>
                  </a:lnTo>
                  <a:lnTo>
                    <a:pt x="3865588" y="1090769"/>
                  </a:lnTo>
                  <a:lnTo>
                    <a:pt x="3888062" y="1095932"/>
                  </a:lnTo>
                  <a:lnTo>
                    <a:pt x="3910537" y="1101094"/>
                  </a:lnTo>
                  <a:lnTo>
                    <a:pt x="3933011" y="1106257"/>
                  </a:lnTo>
                  <a:lnTo>
                    <a:pt x="3955485" y="1111420"/>
                  </a:lnTo>
                  <a:lnTo>
                    <a:pt x="3977960" y="1116583"/>
                  </a:lnTo>
                  <a:lnTo>
                    <a:pt x="4000434" y="1121746"/>
                  </a:lnTo>
                  <a:lnTo>
                    <a:pt x="4022908" y="1126908"/>
                  </a:lnTo>
                  <a:lnTo>
                    <a:pt x="4045383" y="1132071"/>
                  </a:lnTo>
                  <a:lnTo>
                    <a:pt x="4067857" y="1137234"/>
                  </a:lnTo>
                  <a:lnTo>
                    <a:pt x="4090332" y="1142396"/>
                  </a:lnTo>
                  <a:lnTo>
                    <a:pt x="4112806" y="1147559"/>
                  </a:lnTo>
                  <a:lnTo>
                    <a:pt x="4135280" y="1152721"/>
                  </a:lnTo>
                  <a:lnTo>
                    <a:pt x="4157755" y="1157884"/>
                  </a:lnTo>
                  <a:lnTo>
                    <a:pt x="4180229" y="1163046"/>
                  </a:lnTo>
                  <a:lnTo>
                    <a:pt x="4202703" y="1168209"/>
                  </a:lnTo>
                  <a:lnTo>
                    <a:pt x="4225178" y="1173371"/>
                  </a:lnTo>
                  <a:lnTo>
                    <a:pt x="4247652" y="1178534"/>
                  </a:lnTo>
                  <a:lnTo>
                    <a:pt x="4270126" y="1183696"/>
                  </a:lnTo>
                  <a:lnTo>
                    <a:pt x="4292601" y="1188859"/>
                  </a:lnTo>
                  <a:lnTo>
                    <a:pt x="4315075" y="1194021"/>
                  </a:lnTo>
                  <a:lnTo>
                    <a:pt x="4337549" y="1199184"/>
                  </a:lnTo>
                  <a:lnTo>
                    <a:pt x="4360024" y="1204346"/>
                  </a:lnTo>
                  <a:lnTo>
                    <a:pt x="4382498" y="1209508"/>
                  </a:lnTo>
                  <a:lnTo>
                    <a:pt x="4404972" y="1214671"/>
                  </a:lnTo>
                  <a:lnTo>
                    <a:pt x="4427447" y="1219833"/>
                  </a:lnTo>
                  <a:lnTo>
                    <a:pt x="4449921" y="1224995"/>
                  </a:lnTo>
                  <a:lnTo>
                    <a:pt x="4472396" y="1230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278838" y="2753187"/>
              <a:ext cx="4472396" cy="1237889"/>
            </a:xfrm>
            <a:custGeom>
              <a:avLst/>
              <a:pathLst>
                <a:path w="4472396" h="1237889">
                  <a:moveTo>
                    <a:pt x="4472396" y="1237889"/>
                  </a:moveTo>
                  <a:lnTo>
                    <a:pt x="4449921" y="1230649"/>
                  </a:lnTo>
                  <a:lnTo>
                    <a:pt x="4427447" y="1223409"/>
                  </a:lnTo>
                  <a:lnTo>
                    <a:pt x="4404972" y="1216169"/>
                  </a:lnTo>
                  <a:lnTo>
                    <a:pt x="4382498" y="1208929"/>
                  </a:lnTo>
                  <a:lnTo>
                    <a:pt x="4360024" y="1201689"/>
                  </a:lnTo>
                  <a:lnTo>
                    <a:pt x="4337549" y="1194449"/>
                  </a:lnTo>
                  <a:lnTo>
                    <a:pt x="4315075" y="1187210"/>
                  </a:lnTo>
                  <a:lnTo>
                    <a:pt x="4292601" y="1179970"/>
                  </a:lnTo>
                  <a:lnTo>
                    <a:pt x="4270126" y="1172730"/>
                  </a:lnTo>
                  <a:lnTo>
                    <a:pt x="4247652" y="1165490"/>
                  </a:lnTo>
                  <a:lnTo>
                    <a:pt x="4225178" y="1158250"/>
                  </a:lnTo>
                  <a:lnTo>
                    <a:pt x="4202703" y="1151011"/>
                  </a:lnTo>
                  <a:lnTo>
                    <a:pt x="4180229" y="1143771"/>
                  </a:lnTo>
                  <a:lnTo>
                    <a:pt x="4157755" y="1136531"/>
                  </a:lnTo>
                  <a:lnTo>
                    <a:pt x="4135280" y="1129291"/>
                  </a:lnTo>
                  <a:lnTo>
                    <a:pt x="4112806" y="1122052"/>
                  </a:lnTo>
                  <a:lnTo>
                    <a:pt x="4090332" y="1114812"/>
                  </a:lnTo>
                  <a:lnTo>
                    <a:pt x="4067857" y="1107572"/>
                  </a:lnTo>
                  <a:lnTo>
                    <a:pt x="4045383" y="1100333"/>
                  </a:lnTo>
                  <a:lnTo>
                    <a:pt x="4022908" y="1093093"/>
                  </a:lnTo>
                  <a:lnTo>
                    <a:pt x="4000434" y="1085854"/>
                  </a:lnTo>
                  <a:lnTo>
                    <a:pt x="3977960" y="1078614"/>
                  </a:lnTo>
                  <a:lnTo>
                    <a:pt x="3955485" y="1071375"/>
                  </a:lnTo>
                  <a:lnTo>
                    <a:pt x="3933011" y="1064135"/>
                  </a:lnTo>
                  <a:lnTo>
                    <a:pt x="3910537" y="1056896"/>
                  </a:lnTo>
                  <a:lnTo>
                    <a:pt x="3888062" y="1049656"/>
                  </a:lnTo>
                  <a:lnTo>
                    <a:pt x="3865588" y="1042417"/>
                  </a:lnTo>
                  <a:lnTo>
                    <a:pt x="3843114" y="1035178"/>
                  </a:lnTo>
                  <a:lnTo>
                    <a:pt x="3820639" y="1027939"/>
                  </a:lnTo>
                  <a:lnTo>
                    <a:pt x="3798165" y="1020699"/>
                  </a:lnTo>
                  <a:lnTo>
                    <a:pt x="3775691" y="1013460"/>
                  </a:lnTo>
                  <a:lnTo>
                    <a:pt x="3753216" y="1006221"/>
                  </a:lnTo>
                  <a:lnTo>
                    <a:pt x="3730742" y="998982"/>
                  </a:lnTo>
                  <a:lnTo>
                    <a:pt x="3708268" y="991743"/>
                  </a:lnTo>
                  <a:lnTo>
                    <a:pt x="3685793" y="984504"/>
                  </a:lnTo>
                  <a:lnTo>
                    <a:pt x="3663319" y="977265"/>
                  </a:lnTo>
                  <a:lnTo>
                    <a:pt x="3640845" y="970026"/>
                  </a:lnTo>
                  <a:lnTo>
                    <a:pt x="3618370" y="962787"/>
                  </a:lnTo>
                  <a:lnTo>
                    <a:pt x="3595896" y="955549"/>
                  </a:lnTo>
                  <a:lnTo>
                    <a:pt x="3573421" y="948310"/>
                  </a:lnTo>
                  <a:lnTo>
                    <a:pt x="3550947" y="941072"/>
                  </a:lnTo>
                  <a:lnTo>
                    <a:pt x="3528473" y="933833"/>
                  </a:lnTo>
                  <a:lnTo>
                    <a:pt x="3505998" y="926595"/>
                  </a:lnTo>
                  <a:lnTo>
                    <a:pt x="3483524" y="919356"/>
                  </a:lnTo>
                  <a:lnTo>
                    <a:pt x="3461050" y="912118"/>
                  </a:lnTo>
                  <a:lnTo>
                    <a:pt x="3438575" y="904880"/>
                  </a:lnTo>
                  <a:lnTo>
                    <a:pt x="3416101" y="897642"/>
                  </a:lnTo>
                  <a:lnTo>
                    <a:pt x="3393627" y="890404"/>
                  </a:lnTo>
                  <a:lnTo>
                    <a:pt x="3371152" y="883166"/>
                  </a:lnTo>
                  <a:lnTo>
                    <a:pt x="3348678" y="875928"/>
                  </a:lnTo>
                  <a:lnTo>
                    <a:pt x="3326204" y="868690"/>
                  </a:lnTo>
                  <a:lnTo>
                    <a:pt x="3303729" y="861453"/>
                  </a:lnTo>
                  <a:lnTo>
                    <a:pt x="3281255" y="854215"/>
                  </a:lnTo>
                  <a:lnTo>
                    <a:pt x="3258781" y="846978"/>
                  </a:lnTo>
                  <a:lnTo>
                    <a:pt x="3236306" y="839741"/>
                  </a:lnTo>
                  <a:lnTo>
                    <a:pt x="3213832" y="832504"/>
                  </a:lnTo>
                  <a:lnTo>
                    <a:pt x="3191357" y="825267"/>
                  </a:lnTo>
                  <a:lnTo>
                    <a:pt x="3168883" y="818031"/>
                  </a:lnTo>
                  <a:lnTo>
                    <a:pt x="3146409" y="810794"/>
                  </a:lnTo>
                  <a:lnTo>
                    <a:pt x="3123934" y="803558"/>
                  </a:lnTo>
                  <a:lnTo>
                    <a:pt x="3101460" y="796322"/>
                  </a:lnTo>
                  <a:lnTo>
                    <a:pt x="3078986" y="789086"/>
                  </a:lnTo>
                  <a:lnTo>
                    <a:pt x="3056511" y="781851"/>
                  </a:lnTo>
                  <a:lnTo>
                    <a:pt x="3034037" y="774616"/>
                  </a:lnTo>
                  <a:lnTo>
                    <a:pt x="3011563" y="767381"/>
                  </a:lnTo>
                  <a:lnTo>
                    <a:pt x="2989088" y="760146"/>
                  </a:lnTo>
                  <a:lnTo>
                    <a:pt x="2966614" y="752912"/>
                  </a:lnTo>
                  <a:lnTo>
                    <a:pt x="2944140" y="745678"/>
                  </a:lnTo>
                  <a:lnTo>
                    <a:pt x="2921665" y="738445"/>
                  </a:lnTo>
                  <a:lnTo>
                    <a:pt x="2899191" y="731212"/>
                  </a:lnTo>
                  <a:lnTo>
                    <a:pt x="2876717" y="723980"/>
                  </a:lnTo>
                  <a:lnTo>
                    <a:pt x="2854242" y="716748"/>
                  </a:lnTo>
                  <a:lnTo>
                    <a:pt x="2831768" y="709517"/>
                  </a:lnTo>
                  <a:lnTo>
                    <a:pt x="2809293" y="702286"/>
                  </a:lnTo>
                  <a:lnTo>
                    <a:pt x="2786819" y="695056"/>
                  </a:lnTo>
                  <a:lnTo>
                    <a:pt x="2764345" y="687828"/>
                  </a:lnTo>
                  <a:lnTo>
                    <a:pt x="2741870" y="680600"/>
                  </a:lnTo>
                  <a:lnTo>
                    <a:pt x="2719396" y="673373"/>
                  </a:lnTo>
                  <a:lnTo>
                    <a:pt x="2696922" y="666147"/>
                  </a:lnTo>
                  <a:lnTo>
                    <a:pt x="2674447" y="658923"/>
                  </a:lnTo>
                  <a:lnTo>
                    <a:pt x="2651973" y="651700"/>
                  </a:lnTo>
                  <a:lnTo>
                    <a:pt x="2629499" y="644479"/>
                  </a:lnTo>
                  <a:lnTo>
                    <a:pt x="2607024" y="637261"/>
                  </a:lnTo>
                  <a:lnTo>
                    <a:pt x="2584550" y="630044"/>
                  </a:lnTo>
                  <a:lnTo>
                    <a:pt x="2562076" y="622831"/>
                  </a:lnTo>
                  <a:lnTo>
                    <a:pt x="2539601" y="615621"/>
                  </a:lnTo>
                  <a:lnTo>
                    <a:pt x="2517127" y="608415"/>
                  </a:lnTo>
                  <a:lnTo>
                    <a:pt x="2494653" y="601214"/>
                  </a:lnTo>
                  <a:lnTo>
                    <a:pt x="2472178" y="594019"/>
                  </a:lnTo>
                  <a:lnTo>
                    <a:pt x="2449704" y="586831"/>
                  </a:lnTo>
                  <a:lnTo>
                    <a:pt x="2427230" y="579653"/>
                  </a:lnTo>
                  <a:lnTo>
                    <a:pt x="2404755" y="572487"/>
                  </a:lnTo>
                  <a:lnTo>
                    <a:pt x="2382281" y="565336"/>
                  </a:lnTo>
                  <a:lnTo>
                    <a:pt x="2359806" y="558206"/>
                  </a:lnTo>
                  <a:lnTo>
                    <a:pt x="2337332" y="551104"/>
                  </a:lnTo>
                  <a:lnTo>
                    <a:pt x="2314858" y="544041"/>
                  </a:lnTo>
                  <a:lnTo>
                    <a:pt x="2292383" y="537033"/>
                  </a:lnTo>
                  <a:lnTo>
                    <a:pt x="2269909" y="530106"/>
                  </a:lnTo>
                  <a:lnTo>
                    <a:pt x="2247435" y="523297"/>
                  </a:lnTo>
                  <a:lnTo>
                    <a:pt x="2224960" y="516654"/>
                  </a:lnTo>
                  <a:lnTo>
                    <a:pt x="2202486" y="510233"/>
                  </a:lnTo>
                  <a:lnTo>
                    <a:pt x="2180012" y="504068"/>
                  </a:lnTo>
                  <a:lnTo>
                    <a:pt x="2157537" y="498154"/>
                  </a:lnTo>
                  <a:lnTo>
                    <a:pt x="2135063" y="492446"/>
                  </a:lnTo>
                  <a:lnTo>
                    <a:pt x="2112589" y="486891"/>
                  </a:lnTo>
                  <a:lnTo>
                    <a:pt x="2090114" y="481441"/>
                  </a:lnTo>
                  <a:lnTo>
                    <a:pt x="2067640" y="476064"/>
                  </a:lnTo>
                  <a:lnTo>
                    <a:pt x="2045166" y="470737"/>
                  </a:lnTo>
                  <a:lnTo>
                    <a:pt x="2022691" y="465445"/>
                  </a:lnTo>
                  <a:lnTo>
                    <a:pt x="2000217" y="460180"/>
                  </a:lnTo>
                  <a:lnTo>
                    <a:pt x="1977742" y="454933"/>
                  </a:lnTo>
                  <a:lnTo>
                    <a:pt x="1955268" y="449701"/>
                  </a:lnTo>
                  <a:lnTo>
                    <a:pt x="1932794" y="444479"/>
                  </a:lnTo>
                  <a:lnTo>
                    <a:pt x="1910319" y="439267"/>
                  </a:lnTo>
                  <a:lnTo>
                    <a:pt x="1887845" y="434062"/>
                  </a:lnTo>
                  <a:lnTo>
                    <a:pt x="1865371" y="428862"/>
                  </a:lnTo>
                  <a:lnTo>
                    <a:pt x="1842896" y="423667"/>
                  </a:lnTo>
                  <a:lnTo>
                    <a:pt x="1820422" y="418476"/>
                  </a:lnTo>
                  <a:lnTo>
                    <a:pt x="1797948" y="413288"/>
                  </a:lnTo>
                  <a:lnTo>
                    <a:pt x="1775473" y="408102"/>
                  </a:lnTo>
                  <a:lnTo>
                    <a:pt x="1752999" y="402919"/>
                  </a:lnTo>
                  <a:lnTo>
                    <a:pt x="1730525" y="397739"/>
                  </a:lnTo>
                  <a:lnTo>
                    <a:pt x="1708050" y="392559"/>
                  </a:lnTo>
                  <a:lnTo>
                    <a:pt x="1685576" y="387382"/>
                  </a:lnTo>
                  <a:lnTo>
                    <a:pt x="1663102" y="382206"/>
                  </a:lnTo>
                  <a:lnTo>
                    <a:pt x="1640627" y="377031"/>
                  </a:lnTo>
                  <a:lnTo>
                    <a:pt x="1618153" y="371857"/>
                  </a:lnTo>
                  <a:lnTo>
                    <a:pt x="1595678" y="366683"/>
                  </a:lnTo>
                  <a:lnTo>
                    <a:pt x="1573204" y="361511"/>
                  </a:lnTo>
                  <a:lnTo>
                    <a:pt x="1550730" y="356340"/>
                  </a:lnTo>
                  <a:lnTo>
                    <a:pt x="1528255" y="351169"/>
                  </a:lnTo>
                  <a:lnTo>
                    <a:pt x="1505781" y="345998"/>
                  </a:lnTo>
                  <a:lnTo>
                    <a:pt x="1483307" y="340829"/>
                  </a:lnTo>
                  <a:lnTo>
                    <a:pt x="1460832" y="335660"/>
                  </a:lnTo>
                  <a:lnTo>
                    <a:pt x="1438358" y="330491"/>
                  </a:lnTo>
                  <a:lnTo>
                    <a:pt x="1415884" y="325322"/>
                  </a:lnTo>
                  <a:lnTo>
                    <a:pt x="1393409" y="320154"/>
                  </a:lnTo>
                  <a:lnTo>
                    <a:pt x="1370935" y="314987"/>
                  </a:lnTo>
                  <a:lnTo>
                    <a:pt x="1348461" y="309820"/>
                  </a:lnTo>
                  <a:lnTo>
                    <a:pt x="1325986" y="304653"/>
                  </a:lnTo>
                  <a:lnTo>
                    <a:pt x="1303512" y="299486"/>
                  </a:lnTo>
                  <a:lnTo>
                    <a:pt x="1281038" y="294319"/>
                  </a:lnTo>
                  <a:lnTo>
                    <a:pt x="1258563" y="289153"/>
                  </a:lnTo>
                  <a:lnTo>
                    <a:pt x="1236089" y="283987"/>
                  </a:lnTo>
                  <a:lnTo>
                    <a:pt x="1213615" y="278821"/>
                  </a:lnTo>
                  <a:lnTo>
                    <a:pt x="1191140" y="273656"/>
                  </a:lnTo>
                  <a:lnTo>
                    <a:pt x="1168666" y="268490"/>
                  </a:lnTo>
                  <a:lnTo>
                    <a:pt x="1146191" y="263325"/>
                  </a:lnTo>
                  <a:lnTo>
                    <a:pt x="1123717" y="258160"/>
                  </a:lnTo>
                  <a:lnTo>
                    <a:pt x="1101243" y="252995"/>
                  </a:lnTo>
                  <a:lnTo>
                    <a:pt x="1078768" y="247830"/>
                  </a:lnTo>
                  <a:lnTo>
                    <a:pt x="1056294" y="242666"/>
                  </a:lnTo>
                  <a:lnTo>
                    <a:pt x="1033820" y="237501"/>
                  </a:lnTo>
                  <a:lnTo>
                    <a:pt x="1011345" y="232337"/>
                  </a:lnTo>
                  <a:lnTo>
                    <a:pt x="988871" y="227172"/>
                  </a:lnTo>
                  <a:lnTo>
                    <a:pt x="966397" y="222008"/>
                  </a:lnTo>
                  <a:lnTo>
                    <a:pt x="943922" y="216844"/>
                  </a:lnTo>
                  <a:lnTo>
                    <a:pt x="921448" y="211680"/>
                  </a:lnTo>
                  <a:lnTo>
                    <a:pt x="898974" y="206516"/>
                  </a:lnTo>
                  <a:lnTo>
                    <a:pt x="876499" y="201352"/>
                  </a:lnTo>
                  <a:lnTo>
                    <a:pt x="854025" y="196188"/>
                  </a:lnTo>
                  <a:lnTo>
                    <a:pt x="831551" y="191025"/>
                  </a:lnTo>
                  <a:lnTo>
                    <a:pt x="809076" y="185861"/>
                  </a:lnTo>
                  <a:lnTo>
                    <a:pt x="786602" y="180697"/>
                  </a:lnTo>
                  <a:lnTo>
                    <a:pt x="764127" y="175534"/>
                  </a:lnTo>
                  <a:lnTo>
                    <a:pt x="741653" y="170370"/>
                  </a:lnTo>
                  <a:lnTo>
                    <a:pt x="719179" y="165207"/>
                  </a:lnTo>
                  <a:lnTo>
                    <a:pt x="696704" y="160044"/>
                  </a:lnTo>
                  <a:lnTo>
                    <a:pt x="674230" y="154880"/>
                  </a:lnTo>
                  <a:lnTo>
                    <a:pt x="651756" y="149717"/>
                  </a:lnTo>
                  <a:lnTo>
                    <a:pt x="629281" y="144554"/>
                  </a:lnTo>
                  <a:lnTo>
                    <a:pt x="606807" y="139391"/>
                  </a:lnTo>
                  <a:lnTo>
                    <a:pt x="584333" y="134228"/>
                  </a:lnTo>
                  <a:lnTo>
                    <a:pt x="561858" y="129065"/>
                  </a:lnTo>
                  <a:lnTo>
                    <a:pt x="539384" y="123902"/>
                  </a:lnTo>
                  <a:lnTo>
                    <a:pt x="516910" y="118739"/>
                  </a:lnTo>
                  <a:lnTo>
                    <a:pt x="494435" y="113576"/>
                  </a:lnTo>
                  <a:lnTo>
                    <a:pt x="471961" y="108413"/>
                  </a:lnTo>
                  <a:lnTo>
                    <a:pt x="449487" y="103250"/>
                  </a:lnTo>
                  <a:lnTo>
                    <a:pt x="427012" y="98088"/>
                  </a:lnTo>
                  <a:lnTo>
                    <a:pt x="404538" y="92925"/>
                  </a:lnTo>
                  <a:lnTo>
                    <a:pt x="382063" y="87762"/>
                  </a:lnTo>
                  <a:lnTo>
                    <a:pt x="359589" y="82599"/>
                  </a:lnTo>
                  <a:lnTo>
                    <a:pt x="337115" y="77437"/>
                  </a:lnTo>
                  <a:lnTo>
                    <a:pt x="314640" y="72274"/>
                  </a:lnTo>
                  <a:lnTo>
                    <a:pt x="292166" y="67111"/>
                  </a:lnTo>
                  <a:lnTo>
                    <a:pt x="269692" y="61949"/>
                  </a:lnTo>
                  <a:lnTo>
                    <a:pt x="247217" y="56786"/>
                  </a:lnTo>
                  <a:lnTo>
                    <a:pt x="224743" y="51624"/>
                  </a:lnTo>
                  <a:lnTo>
                    <a:pt x="202269" y="46461"/>
                  </a:lnTo>
                  <a:lnTo>
                    <a:pt x="179794" y="41299"/>
                  </a:lnTo>
                  <a:lnTo>
                    <a:pt x="157320" y="36136"/>
                  </a:lnTo>
                  <a:lnTo>
                    <a:pt x="134846" y="30974"/>
                  </a:lnTo>
                  <a:lnTo>
                    <a:pt x="112371" y="25811"/>
                  </a:lnTo>
                  <a:lnTo>
                    <a:pt x="89897" y="20649"/>
                  </a:lnTo>
                  <a:lnTo>
                    <a:pt x="67423" y="15487"/>
                  </a:lnTo>
                  <a:lnTo>
                    <a:pt x="44948" y="10324"/>
                  </a:lnTo>
                  <a:lnTo>
                    <a:pt x="22474" y="51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66708" y="1581029"/>
              <a:ext cx="3814069" cy="3790655"/>
            </a:xfrm>
            <a:custGeom>
              <a:avLst/>
              <a:pathLst>
                <a:path w="3814069" h="3790655">
                  <a:moveTo>
                    <a:pt x="0" y="3790655"/>
                  </a:moveTo>
                  <a:lnTo>
                    <a:pt x="5986" y="3785003"/>
                  </a:lnTo>
                  <a:lnTo>
                    <a:pt x="29348" y="3762942"/>
                  </a:lnTo>
                  <a:lnTo>
                    <a:pt x="52711" y="3740881"/>
                  </a:lnTo>
                  <a:lnTo>
                    <a:pt x="76073" y="3718820"/>
                  </a:lnTo>
                  <a:lnTo>
                    <a:pt x="99436" y="3696759"/>
                  </a:lnTo>
                  <a:lnTo>
                    <a:pt x="122798" y="3674699"/>
                  </a:lnTo>
                  <a:lnTo>
                    <a:pt x="146161" y="3652638"/>
                  </a:lnTo>
                  <a:lnTo>
                    <a:pt x="169523" y="3630577"/>
                  </a:lnTo>
                  <a:lnTo>
                    <a:pt x="192886" y="3608516"/>
                  </a:lnTo>
                  <a:lnTo>
                    <a:pt x="216248" y="3586455"/>
                  </a:lnTo>
                  <a:lnTo>
                    <a:pt x="239610" y="3564394"/>
                  </a:lnTo>
                  <a:lnTo>
                    <a:pt x="262973" y="3542333"/>
                  </a:lnTo>
                  <a:lnTo>
                    <a:pt x="286335" y="3520273"/>
                  </a:lnTo>
                  <a:lnTo>
                    <a:pt x="309698" y="3498212"/>
                  </a:lnTo>
                  <a:lnTo>
                    <a:pt x="333060" y="3476151"/>
                  </a:lnTo>
                  <a:lnTo>
                    <a:pt x="356423" y="3454090"/>
                  </a:lnTo>
                  <a:lnTo>
                    <a:pt x="379785" y="3432029"/>
                  </a:lnTo>
                  <a:lnTo>
                    <a:pt x="403148" y="3409968"/>
                  </a:lnTo>
                  <a:lnTo>
                    <a:pt x="426510" y="3387907"/>
                  </a:lnTo>
                  <a:lnTo>
                    <a:pt x="449873" y="3365846"/>
                  </a:lnTo>
                  <a:lnTo>
                    <a:pt x="473235" y="3343785"/>
                  </a:lnTo>
                  <a:lnTo>
                    <a:pt x="496598" y="3321724"/>
                  </a:lnTo>
                  <a:lnTo>
                    <a:pt x="519960" y="3299663"/>
                  </a:lnTo>
                  <a:lnTo>
                    <a:pt x="543323" y="3277602"/>
                  </a:lnTo>
                  <a:lnTo>
                    <a:pt x="566685" y="3255540"/>
                  </a:lnTo>
                  <a:lnTo>
                    <a:pt x="590048" y="3233479"/>
                  </a:lnTo>
                  <a:lnTo>
                    <a:pt x="613410" y="3211418"/>
                  </a:lnTo>
                  <a:lnTo>
                    <a:pt x="636773" y="3189357"/>
                  </a:lnTo>
                  <a:lnTo>
                    <a:pt x="660135" y="3167296"/>
                  </a:lnTo>
                  <a:lnTo>
                    <a:pt x="683498" y="3145235"/>
                  </a:lnTo>
                  <a:lnTo>
                    <a:pt x="706860" y="3123173"/>
                  </a:lnTo>
                  <a:lnTo>
                    <a:pt x="730222" y="3101112"/>
                  </a:lnTo>
                  <a:lnTo>
                    <a:pt x="753585" y="3079051"/>
                  </a:lnTo>
                  <a:lnTo>
                    <a:pt x="776947" y="3056989"/>
                  </a:lnTo>
                  <a:lnTo>
                    <a:pt x="800310" y="3034928"/>
                  </a:lnTo>
                  <a:lnTo>
                    <a:pt x="823672" y="3012867"/>
                  </a:lnTo>
                  <a:lnTo>
                    <a:pt x="847035" y="2990805"/>
                  </a:lnTo>
                  <a:lnTo>
                    <a:pt x="870397" y="2968744"/>
                  </a:lnTo>
                  <a:lnTo>
                    <a:pt x="893760" y="2946682"/>
                  </a:lnTo>
                  <a:lnTo>
                    <a:pt x="917122" y="2924621"/>
                  </a:lnTo>
                  <a:lnTo>
                    <a:pt x="940485" y="2902559"/>
                  </a:lnTo>
                  <a:lnTo>
                    <a:pt x="963847" y="2880498"/>
                  </a:lnTo>
                  <a:lnTo>
                    <a:pt x="987210" y="2858436"/>
                  </a:lnTo>
                  <a:lnTo>
                    <a:pt x="1010572" y="2836374"/>
                  </a:lnTo>
                  <a:lnTo>
                    <a:pt x="1033935" y="2814313"/>
                  </a:lnTo>
                  <a:lnTo>
                    <a:pt x="1057297" y="2792251"/>
                  </a:lnTo>
                  <a:lnTo>
                    <a:pt x="1080660" y="2770189"/>
                  </a:lnTo>
                  <a:lnTo>
                    <a:pt x="1104022" y="2748127"/>
                  </a:lnTo>
                  <a:lnTo>
                    <a:pt x="1127385" y="2726065"/>
                  </a:lnTo>
                  <a:lnTo>
                    <a:pt x="1150747" y="2704003"/>
                  </a:lnTo>
                  <a:lnTo>
                    <a:pt x="1174109" y="2681941"/>
                  </a:lnTo>
                  <a:lnTo>
                    <a:pt x="1197472" y="2659878"/>
                  </a:lnTo>
                  <a:lnTo>
                    <a:pt x="1220834" y="2637816"/>
                  </a:lnTo>
                  <a:lnTo>
                    <a:pt x="1244197" y="2615754"/>
                  </a:lnTo>
                  <a:lnTo>
                    <a:pt x="1267559" y="2593691"/>
                  </a:lnTo>
                  <a:lnTo>
                    <a:pt x="1290922" y="2571629"/>
                  </a:lnTo>
                  <a:lnTo>
                    <a:pt x="1314284" y="2549566"/>
                  </a:lnTo>
                  <a:lnTo>
                    <a:pt x="1337647" y="2527503"/>
                  </a:lnTo>
                  <a:lnTo>
                    <a:pt x="1361009" y="2505440"/>
                  </a:lnTo>
                  <a:lnTo>
                    <a:pt x="1384372" y="2483377"/>
                  </a:lnTo>
                  <a:lnTo>
                    <a:pt x="1407734" y="2461314"/>
                  </a:lnTo>
                  <a:lnTo>
                    <a:pt x="1431097" y="2439250"/>
                  </a:lnTo>
                  <a:lnTo>
                    <a:pt x="1454459" y="2417186"/>
                  </a:lnTo>
                  <a:lnTo>
                    <a:pt x="1477822" y="2395123"/>
                  </a:lnTo>
                  <a:lnTo>
                    <a:pt x="1501184" y="2373058"/>
                  </a:lnTo>
                  <a:lnTo>
                    <a:pt x="1524547" y="2350994"/>
                  </a:lnTo>
                  <a:lnTo>
                    <a:pt x="1547909" y="2328929"/>
                  </a:lnTo>
                  <a:lnTo>
                    <a:pt x="1571272" y="2306865"/>
                  </a:lnTo>
                  <a:lnTo>
                    <a:pt x="1594634" y="2284799"/>
                  </a:lnTo>
                  <a:lnTo>
                    <a:pt x="1617996" y="2262734"/>
                  </a:lnTo>
                  <a:lnTo>
                    <a:pt x="1641359" y="2240668"/>
                  </a:lnTo>
                  <a:lnTo>
                    <a:pt x="1664721" y="2218601"/>
                  </a:lnTo>
                  <a:lnTo>
                    <a:pt x="1688084" y="2196534"/>
                  </a:lnTo>
                  <a:lnTo>
                    <a:pt x="1711446" y="2174466"/>
                  </a:lnTo>
                  <a:lnTo>
                    <a:pt x="1734809" y="2152398"/>
                  </a:lnTo>
                  <a:lnTo>
                    <a:pt x="1758171" y="2130328"/>
                  </a:lnTo>
                  <a:lnTo>
                    <a:pt x="1781534" y="2108258"/>
                  </a:lnTo>
                  <a:lnTo>
                    <a:pt x="1804896" y="2086187"/>
                  </a:lnTo>
                  <a:lnTo>
                    <a:pt x="1828259" y="2064114"/>
                  </a:lnTo>
                  <a:lnTo>
                    <a:pt x="1851621" y="2042040"/>
                  </a:lnTo>
                  <a:lnTo>
                    <a:pt x="1874984" y="2019964"/>
                  </a:lnTo>
                  <a:lnTo>
                    <a:pt x="1898346" y="1997885"/>
                  </a:lnTo>
                  <a:lnTo>
                    <a:pt x="1921709" y="1975804"/>
                  </a:lnTo>
                  <a:lnTo>
                    <a:pt x="1945071" y="1953719"/>
                  </a:lnTo>
                  <a:lnTo>
                    <a:pt x="1968434" y="1931629"/>
                  </a:lnTo>
                  <a:lnTo>
                    <a:pt x="1991796" y="1909533"/>
                  </a:lnTo>
                  <a:lnTo>
                    <a:pt x="2015159" y="1887430"/>
                  </a:lnTo>
                  <a:lnTo>
                    <a:pt x="2038521" y="1865315"/>
                  </a:lnTo>
                  <a:lnTo>
                    <a:pt x="2061884" y="1843184"/>
                  </a:lnTo>
                  <a:lnTo>
                    <a:pt x="2085246" y="1821030"/>
                  </a:lnTo>
                  <a:lnTo>
                    <a:pt x="2108608" y="1798839"/>
                  </a:lnTo>
                  <a:lnTo>
                    <a:pt x="2131971" y="1776585"/>
                  </a:lnTo>
                  <a:lnTo>
                    <a:pt x="2155333" y="1754219"/>
                  </a:lnTo>
                  <a:lnTo>
                    <a:pt x="2178696" y="1731640"/>
                  </a:lnTo>
                  <a:lnTo>
                    <a:pt x="2202058" y="1708668"/>
                  </a:lnTo>
                  <a:lnTo>
                    <a:pt x="2225421" y="1685131"/>
                  </a:lnTo>
                  <a:lnTo>
                    <a:pt x="2248783" y="1661071"/>
                  </a:lnTo>
                  <a:lnTo>
                    <a:pt x="2272146" y="1636687"/>
                  </a:lnTo>
                  <a:lnTo>
                    <a:pt x="2295508" y="1612132"/>
                  </a:lnTo>
                  <a:lnTo>
                    <a:pt x="2318871" y="1587485"/>
                  </a:lnTo>
                  <a:lnTo>
                    <a:pt x="2342233" y="1562787"/>
                  </a:lnTo>
                  <a:lnTo>
                    <a:pt x="2365596" y="1538057"/>
                  </a:lnTo>
                  <a:lnTo>
                    <a:pt x="2388958" y="1513306"/>
                  </a:lnTo>
                  <a:lnTo>
                    <a:pt x="2412321" y="1488542"/>
                  </a:lnTo>
                  <a:lnTo>
                    <a:pt x="2435683" y="1463767"/>
                  </a:lnTo>
                  <a:lnTo>
                    <a:pt x="2459046" y="1438985"/>
                  </a:lnTo>
                  <a:lnTo>
                    <a:pt x="2482408" y="1414198"/>
                  </a:lnTo>
                  <a:lnTo>
                    <a:pt x="2505771" y="1389406"/>
                  </a:lnTo>
                  <a:lnTo>
                    <a:pt x="2529133" y="1364611"/>
                  </a:lnTo>
                  <a:lnTo>
                    <a:pt x="2552495" y="1339814"/>
                  </a:lnTo>
                  <a:lnTo>
                    <a:pt x="2575858" y="1315014"/>
                  </a:lnTo>
                  <a:lnTo>
                    <a:pt x="2599220" y="1290212"/>
                  </a:lnTo>
                  <a:lnTo>
                    <a:pt x="2622583" y="1265409"/>
                  </a:lnTo>
                  <a:lnTo>
                    <a:pt x="2645945" y="1240605"/>
                  </a:lnTo>
                  <a:lnTo>
                    <a:pt x="2669308" y="1215800"/>
                  </a:lnTo>
                  <a:lnTo>
                    <a:pt x="2692670" y="1190994"/>
                  </a:lnTo>
                  <a:lnTo>
                    <a:pt x="2716033" y="1166186"/>
                  </a:lnTo>
                  <a:lnTo>
                    <a:pt x="2739395" y="1141379"/>
                  </a:lnTo>
                  <a:lnTo>
                    <a:pt x="2762758" y="1116570"/>
                  </a:lnTo>
                  <a:lnTo>
                    <a:pt x="2786120" y="1091762"/>
                  </a:lnTo>
                  <a:lnTo>
                    <a:pt x="2809483" y="1066952"/>
                  </a:lnTo>
                  <a:lnTo>
                    <a:pt x="2832845" y="1042143"/>
                  </a:lnTo>
                  <a:lnTo>
                    <a:pt x="2856208" y="1017332"/>
                  </a:lnTo>
                  <a:lnTo>
                    <a:pt x="2879570" y="992522"/>
                  </a:lnTo>
                  <a:lnTo>
                    <a:pt x="2902933" y="967711"/>
                  </a:lnTo>
                  <a:lnTo>
                    <a:pt x="2926295" y="942900"/>
                  </a:lnTo>
                  <a:lnTo>
                    <a:pt x="2949658" y="918089"/>
                  </a:lnTo>
                  <a:lnTo>
                    <a:pt x="2973020" y="893278"/>
                  </a:lnTo>
                  <a:lnTo>
                    <a:pt x="2996382" y="868466"/>
                  </a:lnTo>
                  <a:lnTo>
                    <a:pt x="3019745" y="843654"/>
                  </a:lnTo>
                  <a:lnTo>
                    <a:pt x="3043107" y="818842"/>
                  </a:lnTo>
                  <a:lnTo>
                    <a:pt x="3066470" y="794030"/>
                  </a:lnTo>
                  <a:lnTo>
                    <a:pt x="3089832" y="769218"/>
                  </a:lnTo>
                  <a:lnTo>
                    <a:pt x="3113195" y="744405"/>
                  </a:lnTo>
                  <a:lnTo>
                    <a:pt x="3136557" y="719593"/>
                  </a:lnTo>
                  <a:lnTo>
                    <a:pt x="3159920" y="694780"/>
                  </a:lnTo>
                  <a:lnTo>
                    <a:pt x="3183282" y="669967"/>
                  </a:lnTo>
                  <a:lnTo>
                    <a:pt x="3206645" y="645154"/>
                  </a:lnTo>
                  <a:lnTo>
                    <a:pt x="3230007" y="620341"/>
                  </a:lnTo>
                  <a:lnTo>
                    <a:pt x="3253370" y="595528"/>
                  </a:lnTo>
                  <a:lnTo>
                    <a:pt x="3276732" y="570715"/>
                  </a:lnTo>
                  <a:lnTo>
                    <a:pt x="3300095" y="545902"/>
                  </a:lnTo>
                  <a:lnTo>
                    <a:pt x="3323457" y="521089"/>
                  </a:lnTo>
                  <a:lnTo>
                    <a:pt x="3346820" y="496275"/>
                  </a:lnTo>
                  <a:lnTo>
                    <a:pt x="3370182" y="471462"/>
                  </a:lnTo>
                  <a:lnTo>
                    <a:pt x="3393545" y="446649"/>
                  </a:lnTo>
                  <a:lnTo>
                    <a:pt x="3416907" y="421835"/>
                  </a:lnTo>
                  <a:lnTo>
                    <a:pt x="3440270" y="397022"/>
                  </a:lnTo>
                  <a:lnTo>
                    <a:pt x="3463632" y="372208"/>
                  </a:lnTo>
                  <a:lnTo>
                    <a:pt x="3486994" y="347394"/>
                  </a:lnTo>
                  <a:lnTo>
                    <a:pt x="3510357" y="322581"/>
                  </a:lnTo>
                  <a:lnTo>
                    <a:pt x="3533719" y="297767"/>
                  </a:lnTo>
                  <a:lnTo>
                    <a:pt x="3557082" y="272953"/>
                  </a:lnTo>
                  <a:lnTo>
                    <a:pt x="3580444" y="248139"/>
                  </a:lnTo>
                  <a:lnTo>
                    <a:pt x="3603807" y="223325"/>
                  </a:lnTo>
                  <a:lnTo>
                    <a:pt x="3627169" y="198512"/>
                  </a:lnTo>
                  <a:lnTo>
                    <a:pt x="3650532" y="173698"/>
                  </a:lnTo>
                  <a:lnTo>
                    <a:pt x="3673894" y="148884"/>
                  </a:lnTo>
                  <a:lnTo>
                    <a:pt x="3697257" y="124070"/>
                  </a:lnTo>
                  <a:lnTo>
                    <a:pt x="3720619" y="99256"/>
                  </a:lnTo>
                  <a:lnTo>
                    <a:pt x="3743982" y="74442"/>
                  </a:lnTo>
                  <a:lnTo>
                    <a:pt x="3767344" y="49628"/>
                  </a:lnTo>
                  <a:lnTo>
                    <a:pt x="3790707" y="24814"/>
                  </a:lnTo>
                  <a:lnTo>
                    <a:pt x="3814069" y="0"/>
                  </a:lnTo>
                  <a:lnTo>
                    <a:pt x="3814069" y="189247"/>
                  </a:lnTo>
                  <a:lnTo>
                    <a:pt x="3790707" y="211308"/>
                  </a:lnTo>
                  <a:lnTo>
                    <a:pt x="3767344" y="233369"/>
                  </a:lnTo>
                  <a:lnTo>
                    <a:pt x="3743982" y="255430"/>
                  </a:lnTo>
                  <a:lnTo>
                    <a:pt x="3720619" y="277491"/>
                  </a:lnTo>
                  <a:lnTo>
                    <a:pt x="3697257" y="299553"/>
                  </a:lnTo>
                  <a:lnTo>
                    <a:pt x="3673894" y="321614"/>
                  </a:lnTo>
                  <a:lnTo>
                    <a:pt x="3650532" y="343675"/>
                  </a:lnTo>
                  <a:lnTo>
                    <a:pt x="3627169" y="365737"/>
                  </a:lnTo>
                  <a:lnTo>
                    <a:pt x="3603807" y="387798"/>
                  </a:lnTo>
                  <a:lnTo>
                    <a:pt x="3580444" y="409859"/>
                  </a:lnTo>
                  <a:lnTo>
                    <a:pt x="3557082" y="431921"/>
                  </a:lnTo>
                  <a:lnTo>
                    <a:pt x="3533719" y="453982"/>
                  </a:lnTo>
                  <a:lnTo>
                    <a:pt x="3510357" y="476044"/>
                  </a:lnTo>
                  <a:lnTo>
                    <a:pt x="3486994" y="498105"/>
                  </a:lnTo>
                  <a:lnTo>
                    <a:pt x="3463632" y="520167"/>
                  </a:lnTo>
                  <a:lnTo>
                    <a:pt x="3440270" y="542229"/>
                  </a:lnTo>
                  <a:lnTo>
                    <a:pt x="3416907" y="564290"/>
                  </a:lnTo>
                  <a:lnTo>
                    <a:pt x="3393545" y="586352"/>
                  </a:lnTo>
                  <a:lnTo>
                    <a:pt x="3370182" y="608414"/>
                  </a:lnTo>
                  <a:lnTo>
                    <a:pt x="3346820" y="630476"/>
                  </a:lnTo>
                  <a:lnTo>
                    <a:pt x="3323457" y="652538"/>
                  </a:lnTo>
                  <a:lnTo>
                    <a:pt x="3300095" y="674600"/>
                  </a:lnTo>
                  <a:lnTo>
                    <a:pt x="3276732" y="696662"/>
                  </a:lnTo>
                  <a:lnTo>
                    <a:pt x="3253370" y="718724"/>
                  </a:lnTo>
                  <a:lnTo>
                    <a:pt x="3230007" y="740786"/>
                  </a:lnTo>
                  <a:lnTo>
                    <a:pt x="3206645" y="762848"/>
                  </a:lnTo>
                  <a:lnTo>
                    <a:pt x="3183282" y="784911"/>
                  </a:lnTo>
                  <a:lnTo>
                    <a:pt x="3159920" y="806973"/>
                  </a:lnTo>
                  <a:lnTo>
                    <a:pt x="3136557" y="829036"/>
                  </a:lnTo>
                  <a:lnTo>
                    <a:pt x="3113195" y="851098"/>
                  </a:lnTo>
                  <a:lnTo>
                    <a:pt x="3089832" y="873161"/>
                  </a:lnTo>
                  <a:lnTo>
                    <a:pt x="3066470" y="895224"/>
                  </a:lnTo>
                  <a:lnTo>
                    <a:pt x="3043107" y="917287"/>
                  </a:lnTo>
                  <a:lnTo>
                    <a:pt x="3019745" y="939350"/>
                  </a:lnTo>
                  <a:lnTo>
                    <a:pt x="2996382" y="961414"/>
                  </a:lnTo>
                  <a:lnTo>
                    <a:pt x="2973020" y="983477"/>
                  </a:lnTo>
                  <a:lnTo>
                    <a:pt x="2949658" y="1005541"/>
                  </a:lnTo>
                  <a:lnTo>
                    <a:pt x="2926295" y="1027605"/>
                  </a:lnTo>
                  <a:lnTo>
                    <a:pt x="2902933" y="1049669"/>
                  </a:lnTo>
                  <a:lnTo>
                    <a:pt x="2879570" y="1071734"/>
                  </a:lnTo>
                  <a:lnTo>
                    <a:pt x="2856208" y="1093799"/>
                  </a:lnTo>
                  <a:lnTo>
                    <a:pt x="2832845" y="1115864"/>
                  </a:lnTo>
                  <a:lnTo>
                    <a:pt x="2809483" y="1137930"/>
                  </a:lnTo>
                  <a:lnTo>
                    <a:pt x="2786120" y="1159995"/>
                  </a:lnTo>
                  <a:lnTo>
                    <a:pt x="2762758" y="1182062"/>
                  </a:lnTo>
                  <a:lnTo>
                    <a:pt x="2739395" y="1204129"/>
                  </a:lnTo>
                  <a:lnTo>
                    <a:pt x="2716033" y="1226196"/>
                  </a:lnTo>
                  <a:lnTo>
                    <a:pt x="2692670" y="1248265"/>
                  </a:lnTo>
                  <a:lnTo>
                    <a:pt x="2669308" y="1270334"/>
                  </a:lnTo>
                  <a:lnTo>
                    <a:pt x="2645945" y="1292403"/>
                  </a:lnTo>
                  <a:lnTo>
                    <a:pt x="2622583" y="1314474"/>
                  </a:lnTo>
                  <a:lnTo>
                    <a:pt x="2599220" y="1336547"/>
                  </a:lnTo>
                  <a:lnTo>
                    <a:pt x="2575858" y="1358620"/>
                  </a:lnTo>
                  <a:lnTo>
                    <a:pt x="2552495" y="1380696"/>
                  </a:lnTo>
                  <a:lnTo>
                    <a:pt x="2529133" y="1402774"/>
                  </a:lnTo>
                  <a:lnTo>
                    <a:pt x="2505771" y="1424854"/>
                  </a:lnTo>
                  <a:lnTo>
                    <a:pt x="2482408" y="1446938"/>
                  </a:lnTo>
                  <a:lnTo>
                    <a:pt x="2459046" y="1469025"/>
                  </a:lnTo>
                  <a:lnTo>
                    <a:pt x="2435683" y="1491119"/>
                  </a:lnTo>
                  <a:lnTo>
                    <a:pt x="2412321" y="1513219"/>
                  </a:lnTo>
                  <a:lnTo>
                    <a:pt x="2388958" y="1535330"/>
                  </a:lnTo>
                  <a:lnTo>
                    <a:pt x="2365596" y="1557455"/>
                  </a:lnTo>
                  <a:lnTo>
                    <a:pt x="2342233" y="1579600"/>
                  </a:lnTo>
                  <a:lnTo>
                    <a:pt x="2318871" y="1601777"/>
                  </a:lnTo>
                  <a:lnTo>
                    <a:pt x="2295508" y="1624006"/>
                  </a:lnTo>
                  <a:lnTo>
                    <a:pt x="2272146" y="1646326"/>
                  </a:lnTo>
                  <a:lnTo>
                    <a:pt x="2248783" y="1668817"/>
                  </a:lnTo>
                  <a:lnTo>
                    <a:pt x="2225421" y="1691632"/>
                  </a:lnTo>
                  <a:lnTo>
                    <a:pt x="2202058" y="1714970"/>
                  </a:lnTo>
                  <a:lnTo>
                    <a:pt x="2178696" y="1738874"/>
                  </a:lnTo>
                  <a:lnTo>
                    <a:pt x="2155333" y="1763170"/>
                  </a:lnTo>
                  <a:lnTo>
                    <a:pt x="2131971" y="1787679"/>
                  </a:lnTo>
                  <a:lnTo>
                    <a:pt x="2108608" y="1812301"/>
                  </a:lnTo>
                  <a:lnTo>
                    <a:pt x="2085246" y="1836984"/>
                  </a:lnTo>
                  <a:lnTo>
                    <a:pt x="2061884" y="1861705"/>
                  </a:lnTo>
                  <a:lnTo>
                    <a:pt x="2038521" y="1886450"/>
                  </a:lnTo>
                  <a:lnTo>
                    <a:pt x="2015159" y="1911211"/>
                  </a:lnTo>
                  <a:lnTo>
                    <a:pt x="1991796" y="1935982"/>
                  </a:lnTo>
                  <a:lnTo>
                    <a:pt x="1968434" y="1960762"/>
                  </a:lnTo>
                  <a:lnTo>
                    <a:pt x="1945071" y="1985547"/>
                  </a:lnTo>
                  <a:lnTo>
                    <a:pt x="1921709" y="2010338"/>
                  </a:lnTo>
                  <a:lnTo>
                    <a:pt x="1898346" y="2035132"/>
                  </a:lnTo>
                  <a:lnTo>
                    <a:pt x="1874984" y="2059928"/>
                  </a:lnTo>
                  <a:lnTo>
                    <a:pt x="1851621" y="2084727"/>
                  </a:lnTo>
                  <a:lnTo>
                    <a:pt x="1828259" y="2109528"/>
                  </a:lnTo>
                  <a:lnTo>
                    <a:pt x="1804896" y="2134331"/>
                  </a:lnTo>
                  <a:lnTo>
                    <a:pt x="1781534" y="2159135"/>
                  </a:lnTo>
                  <a:lnTo>
                    <a:pt x="1758171" y="2183940"/>
                  </a:lnTo>
                  <a:lnTo>
                    <a:pt x="1734809" y="2208746"/>
                  </a:lnTo>
                  <a:lnTo>
                    <a:pt x="1711446" y="2233553"/>
                  </a:lnTo>
                  <a:lnTo>
                    <a:pt x="1688084" y="2258360"/>
                  </a:lnTo>
                  <a:lnTo>
                    <a:pt x="1664721" y="2283168"/>
                  </a:lnTo>
                  <a:lnTo>
                    <a:pt x="1641359" y="2307977"/>
                  </a:lnTo>
                  <a:lnTo>
                    <a:pt x="1617996" y="2332786"/>
                  </a:lnTo>
                  <a:lnTo>
                    <a:pt x="1594634" y="2357596"/>
                  </a:lnTo>
                  <a:lnTo>
                    <a:pt x="1571272" y="2382406"/>
                  </a:lnTo>
                  <a:lnTo>
                    <a:pt x="1547909" y="2407216"/>
                  </a:lnTo>
                  <a:lnTo>
                    <a:pt x="1524547" y="2432026"/>
                  </a:lnTo>
                  <a:lnTo>
                    <a:pt x="1501184" y="2456837"/>
                  </a:lnTo>
                  <a:lnTo>
                    <a:pt x="1477822" y="2481649"/>
                  </a:lnTo>
                  <a:lnTo>
                    <a:pt x="1454459" y="2506460"/>
                  </a:lnTo>
                  <a:lnTo>
                    <a:pt x="1431097" y="2531272"/>
                  </a:lnTo>
                  <a:lnTo>
                    <a:pt x="1407734" y="2556083"/>
                  </a:lnTo>
                  <a:lnTo>
                    <a:pt x="1384372" y="2580895"/>
                  </a:lnTo>
                  <a:lnTo>
                    <a:pt x="1361009" y="2605707"/>
                  </a:lnTo>
                  <a:lnTo>
                    <a:pt x="1337647" y="2630520"/>
                  </a:lnTo>
                  <a:lnTo>
                    <a:pt x="1314284" y="2655332"/>
                  </a:lnTo>
                  <a:lnTo>
                    <a:pt x="1290922" y="2680145"/>
                  </a:lnTo>
                  <a:lnTo>
                    <a:pt x="1267559" y="2704957"/>
                  </a:lnTo>
                  <a:lnTo>
                    <a:pt x="1244197" y="2729770"/>
                  </a:lnTo>
                  <a:lnTo>
                    <a:pt x="1220834" y="2754583"/>
                  </a:lnTo>
                  <a:lnTo>
                    <a:pt x="1197472" y="2779396"/>
                  </a:lnTo>
                  <a:lnTo>
                    <a:pt x="1174109" y="2804209"/>
                  </a:lnTo>
                  <a:lnTo>
                    <a:pt x="1150747" y="2829022"/>
                  </a:lnTo>
                  <a:lnTo>
                    <a:pt x="1127385" y="2853835"/>
                  </a:lnTo>
                  <a:lnTo>
                    <a:pt x="1104022" y="2878648"/>
                  </a:lnTo>
                  <a:lnTo>
                    <a:pt x="1080660" y="2903462"/>
                  </a:lnTo>
                  <a:lnTo>
                    <a:pt x="1057297" y="2928275"/>
                  </a:lnTo>
                  <a:lnTo>
                    <a:pt x="1033935" y="2953088"/>
                  </a:lnTo>
                  <a:lnTo>
                    <a:pt x="1010572" y="2977902"/>
                  </a:lnTo>
                  <a:lnTo>
                    <a:pt x="987210" y="3002715"/>
                  </a:lnTo>
                  <a:lnTo>
                    <a:pt x="963847" y="3027529"/>
                  </a:lnTo>
                  <a:lnTo>
                    <a:pt x="940485" y="3052343"/>
                  </a:lnTo>
                  <a:lnTo>
                    <a:pt x="917122" y="3077156"/>
                  </a:lnTo>
                  <a:lnTo>
                    <a:pt x="893760" y="3101970"/>
                  </a:lnTo>
                  <a:lnTo>
                    <a:pt x="870397" y="3126784"/>
                  </a:lnTo>
                  <a:lnTo>
                    <a:pt x="847035" y="3151598"/>
                  </a:lnTo>
                  <a:lnTo>
                    <a:pt x="823672" y="3176411"/>
                  </a:lnTo>
                  <a:lnTo>
                    <a:pt x="800310" y="3201225"/>
                  </a:lnTo>
                  <a:lnTo>
                    <a:pt x="776947" y="3226039"/>
                  </a:lnTo>
                  <a:lnTo>
                    <a:pt x="753585" y="3250853"/>
                  </a:lnTo>
                  <a:lnTo>
                    <a:pt x="730222" y="3275667"/>
                  </a:lnTo>
                  <a:lnTo>
                    <a:pt x="706860" y="3300481"/>
                  </a:lnTo>
                  <a:lnTo>
                    <a:pt x="683498" y="3325295"/>
                  </a:lnTo>
                  <a:lnTo>
                    <a:pt x="660135" y="3350109"/>
                  </a:lnTo>
                  <a:lnTo>
                    <a:pt x="636773" y="3374923"/>
                  </a:lnTo>
                  <a:lnTo>
                    <a:pt x="613410" y="3399737"/>
                  </a:lnTo>
                  <a:lnTo>
                    <a:pt x="590048" y="3424551"/>
                  </a:lnTo>
                  <a:lnTo>
                    <a:pt x="566685" y="3449365"/>
                  </a:lnTo>
                  <a:lnTo>
                    <a:pt x="543323" y="3474180"/>
                  </a:lnTo>
                  <a:lnTo>
                    <a:pt x="519960" y="3498994"/>
                  </a:lnTo>
                  <a:lnTo>
                    <a:pt x="496598" y="3523808"/>
                  </a:lnTo>
                  <a:lnTo>
                    <a:pt x="473235" y="3548622"/>
                  </a:lnTo>
                  <a:lnTo>
                    <a:pt x="449873" y="3573436"/>
                  </a:lnTo>
                  <a:lnTo>
                    <a:pt x="426510" y="3598251"/>
                  </a:lnTo>
                  <a:lnTo>
                    <a:pt x="403148" y="3623065"/>
                  </a:lnTo>
                  <a:lnTo>
                    <a:pt x="379785" y="3647879"/>
                  </a:lnTo>
                  <a:lnTo>
                    <a:pt x="356423" y="3672693"/>
                  </a:lnTo>
                  <a:lnTo>
                    <a:pt x="333060" y="3697508"/>
                  </a:lnTo>
                  <a:lnTo>
                    <a:pt x="309698" y="3722322"/>
                  </a:lnTo>
                  <a:lnTo>
                    <a:pt x="286335" y="3747136"/>
                  </a:lnTo>
                  <a:lnTo>
                    <a:pt x="262973" y="3771951"/>
                  </a:lnTo>
                  <a:lnTo>
                    <a:pt x="245363" y="3790655"/>
                  </a:lnTo>
                  <a:close/>
                </a:path>
              </a:pathLst>
            </a:cu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266708" y="1581029"/>
              <a:ext cx="3814069" cy="3790655"/>
            </a:xfrm>
            <a:custGeom>
              <a:avLst/>
              <a:pathLst>
                <a:path w="3814069" h="3790655">
                  <a:moveTo>
                    <a:pt x="0" y="3790655"/>
                  </a:moveTo>
                  <a:lnTo>
                    <a:pt x="5986" y="3785003"/>
                  </a:lnTo>
                  <a:lnTo>
                    <a:pt x="29348" y="3762942"/>
                  </a:lnTo>
                  <a:lnTo>
                    <a:pt x="52711" y="3740881"/>
                  </a:lnTo>
                  <a:lnTo>
                    <a:pt x="76073" y="3718820"/>
                  </a:lnTo>
                  <a:lnTo>
                    <a:pt x="99436" y="3696759"/>
                  </a:lnTo>
                  <a:lnTo>
                    <a:pt x="122798" y="3674699"/>
                  </a:lnTo>
                  <a:lnTo>
                    <a:pt x="146161" y="3652638"/>
                  </a:lnTo>
                  <a:lnTo>
                    <a:pt x="169523" y="3630577"/>
                  </a:lnTo>
                  <a:lnTo>
                    <a:pt x="192886" y="3608516"/>
                  </a:lnTo>
                  <a:lnTo>
                    <a:pt x="216248" y="3586455"/>
                  </a:lnTo>
                  <a:lnTo>
                    <a:pt x="239610" y="3564394"/>
                  </a:lnTo>
                  <a:lnTo>
                    <a:pt x="262973" y="3542333"/>
                  </a:lnTo>
                  <a:lnTo>
                    <a:pt x="286335" y="3520273"/>
                  </a:lnTo>
                  <a:lnTo>
                    <a:pt x="309698" y="3498212"/>
                  </a:lnTo>
                  <a:lnTo>
                    <a:pt x="333060" y="3476151"/>
                  </a:lnTo>
                  <a:lnTo>
                    <a:pt x="356423" y="3454090"/>
                  </a:lnTo>
                  <a:lnTo>
                    <a:pt x="379785" y="3432029"/>
                  </a:lnTo>
                  <a:lnTo>
                    <a:pt x="403148" y="3409968"/>
                  </a:lnTo>
                  <a:lnTo>
                    <a:pt x="426510" y="3387907"/>
                  </a:lnTo>
                  <a:lnTo>
                    <a:pt x="449873" y="3365846"/>
                  </a:lnTo>
                  <a:lnTo>
                    <a:pt x="473235" y="3343785"/>
                  </a:lnTo>
                  <a:lnTo>
                    <a:pt x="496598" y="3321724"/>
                  </a:lnTo>
                  <a:lnTo>
                    <a:pt x="519960" y="3299663"/>
                  </a:lnTo>
                  <a:lnTo>
                    <a:pt x="543323" y="3277602"/>
                  </a:lnTo>
                  <a:lnTo>
                    <a:pt x="566685" y="3255540"/>
                  </a:lnTo>
                  <a:lnTo>
                    <a:pt x="590048" y="3233479"/>
                  </a:lnTo>
                  <a:lnTo>
                    <a:pt x="613410" y="3211418"/>
                  </a:lnTo>
                  <a:lnTo>
                    <a:pt x="636773" y="3189357"/>
                  </a:lnTo>
                  <a:lnTo>
                    <a:pt x="660135" y="3167296"/>
                  </a:lnTo>
                  <a:lnTo>
                    <a:pt x="683498" y="3145235"/>
                  </a:lnTo>
                  <a:lnTo>
                    <a:pt x="706860" y="3123173"/>
                  </a:lnTo>
                  <a:lnTo>
                    <a:pt x="730222" y="3101112"/>
                  </a:lnTo>
                  <a:lnTo>
                    <a:pt x="753585" y="3079051"/>
                  </a:lnTo>
                  <a:lnTo>
                    <a:pt x="776947" y="3056989"/>
                  </a:lnTo>
                  <a:lnTo>
                    <a:pt x="800310" y="3034928"/>
                  </a:lnTo>
                  <a:lnTo>
                    <a:pt x="823672" y="3012867"/>
                  </a:lnTo>
                  <a:lnTo>
                    <a:pt x="847035" y="2990805"/>
                  </a:lnTo>
                  <a:lnTo>
                    <a:pt x="870397" y="2968744"/>
                  </a:lnTo>
                  <a:lnTo>
                    <a:pt x="893760" y="2946682"/>
                  </a:lnTo>
                  <a:lnTo>
                    <a:pt x="917122" y="2924621"/>
                  </a:lnTo>
                  <a:lnTo>
                    <a:pt x="940485" y="2902559"/>
                  </a:lnTo>
                  <a:lnTo>
                    <a:pt x="963847" y="2880498"/>
                  </a:lnTo>
                  <a:lnTo>
                    <a:pt x="987210" y="2858436"/>
                  </a:lnTo>
                  <a:lnTo>
                    <a:pt x="1010572" y="2836374"/>
                  </a:lnTo>
                  <a:lnTo>
                    <a:pt x="1033935" y="2814313"/>
                  </a:lnTo>
                  <a:lnTo>
                    <a:pt x="1057297" y="2792251"/>
                  </a:lnTo>
                  <a:lnTo>
                    <a:pt x="1080660" y="2770189"/>
                  </a:lnTo>
                  <a:lnTo>
                    <a:pt x="1104022" y="2748127"/>
                  </a:lnTo>
                  <a:lnTo>
                    <a:pt x="1127385" y="2726065"/>
                  </a:lnTo>
                  <a:lnTo>
                    <a:pt x="1150747" y="2704003"/>
                  </a:lnTo>
                  <a:lnTo>
                    <a:pt x="1174109" y="2681941"/>
                  </a:lnTo>
                  <a:lnTo>
                    <a:pt x="1197472" y="2659878"/>
                  </a:lnTo>
                  <a:lnTo>
                    <a:pt x="1220834" y="2637816"/>
                  </a:lnTo>
                  <a:lnTo>
                    <a:pt x="1244197" y="2615754"/>
                  </a:lnTo>
                  <a:lnTo>
                    <a:pt x="1267559" y="2593691"/>
                  </a:lnTo>
                  <a:lnTo>
                    <a:pt x="1290922" y="2571629"/>
                  </a:lnTo>
                  <a:lnTo>
                    <a:pt x="1314284" y="2549566"/>
                  </a:lnTo>
                  <a:lnTo>
                    <a:pt x="1337647" y="2527503"/>
                  </a:lnTo>
                  <a:lnTo>
                    <a:pt x="1361009" y="2505440"/>
                  </a:lnTo>
                  <a:lnTo>
                    <a:pt x="1384372" y="2483377"/>
                  </a:lnTo>
                  <a:lnTo>
                    <a:pt x="1407734" y="2461314"/>
                  </a:lnTo>
                  <a:lnTo>
                    <a:pt x="1431097" y="2439250"/>
                  </a:lnTo>
                  <a:lnTo>
                    <a:pt x="1454459" y="2417186"/>
                  </a:lnTo>
                  <a:lnTo>
                    <a:pt x="1477822" y="2395123"/>
                  </a:lnTo>
                  <a:lnTo>
                    <a:pt x="1501184" y="2373058"/>
                  </a:lnTo>
                  <a:lnTo>
                    <a:pt x="1524547" y="2350994"/>
                  </a:lnTo>
                  <a:lnTo>
                    <a:pt x="1547909" y="2328929"/>
                  </a:lnTo>
                  <a:lnTo>
                    <a:pt x="1571272" y="2306865"/>
                  </a:lnTo>
                  <a:lnTo>
                    <a:pt x="1594634" y="2284799"/>
                  </a:lnTo>
                  <a:lnTo>
                    <a:pt x="1617996" y="2262734"/>
                  </a:lnTo>
                  <a:lnTo>
                    <a:pt x="1641359" y="2240668"/>
                  </a:lnTo>
                  <a:lnTo>
                    <a:pt x="1664721" y="2218601"/>
                  </a:lnTo>
                  <a:lnTo>
                    <a:pt x="1688084" y="2196534"/>
                  </a:lnTo>
                  <a:lnTo>
                    <a:pt x="1711446" y="2174466"/>
                  </a:lnTo>
                  <a:lnTo>
                    <a:pt x="1734809" y="2152398"/>
                  </a:lnTo>
                  <a:lnTo>
                    <a:pt x="1758171" y="2130328"/>
                  </a:lnTo>
                  <a:lnTo>
                    <a:pt x="1781534" y="2108258"/>
                  </a:lnTo>
                  <a:lnTo>
                    <a:pt x="1804896" y="2086187"/>
                  </a:lnTo>
                  <a:lnTo>
                    <a:pt x="1828259" y="2064114"/>
                  </a:lnTo>
                  <a:lnTo>
                    <a:pt x="1851621" y="2042040"/>
                  </a:lnTo>
                  <a:lnTo>
                    <a:pt x="1874984" y="2019964"/>
                  </a:lnTo>
                  <a:lnTo>
                    <a:pt x="1898346" y="1997885"/>
                  </a:lnTo>
                  <a:lnTo>
                    <a:pt x="1921709" y="1975804"/>
                  </a:lnTo>
                  <a:lnTo>
                    <a:pt x="1945071" y="1953719"/>
                  </a:lnTo>
                  <a:lnTo>
                    <a:pt x="1968434" y="1931629"/>
                  </a:lnTo>
                  <a:lnTo>
                    <a:pt x="1991796" y="1909533"/>
                  </a:lnTo>
                  <a:lnTo>
                    <a:pt x="2015159" y="1887430"/>
                  </a:lnTo>
                  <a:lnTo>
                    <a:pt x="2038521" y="1865315"/>
                  </a:lnTo>
                  <a:lnTo>
                    <a:pt x="2061884" y="1843184"/>
                  </a:lnTo>
                  <a:lnTo>
                    <a:pt x="2085246" y="1821030"/>
                  </a:lnTo>
                  <a:lnTo>
                    <a:pt x="2108608" y="1798839"/>
                  </a:lnTo>
                  <a:lnTo>
                    <a:pt x="2131971" y="1776585"/>
                  </a:lnTo>
                  <a:lnTo>
                    <a:pt x="2155333" y="1754219"/>
                  </a:lnTo>
                  <a:lnTo>
                    <a:pt x="2178696" y="1731640"/>
                  </a:lnTo>
                  <a:lnTo>
                    <a:pt x="2202058" y="1708668"/>
                  </a:lnTo>
                  <a:lnTo>
                    <a:pt x="2225421" y="1685131"/>
                  </a:lnTo>
                  <a:lnTo>
                    <a:pt x="2248783" y="1661071"/>
                  </a:lnTo>
                  <a:lnTo>
                    <a:pt x="2272146" y="1636687"/>
                  </a:lnTo>
                  <a:lnTo>
                    <a:pt x="2295508" y="1612132"/>
                  </a:lnTo>
                  <a:lnTo>
                    <a:pt x="2318871" y="1587485"/>
                  </a:lnTo>
                  <a:lnTo>
                    <a:pt x="2342233" y="1562787"/>
                  </a:lnTo>
                  <a:lnTo>
                    <a:pt x="2365596" y="1538057"/>
                  </a:lnTo>
                  <a:lnTo>
                    <a:pt x="2388958" y="1513306"/>
                  </a:lnTo>
                  <a:lnTo>
                    <a:pt x="2412321" y="1488542"/>
                  </a:lnTo>
                  <a:lnTo>
                    <a:pt x="2435683" y="1463767"/>
                  </a:lnTo>
                  <a:lnTo>
                    <a:pt x="2459046" y="1438985"/>
                  </a:lnTo>
                  <a:lnTo>
                    <a:pt x="2482408" y="1414198"/>
                  </a:lnTo>
                  <a:lnTo>
                    <a:pt x="2505771" y="1389406"/>
                  </a:lnTo>
                  <a:lnTo>
                    <a:pt x="2529133" y="1364611"/>
                  </a:lnTo>
                  <a:lnTo>
                    <a:pt x="2552495" y="1339814"/>
                  </a:lnTo>
                  <a:lnTo>
                    <a:pt x="2575858" y="1315014"/>
                  </a:lnTo>
                  <a:lnTo>
                    <a:pt x="2599220" y="1290212"/>
                  </a:lnTo>
                  <a:lnTo>
                    <a:pt x="2622583" y="1265409"/>
                  </a:lnTo>
                  <a:lnTo>
                    <a:pt x="2645945" y="1240605"/>
                  </a:lnTo>
                  <a:lnTo>
                    <a:pt x="2669308" y="1215800"/>
                  </a:lnTo>
                  <a:lnTo>
                    <a:pt x="2692670" y="1190994"/>
                  </a:lnTo>
                  <a:lnTo>
                    <a:pt x="2716033" y="1166186"/>
                  </a:lnTo>
                  <a:lnTo>
                    <a:pt x="2739395" y="1141379"/>
                  </a:lnTo>
                  <a:lnTo>
                    <a:pt x="2762758" y="1116570"/>
                  </a:lnTo>
                  <a:lnTo>
                    <a:pt x="2786120" y="1091762"/>
                  </a:lnTo>
                  <a:lnTo>
                    <a:pt x="2809483" y="1066952"/>
                  </a:lnTo>
                  <a:lnTo>
                    <a:pt x="2832845" y="1042143"/>
                  </a:lnTo>
                  <a:lnTo>
                    <a:pt x="2856208" y="1017332"/>
                  </a:lnTo>
                  <a:lnTo>
                    <a:pt x="2879570" y="992522"/>
                  </a:lnTo>
                  <a:lnTo>
                    <a:pt x="2902933" y="967711"/>
                  </a:lnTo>
                  <a:lnTo>
                    <a:pt x="2926295" y="942900"/>
                  </a:lnTo>
                  <a:lnTo>
                    <a:pt x="2949658" y="918089"/>
                  </a:lnTo>
                  <a:lnTo>
                    <a:pt x="2973020" y="893278"/>
                  </a:lnTo>
                  <a:lnTo>
                    <a:pt x="2996382" y="868466"/>
                  </a:lnTo>
                  <a:lnTo>
                    <a:pt x="3019745" y="843654"/>
                  </a:lnTo>
                  <a:lnTo>
                    <a:pt x="3043107" y="818842"/>
                  </a:lnTo>
                  <a:lnTo>
                    <a:pt x="3066470" y="794030"/>
                  </a:lnTo>
                  <a:lnTo>
                    <a:pt x="3089832" y="769218"/>
                  </a:lnTo>
                  <a:lnTo>
                    <a:pt x="3113195" y="744405"/>
                  </a:lnTo>
                  <a:lnTo>
                    <a:pt x="3136557" y="719593"/>
                  </a:lnTo>
                  <a:lnTo>
                    <a:pt x="3159920" y="694780"/>
                  </a:lnTo>
                  <a:lnTo>
                    <a:pt x="3183282" y="669967"/>
                  </a:lnTo>
                  <a:lnTo>
                    <a:pt x="3206645" y="645154"/>
                  </a:lnTo>
                  <a:lnTo>
                    <a:pt x="3230007" y="620341"/>
                  </a:lnTo>
                  <a:lnTo>
                    <a:pt x="3253370" y="595528"/>
                  </a:lnTo>
                  <a:lnTo>
                    <a:pt x="3276732" y="570715"/>
                  </a:lnTo>
                  <a:lnTo>
                    <a:pt x="3300095" y="545902"/>
                  </a:lnTo>
                  <a:lnTo>
                    <a:pt x="3323457" y="521089"/>
                  </a:lnTo>
                  <a:lnTo>
                    <a:pt x="3346820" y="496275"/>
                  </a:lnTo>
                  <a:lnTo>
                    <a:pt x="3370182" y="471462"/>
                  </a:lnTo>
                  <a:lnTo>
                    <a:pt x="3393545" y="446649"/>
                  </a:lnTo>
                  <a:lnTo>
                    <a:pt x="3416907" y="421835"/>
                  </a:lnTo>
                  <a:lnTo>
                    <a:pt x="3440270" y="397022"/>
                  </a:lnTo>
                  <a:lnTo>
                    <a:pt x="3463632" y="372208"/>
                  </a:lnTo>
                  <a:lnTo>
                    <a:pt x="3486994" y="347394"/>
                  </a:lnTo>
                  <a:lnTo>
                    <a:pt x="3510357" y="322581"/>
                  </a:lnTo>
                  <a:lnTo>
                    <a:pt x="3533719" y="297767"/>
                  </a:lnTo>
                  <a:lnTo>
                    <a:pt x="3557082" y="272953"/>
                  </a:lnTo>
                  <a:lnTo>
                    <a:pt x="3580444" y="248139"/>
                  </a:lnTo>
                  <a:lnTo>
                    <a:pt x="3603807" y="223325"/>
                  </a:lnTo>
                  <a:lnTo>
                    <a:pt x="3627169" y="198512"/>
                  </a:lnTo>
                  <a:lnTo>
                    <a:pt x="3650532" y="173698"/>
                  </a:lnTo>
                  <a:lnTo>
                    <a:pt x="3673894" y="148884"/>
                  </a:lnTo>
                  <a:lnTo>
                    <a:pt x="3697257" y="124070"/>
                  </a:lnTo>
                  <a:lnTo>
                    <a:pt x="3720619" y="99256"/>
                  </a:lnTo>
                  <a:lnTo>
                    <a:pt x="3743982" y="74442"/>
                  </a:lnTo>
                  <a:lnTo>
                    <a:pt x="3767344" y="49628"/>
                  </a:lnTo>
                  <a:lnTo>
                    <a:pt x="3790707" y="24814"/>
                  </a:lnTo>
                  <a:lnTo>
                    <a:pt x="38140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512071" y="1770276"/>
              <a:ext cx="3568706" cy="3601408"/>
            </a:xfrm>
            <a:custGeom>
              <a:avLst/>
              <a:pathLst>
                <a:path w="3568706" h="3601408">
                  <a:moveTo>
                    <a:pt x="3568706" y="0"/>
                  </a:moveTo>
                  <a:lnTo>
                    <a:pt x="3545344" y="22061"/>
                  </a:lnTo>
                  <a:lnTo>
                    <a:pt x="3521981" y="44122"/>
                  </a:lnTo>
                  <a:lnTo>
                    <a:pt x="3498619" y="66183"/>
                  </a:lnTo>
                  <a:lnTo>
                    <a:pt x="3475256" y="88244"/>
                  </a:lnTo>
                  <a:lnTo>
                    <a:pt x="3451894" y="110306"/>
                  </a:lnTo>
                  <a:lnTo>
                    <a:pt x="3428531" y="132367"/>
                  </a:lnTo>
                  <a:lnTo>
                    <a:pt x="3405169" y="154428"/>
                  </a:lnTo>
                  <a:lnTo>
                    <a:pt x="3381806" y="176489"/>
                  </a:lnTo>
                  <a:lnTo>
                    <a:pt x="3358444" y="198551"/>
                  </a:lnTo>
                  <a:lnTo>
                    <a:pt x="3335081" y="220612"/>
                  </a:lnTo>
                  <a:lnTo>
                    <a:pt x="3311719" y="242674"/>
                  </a:lnTo>
                  <a:lnTo>
                    <a:pt x="3288356" y="264735"/>
                  </a:lnTo>
                  <a:lnTo>
                    <a:pt x="3264994" y="286797"/>
                  </a:lnTo>
                  <a:lnTo>
                    <a:pt x="3241631" y="308858"/>
                  </a:lnTo>
                  <a:lnTo>
                    <a:pt x="3218269" y="330920"/>
                  </a:lnTo>
                  <a:lnTo>
                    <a:pt x="3194906" y="352981"/>
                  </a:lnTo>
                  <a:lnTo>
                    <a:pt x="3171544" y="375043"/>
                  </a:lnTo>
                  <a:lnTo>
                    <a:pt x="3148181" y="397105"/>
                  </a:lnTo>
                  <a:lnTo>
                    <a:pt x="3124819" y="419167"/>
                  </a:lnTo>
                  <a:lnTo>
                    <a:pt x="3101457" y="441229"/>
                  </a:lnTo>
                  <a:lnTo>
                    <a:pt x="3078094" y="463290"/>
                  </a:lnTo>
                  <a:lnTo>
                    <a:pt x="3054732" y="485352"/>
                  </a:lnTo>
                  <a:lnTo>
                    <a:pt x="3031369" y="507415"/>
                  </a:lnTo>
                  <a:lnTo>
                    <a:pt x="3008007" y="529477"/>
                  </a:lnTo>
                  <a:lnTo>
                    <a:pt x="2984644" y="551539"/>
                  </a:lnTo>
                  <a:lnTo>
                    <a:pt x="2961282" y="573601"/>
                  </a:lnTo>
                  <a:lnTo>
                    <a:pt x="2937919" y="595664"/>
                  </a:lnTo>
                  <a:lnTo>
                    <a:pt x="2914557" y="617726"/>
                  </a:lnTo>
                  <a:lnTo>
                    <a:pt x="2891194" y="639789"/>
                  </a:lnTo>
                  <a:lnTo>
                    <a:pt x="2867832" y="661851"/>
                  </a:lnTo>
                  <a:lnTo>
                    <a:pt x="2844469" y="683914"/>
                  </a:lnTo>
                  <a:lnTo>
                    <a:pt x="2821107" y="705977"/>
                  </a:lnTo>
                  <a:lnTo>
                    <a:pt x="2797744" y="728040"/>
                  </a:lnTo>
                  <a:lnTo>
                    <a:pt x="2774382" y="750103"/>
                  </a:lnTo>
                  <a:lnTo>
                    <a:pt x="2751019" y="772167"/>
                  </a:lnTo>
                  <a:lnTo>
                    <a:pt x="2727657" y="794230"/>
                  </a:lnTo>
                  <a:lnTo>
                    <a:pt x="2704294" y="816294"/>
                  </a:lnTo>
                  <a:lnTo>
                    <a:pt x="2680932" y="838358"/>
                  </a:lnTo>
                  <a:lnTo>
                    <a:pt x="2657569" y="860422"/>
                  </a:lnTo>
                  <a:lnTo>
                    <a:pt x="2634207" y="882487"/>
                  </a:lnTo>
                  <a:lnTo>
                    <a:pt x="2610845" y="904552"/>
                  </a:lnTo>
                  <a:lnTo>
                    <a:pt x="2587482" y="926617"/>
                  </a:lnTo>
                  <a:lnTo>
                    <a:pt x="2564120" y="948682"/>
                  </a:lnTo>
                  <a:lnTo>
                    <a:pt x="2540757" y="970748"/>
                  </a:lnTo>
                  <a:lnTo>
                    <a:pt x="2517395" y="992815"/>
                  </a:lnTo>
                  <a:lnTo>
                    <a:pt x="2494032" y="1014882"/>
                  </a:lnTo>
                  <a:lnTo>
                    <a:pt x="2470670" y="1036949"/>
                  </a:lnTo>
                  <a:lnTo>
                    <a:pt x="2447307" y="1059017"/>
                  </a:lnTo>
                  <a:lnTo>
                    <a:pt x="2423945" y="1081086"/>
                  </a:lnTo>
                  <a:lnTo>
                    <a:pt x="2400582" y="1103156"/>
                  </a:lnTo>
                  <a:lnTo>
                    <a:pt x="2377220" y="1125227"/>
                  </a:lnTo>
                  <a:lnTo>
                    <a:pt x="2353857" y="1147300"/>
                  </a:lnTo>
                  <a:lnTo>
                    <a:pt x="2330495" y="1169373"/>
                  </a:lnTo>
                  <a:lnTo>
                    <a:pt x="2307132" y="1191449"/>
                  </a:lnTo>
                  <a:lnTo>
                    <a:pt x="2283770" y="1213526"/>
                  </a:lnTo>
                  <a:lnTo>
                    <a:pt x="2260407" y="1235607"/>
                  </a:lnTo>
                  <a:lnTo>
                    <a:pt x="2237045" y="1257690"/>
                  </a:lnTo>
                  <a:lnTo>
                    <a:pt x="2213682" y="1279778"/>
                  </a:lnTo>
                  <a:lnTo>
                    <a:pt x="2190320" y="1301872"/>
                  </a:lnTo>
                  <a:lnTo>
                    <a:pt x="2166958" y="1323972"/>
                  </a:lnTo>
                  <a:lnTo>
                    <a:pt x="2143595" y="1346083"/>
                  </a:lnTo>
                  <a:lnTo>
                    <a:pt x="2120233" y="1368208"/>
                  </a:lnTo>
                  <a:lnTo>
                    <a:pt x="2096870" y="1390353"/>
                  </a:lnTo>
                  <a:lnTo>
                    <a:pt x="2073508" y="1412530"/>
                  </a:lnTo>
                  <a:lnTo>
                    <a:pt x="2050145" y="1434759"/>
                  </a:lnTo>
                  <a:lnTo>
                    <a:pt x="2026783" y="1457079"/>
                  </a:lnTo>
                  <a:lnTo>
                    <a:pt x="2003420" y="1479570"/>
                  </a:lnTo>
                  <a:lnTo>
                    <a:pt x="1980058" y="1502385"/>
                  </a:lnTo>
                  <a:lnTo>
                    <a:pt x="1956695" y="1525723"/>
                  </a:lnTo>
                  <a:lnTo>
                    <a:pt x="1933333" y="1549627"/>
                  </a:lnTo>
                  <a:lnTo>
                    <a:pt x="1909970" y="1573923"/>
                  </a:lnTo>
                  <a:lnTo>
                    <a:pt x="1886608" y="1598432"/>
                  </a:lnTo>
                  <a:lnTo>
                    <a:pt x="1863245" y="1623054"/>
                  </a:lnTo>
                  <a:lnTo>
                    <a:pt x="1839883" y="1647737"/>
                  </a:lnTo>
                  <a:lnTo>
                    <a:pt x="1816520" y="1672458"/>
                  </a:lnTo>
                  <a:lnTo>
                    <a:pt x="1793158" y="1697203"/>
                  </a:lnTo>
                  <a:lnTo>
                    <a:pt x="1769795" y="1721963"/>
                  </a:lnTo>
                  <a:lnTo>
                    <a:pt x="1746433" y="1746735"/>
                  </a:lnTo>
                  <a:lnTo>
                    <a:pt x="1723071" y="1771515"/>
                  </a:lnTo>
                  <a:lnTo>
                    <a:pt x="1699708" y="1796300"/>
                  </a:lnTo>
                  <a:lnTo>
                    <a:pt x="1676346" y="1821091"/>
                  </a:lnTo>
                  <a:lnTo>
                    <a:pt x="1652983" y="1845885"/>
                  </a:lnTo>
                  <a:lnTo>
                    <a:pt x="1629621" y="1870681"/>
                  </a:lnTo>
                  <a:lnTo>
                    <a:pt x="1606258" y="1895480"/>
                  </a:lnTo>
                  <a:lnTo>
                    <a:pt x="1582896" y="1920281"/>
                  </a:lnTo>
                  <a:lnTo>
                    <a:pt x="1559533" y="1945084"/>
                  </a:lnTo>
                  <a:lnTo>
                    <a:pt x="1536171" y="1969888"/>
                  </a:lnTo>
                  <a:lnTo>
                    <a:pt x="1512808" y="1994693"/>
                  </a:lnTo>
                  <a:lnTo>
                    <a:pt x="1489446" y="2019499"/>
                  </a:lnTo>
                  <a:lnTo>
                    <a:pt x="1466083" y="2044305"/>
                  </a:lnTo>
                  <a:lnTo>
                    <a:pt x="1442721" y="2069113"/>
                  </a:lnTo>
                  <a:lnTo>
                    <a:pt x="1419358" y="2093921"/>
                  </a:lnTo>
                  <a:lnTo>
                    <a:pt x="1395996" y="2118730"/>
                  </a:lnTo>
                  <a:lnTo>
                    <a:pt x="1372633" y="2143539"/>
                  </a:lnTo>
                  <a:lnTo>
                    <a:pt x="1349271" y="2168349"/>
                  </a:lnTo>
                  <a:lnTo>
                    <a:pt x="1325908" y="2193158"/>
                  </a:lnTo>
                  <a:lnTo>
                    <a:pt x="1302546" y="2217969"/>
                  </a:lnTo>
                  <a:lnTo>
                    <a:pt x="1279183" y="2242779"/>
                  </a:lnTo>
                  <a:lnTo>
                    <a:pt x="1255821" y="2267590"/>
                  </a:lnTo>
                  <a:lnTo>
                    <a:pt x="1232459" y="2292401"/>
                  </a:lnTo>
                  <a:lnTo>
                    <a:pt x="1209096" y="2317213"/>
                  </a:lnTo>
                  <a:lnTo>
                    <a:pt x="1185734" y="2342024"/>
                  </a:lnTo>
                  <a:lnTo>
                    <a:pt x="1162371" y="2366836"/>
                  </a:lnTo>
                  <a:lnTo>
                    <a:pt x="1139009" y="2391648"/>
                  </a:lnTo>
                  <a:lnTo>
                    <a:pt x="1115646" y="2416460"/>
                  </a:lnTo>
                  <a:lnTo>
                    <a:pt x="1092284" y="2441273"/>
                  </a:lnTo>
                  <a:lnTo>
                    <a:pt x="1068921" y="2466085"/>
                  </a:lnTo>
                  <a:lnTo>
                    <a:pt x="1045559" y="2490897"/>
                  </a:lnTo>
                  <a:lnTo>
                    <a:pt x="1022196" y="2515710"/>
                  </a:lnTo>
                  <a:lnTo>
                    <a:pt x="998834" y="2540523"/>
                  </a:lnTo>
                  <a:lnTo>
                    <a:pt x="975471" y="2565336"/>
                  </a:lnTo>
                  <a:lnTo>
                    <a:pt x="952109" y="2590149"/>
                  </a:lnTo>
                  <a:lnTo>
                    <a:pt x="928746" y="2614962"/>
                  </a:lnTo>
                  <a:lnTo>
                    <a:pt x="905384" y="2639775"/>
                  </a:lnTo>
                  <a:lnTo>
                    <a:pt x="882021" y="2664588"/>
                  </a:lnTo>
                  <a:lnTo>
                    <a:pt x="858659" y="2689401"/>
                  </a:lnTo>
                  <a:lnTo>
                    <a:pt x="835296" y="2714214"/>
                  </a:lnTo>
                  <a:lnTo>
                    <a:pt x="811934" y="2739028"/>
                  </a:lnTo>
                  <a:lnTo>
                    <a:pt x="788572" y="2763841"/>
                  </a:lnTo>
                  <a:lnTo>
                    <a:pt x="765209" y="2788655"/>
                  </a:lnTo>
                  <a:lnTo>
                    <a:pt x="741847" y="2813468"/>
                  </a:lnTo>
                  <a:lnTo>
                    <a:pt x="718484" y="2838282"/>
                  </a:lnTo>
                  <a:lnTo>
                    <a:pt x="695122" y="2863096"/>
                  </a:lnTo>
                  <a:lnTo>
                    <a:pt x="671759" y="2887909"/>
                  </a:lnTo>
                  <a:lnTo>
                    <a:pt x="648397" y="2912723"/>
                  </a:lnTo>
                  <a:lnTo>
                    <a:pt x="625034" y="2937537"/>
                  </a:lnTo>
                  <a:lnTo>
                    <a:pt x="601672" y="2962350"/>
                  </a:lnTo>
                  <a:lnTo>
                    <a:pt x="578309" y="2987164"/>
                  </a:lnTo>
                  <a:lnTo>
                    <a:pt x="554947" y="3011978"/>
                  </a:lnTo>
                  <a:lnTo>
                    <a:pt x="531584" y="3036792"/>
                  </a:lnTo>
                  <a:lnTo>
                    <a:pt x="508222" y="3061606"/>
                  </a:lnTo>
                  <a:lnTo>
                    <a:pt x="484859" y="3086420"/>
                  </a:lnTo>
                  <a:lnTo>
                    <a:pt x="461497" y="3111234"/>
                  </a:lnTo>
                  <a:lnTo>
                    <a:pt x="438134" y="3136048"/>
                  </a:lnTo>
                  <a:lnTo>
                    <a:pt x="414772" y="3160862"/>
                  </a:lnTo>
                  <a:lnTo>
                    <a:pt x="391409" y="3185676"/>
                  </a:lnTo>
                  <a:lnTo>
                    <a:pt x="368047" y="3210490"/>
                  </a:lnTo>
                  <a:lnTo>
                    <a:pt x="344685" y="3235304"/>
                  </a:lnTo>
                  <a:lnTo>
                    <a:pt x="321322" y="3260118"/>
                  </a:lnTo>
                  <a:lnTo>
                    <a:pt x="297960" y="3284933"/>
                  </a:lnTo>
                  <a:lnTo>
                    <a:pt x="274597" y="3309747"/>
                  </a:lnTo>
                  <a:lnTo>
                    <a:pt x="251235" y="3334561"/>
                  </a:lnTo>
                  <a:lnTo>
                    <a:pt x="227872" y="3359375"/>
                  </a:lnTo>
                  <a:lnTo>
                    <a:pt x="204510" y="3384189"/>
                  </a:lnTo>
                  <a:lnTo>
                    <a:pt x="181147" y="3409004"/>
                  </a:lnTo>
                  <a:lnTo>
                    <a:pt x="157785" y="3433818"/>
                  </a:lnTo>
                  <a:lnTo>
                    <a:pt x="134422" y="3458632"/>
                  </a:lnTo>
                  <a:lnTo>
                    <a:pt x="111060" y="3483446"/>
                  </a:lnTo>
                  <a:lnTo>
                    <a:pt x="87697" y="3508261"/>
                  </a:lnTo>
                  <a:lnTo>
                    <a:pt x="64335" y="3533075"/>
                  </a:lnTo>
                  <a:lnTo>
                    <a:pt x="40972" y="3557889"/>
                  </a:lnTo>
                  <a:lnTo>
                    <a:pt x="17610" y="3582704"/>
                  </a:lnTo>
                  <a:lnTo>
                    <a:pt x="0" y="3601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7425268" y="3269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7481397" y="3263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7433026" y="3265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7495412" y="3277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7452986" y="3318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7552860" y="3310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7369003" y="3300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7418264" y="327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7369651" y="3478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7399220" y="3263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7454318" y="327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7477094" y="3288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7448120" y="3282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452961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7440059" y="3247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7371693" y="3272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386644" y="3249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7334887" y="3259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7408087" y="3279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7371596" y="3262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7413408" y="3257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7409170" y="3278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7397012" y="3301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436603" y="327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7443741" y="3252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7386281" y="329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7488971" y="3287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7490667" y="3243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395582" y="3266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7431895" y="3264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7454907" y="3300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7420835" y="3265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462249" y="3288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7360491" y="3279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7520478" y="3292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7374713" y="326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7385377" y="3279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7364081" y="329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7409925" y="3266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7354675" y="327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676907" y="3271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7412948" y="3282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7395317" y="3277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7515932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09587" y="3255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43078" y="3271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326804" y="3540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7428029" y="329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7429319" y="3298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7437646" y="3282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7416312" y="3245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7489139" y="3305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7453450" y="328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7392615" y="3270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296272" y="3279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39270" y="328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7410992" y="3269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33736" y="3252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7465857" y="323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6464" y="3240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477272" y="3289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14977" y="3262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387475" y="3184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319194" y="326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7423126" y="3270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7614894" y="3298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7462718" y="3270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484876" y="328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468507" y="326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389397" y="3264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7500143" y="3277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412753" y="3276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454398" y="3236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478106" y="3274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424590" y="3256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343988" y="324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349100" y="3280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474416" y="3275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408583" y="3246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7419733" y="3278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548090" y="3271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490393" y="3304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382884" y="3264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461741" y="3263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449052" y="327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522315" y="3279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06873" y="3284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7357761" y="327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7389954" y="326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7335949" y="3257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7235060" y="3261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7424529" y="3267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7426860" y="3222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7428860" y="3270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7466557" y="3250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566668" y="3258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7459247" y="328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7411582" y="3270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7487121" y="3243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7434176" y="3239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411815" y="3281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136153" y="330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255013" y="329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323526" y="3269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326386" y="3266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503769" y="3280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343474" y="328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380620" y="3281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067355" y="3270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7462171" y="329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7330790" y="3273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570397" y="3273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59354" y="3282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541504" y="3282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582642" y="327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559228" y="3270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499829" y="3233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611207" y="3253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7394451" y="325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513736" y="326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7458315" y="3286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24165" y="3305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7376709" y="326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1472" y="3266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7363191" y="3170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335877" y="3268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463241" y="3271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45770" y="324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414146" y="3291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99570" y="3318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18923" y="3289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439368" y="3285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7391982" y="3242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7448888" y="3278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7427331" y="3198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7448689" y="330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7449607" y="3285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546299" y="3336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88771" y="3267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355547" y="3257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7400494" y="3236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7344545" y="327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7407750" y="3249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7300946" y="3293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7541298" y="3267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7409996" y="3274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2495" y="3275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59125" y="3268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494179" y="3274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7461571" y="3288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84976" y="3294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2280" y="3286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7398370" y="3264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7414587" y="3550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7502442" y="3309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7464860" y="3291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7402107" y="3301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7680447" y="3274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463369" y="3247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404602" y="3215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7562358" y="3270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7349184" y="3284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375424" y="3292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817366" y="336789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369390" y="325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371504" y="3265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429860" y="327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7409034" y="3266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7378572" y="3276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7414810" y="322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7384565" y="3246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489092" y="329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486020" y="3259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585730" y="3245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480966" y="326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475532" y="3274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7397401" y="3288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7524714" y="3263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7474824" y="3236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607404" y="3257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579092" y="3271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531486" y="3278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583011" y="3260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415482" y="3301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7511023" y="3258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449746" y="3291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487469" y="3272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7382122" y="3311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7521917" y="3223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7934278" y="330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7409327" y="3270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7438217" y="3291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7397977" y="326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7479939" y="3277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7440609" y="3285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7616438" y="3272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7366808" y="3258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7606974" y="3275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7424106" y="3279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7430631" y="3255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7427628" y="3283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7423848" y="3266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7364507" y="3259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7380473" y="326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298726" y="325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189382" y="323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308497" y="3246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7432338" y="3260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7496692" y="3345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7411166" y="3267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7449144" y="3302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7329474" y="3287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7463865" y="3278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7458778" y="3272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7579434" y="3259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7507916" y="3275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7440522" y="3275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7561022" y="3319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7597708" y="3365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7506401" y="3275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7380493" y="3262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7446055" y="3280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7460560" y="3236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7362287" y="3244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7383951" y="3271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7431788" y="3278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7432527" y="3274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7449778" y="3244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7471429" y="3279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7288961" y="3307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7414700" y="3218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7374423" y="3240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7305800" y="3278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7437971" y="3287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7422192" y="3241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7328257" y="3321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7388396" y="3287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358114" y="329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33519" y="3303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531284" y="328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351990" y="3271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7451713" y="3308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7234044" y="3329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7361536" y="3281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7445380" y="3278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377715" y="3283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13300" y="3281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7404186" y="3289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7270308" y="3315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7457365" y="3267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7485694" y="3258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7397822" y="3291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7398156" y="3273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7541922" y="3263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7452937" y="3263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7415060" y="3261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7384883" y="329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7366004" y="3381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7341624" y="3273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7420576" y="3264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7437831" y="3263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7500380" y="3265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7482938" y="3266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467549" y="3245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406276" y="3204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7420715" y="3189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7411792" y="3242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7434690" y="320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7439239" y="3248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7512095" y="3267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7401185" y="3283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7518309" y="3226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7420709" y="3263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7502724" y="3241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7446666" y="3273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94345" y="3294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369328" y="3273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7405872" y="3270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7388928" y="3259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582576" y="3272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7354560" y="3272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7257038" y="344219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7466442" y="3272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408191" y="3278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541743" y="346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279705" y="3257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509332" y="3227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315542" y="3252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273197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518677" y="324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396172" y="325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7452924" y="325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7440976" y="3280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7356311" y="3213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7487074" y="3264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7439451" y="3284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7518659" y="3268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7391094" y="3263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544766" y="3265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5610" y="3264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7440364" y="3306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7476212" y="3301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7406459" y="3282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455960" y="325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337895" y="326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387851" y="3297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7338017" y="3513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7371621" y="3261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521505" y="3348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117470" y="323165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7408813" y="3247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361682" y="3256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415149" y="3268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7395953" y="326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7398615" y="3272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7336574" y="3267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7413017" y="3222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7491086" y="3280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7532436" y="3271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7517150" y="3276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286289" y="338854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483408" y="330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7371212" y="327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7501969" y="3254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7452192" y="3291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7359723" y="3308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7446139" y="3292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7494570" y="3269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7588517" y="3325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7330820" y="3261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7413675" y="326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7369453" y="3274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7298961" y="326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7445660" y="3273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7437025" y="3282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7534399" y="3263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7336447" y="3255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7319592" y="3252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7421942" y="3260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7442050" y="3285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7391651" y="3298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7382370" y="327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7447098" y="3272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7501320" y="3279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7421281" y="3295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7461466" y="3287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7446277" y="328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7411653" y="3230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7432498" y="3265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7405862" y="3253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7466920" y="325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7428864" y="3248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7423005" y="3276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7543406" y="3282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7521276" y="3199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7439749" y="3251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7301829" y="3280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7385985" y="3213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7382999" y="3276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7431689" y="3263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7444976" y="3330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7410112" y="3231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7410826" y="3276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7433471" y="3319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7400910" y="3278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7379625" y="3291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7352613" y="3286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7463413" y="3296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7440235" y="325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7323250" y="3267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7423480" y="3263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7359077" y="3261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7426335" y="3287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7578358" y="3258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7306529" y="3252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7427901" y="3271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6557777" y="328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7376064" y="3178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7436123" y="3255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7501284" y="3269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7414183" y="3309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7372136" y="3326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72870" y="3302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599424" y="3238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7368004" y="3261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7464118" y="3308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7358807" y="327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7384704" y="3280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7523369" y="3277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7442632" y="3266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7448962" y="2840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7526453" y="3263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7443399" y="3302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7453591" y="3241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7351391" y="3300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7449025" y="3325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7574988" y="3270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7487328" y="3278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7393687" y="3250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7292110" y="3265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7453234" y="3248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7403096" y="3218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7464376" y="3283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7500029" y="3359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7421839" y="3317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7417120" y="3277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7395629" y="3252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7382070" y="3267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7393648" y="3232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7313466" y="3257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7368505" y="3308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7404096" y="327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7315700" y="3247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7307613" y="3252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7518101" y="3278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7541161" y="3270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7413465" y="3257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7406267" y="3267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7448773" y="3294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7419185" y="3244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7413036" y="3195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7498228" y="3464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7495075" y="327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7348868" y="326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7455189" y="3278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7362089" y="326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7363659" y="326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7461002" y="3257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7245758" y="3262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7299176" y="3278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7438815" y="3285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7376068" y="3288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7421688" y="3247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7406499" y="3269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7494383" y="3262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7332421" y="3267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7455576" y="3339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7444256" y="3296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7478758" y="3298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7454715" y="3419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7429089" y="333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7379598" y="3289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7407923" y="3249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7434478" y="3276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7515530" y="3261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7369931" y="3252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7458532" y="3259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7244590" y="339826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7265967" y="3270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7300295" y="3251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7369760" y="3339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7361072" y="3255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7462699" y="327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7470660" y="3256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7528167" y="3249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7450689" y="3239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7389173" y="325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7415981" y="3277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7480968" y="3252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7523356" y="3272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7483860" y="3275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7503228" y="326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7515922" y="330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7345324" y="3304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7398725" y="330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7539078" y="3255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7441201" y="3291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7518207" y="3275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7303134" y="3274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7472926" y="326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7437662" y="3288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7333374" y="3337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7398867" y="3271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7385370" y="3247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7647277" y="3291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7397507" y="3395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7511953" y="3288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7409577" y="3266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7425444" y="3267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7585236" y="326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7449571" y="3266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7552984" y="326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437286" y="326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383638" y="3300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7517984" y="3225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7519560" y="3249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7532252" y="3332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470571" y="3269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433999" y="3298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7322921" y="354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7450204" y="3522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7468640" y="3248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7489931" y="3296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7695432" y="3279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7369697" y="3283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7442274" y="3238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7451980" y="3267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486789" y="3270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382552" y="3265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7398239" y="3264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7220449" y="3291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7341244" y="3274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7555181" y="3255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7480781" y="325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7429189" y="3270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7410357" y="3268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7504751" y="3306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7510786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7337867" y="3268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7416634" y="3284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7663546" y="356853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7409533" y="3276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7369546" y="3314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7401018" y="3392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7408566" y="3267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7473276" y="3296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7379446" y="3296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7517455" y="3278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7364779" y="327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298954" y="3279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437092" y="3275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7409399" y="3280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7371947" y="3308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7366259" y="3300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7571243" y="3282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7440301" y="327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7429654" y="338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7427575" y="3279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7455822" y="3293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7542676" y="3300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305301" y="3298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409877" y="3277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7381624" y="3259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7390052" y="327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7449353" y="3245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7409837" y="3316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7428268" y="3284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7452917" y="3268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7401808" y="3263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7420398" y="3260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7420610" y="3350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7444285" y="3263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7389392" y="3266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7573714" y="321517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7525737" y="3266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7295080" y="3289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397205" y="3281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7361594" y="3290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7380572" y="3276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7361836" y="3282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7387139" y="317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7441797" y="3262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7329605" y="3319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7579498" y="327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7426396" y="3283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7408385" y="3295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7382024" y="3252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7406747" y="3300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7513435" y="3260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7379814" y="3258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7519868" y="3271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7508874" y="3282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7444070" y="3284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7499187" y="3244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7402587" y="3279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7437623" y="3264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7424202" y="3304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7464095" y="3178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7502024" y="3303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7475020" y="3310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7376670" y="3268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7406498" y="327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7471973" y="327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7423799" y="3279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7418925" y="3257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7475997" y="3283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7487800" y="3276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7491078" y="3263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7420537" y="3278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7316262" y="3259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7307018" y="3251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7468117" y="3280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7447532" y="324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7383719" y="3454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7389810" y="335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7453367" y="3416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7505777" y="3266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7476487" y="3279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7238461" y="3256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7541446" y="324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7415316" y="3263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7446080" y="3272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7402978" y="3278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7442105" y="3294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7369999" y="3243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7456086" y="3272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7314416" y="3258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7443849" y="3282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7437820" y="3274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7443225" y="3264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7393475" y="3259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7469248" y="3320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7432108" y="3286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474076" y="3189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492036" y="333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7495388" y="3315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7280231" y="328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7537461" y="3283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7465063" y="324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7447463" y="3193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7485038" y="3318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7370477" y="3284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7345322" y="3266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7300802" y="3275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7527494" y="3260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6940475" y="330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7466403" y="325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7391408" y="3274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7447907" y="3275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7414654" y="3312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7190831" y="3258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7443302" y="3268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7472770" y="3294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7525693" y="3287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7427191" y="3339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7415759" y="3274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7485948" y="3510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7416655" y="326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7418602" y="3266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7463651" y="3334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7424472" y="3355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7389906" y="3286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7462931" y="3250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7421975" y="3285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7439532" y="3288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7344981" y="3276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7469839" y="3265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7494374" y="3238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7298341" y="3290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7224778" y="329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7533136" y="3276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7352633" y="328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7410077" y="3263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7457961" y="3242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7307653" y="3262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7630420" y="3290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7315240" y="327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7497130" y="3272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7364976" y="3285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7414402" y="3272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7461053" y="3277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7435302" y="3280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487269" y="3264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7399021" y="3284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7506315" y="3269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7419168" y="3210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7492362" y="3275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7470901" y="3252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7458651" y="3265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7397507" y="3335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7528250" y="3272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7441542" y="3281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7406408" y="3232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7492034" y="325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7393816" y="329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7378040" y="3265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7489287" y="3264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7506220" y="3304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7442705" y="329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7502634" y="3299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7352522" y="3275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450624" y="3244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358820" y="3239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7318746" y="324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7435121" y="3177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7449177" y="3216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7472915" y="3464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7427678" y="3241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7467528" y="3263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7414960" y="324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7415838" y="3296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7447760" y="3256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7409337" y="329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7479996" y="3543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7418906" y="335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7336615" y="3288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7407864" y="3251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7333317" y="3261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7512508" y="3340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7351870" y="3288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7433772" y="326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7447851" y="3280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7332362" y="3277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7394627" y="3305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7515225" y="3264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7683368" y="3275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7576806" y="328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7444470" y="3277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7383749" y="3280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7381812" y="3326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7458171" y="3680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7650143" y="33462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7405860" y="3296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7518525" y="3304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346514" y="3247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7329139" y="3304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7458435" y="3276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7475426" y="3239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7511655" y="325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7547577" y="3290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7485588" y="3240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7478155" y="3276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7430372" y="3283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7326571" y="3158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7387849" y="328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7457140" y="3279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7334165" y="3283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7439275" y="3335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7442189" y="3289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7484894" y="3255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7502819" y="3285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7464258" y="3275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7455154" y="3266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455024" y="3269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553610" y="3265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7437973" y="3278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412937" y="326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247587" y="3275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7403333" y="3268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7575139" y="3282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383742" y="3304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76636" y="3283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7582765" y="365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7379489" y="3243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7356300" y="3285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7465077" y="3256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7566012" y="3279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7553073" y="3229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7545599" y="3283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7470468" y="3287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7351947" y="3272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7501462" y="3271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7576932" y="327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7600379" y="3284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7430294" y="3281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7477256" y="326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7646683" y="3279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7511103" y="3273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7395284" y="326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7463199" y="323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486618" y="3304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342292" y="3293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7514127" y="3247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7484746" y="3275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7407931" y="3269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7553781" y="3258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7387386" y="3252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434431" y="3270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384405" y="3264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7345997" y="3255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7602951" y="329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501408" y="3357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376587" y="3267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7481943" y="3359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7311356" y="3263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7220345" y="3251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7455221" y="3239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7468293" y="3254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7495429" y="3259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7382076" y="3266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7343934" y="3334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7499493" y="3264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7448413" y="3330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7667852" y="334227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7561787" y="331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7451235" y="3274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7556452" y="323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7459905" y="327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7527979" y="3298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7462542" y="3272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7478310" y="3278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7409857" y="3268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7575950" y="3259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7470769" y="3261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7363699" y="3234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7448404" y="326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7441107" y="3248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7364641" y="3259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7410659" y="3258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7453692" y="3297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7452518" y="3253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7347147" y="3253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7481577" y="3265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7418099" y="3280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7621616" y="353191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7446287" y="3284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7410010" y="335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7388076" y="3196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7479997" y="3596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7415940" y="3271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7527454" y="3277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7510447" y="3254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7353100" y="3291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7422382" y="3284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7442605" y="3268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7524270" y="3299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7345271" y="3249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7385935" y="3253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7360359" y="3271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7524549" y="3284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7493984" y="3326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7386208" y="3310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7427368" y="3278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7483092" y="3248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364699" y="3248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477752" y="3140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7398446" y="3243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7375239" y="3248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7408550" y="3270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7429723" y="3258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7533202" y="3263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7474819" y="327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7464703" y="32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7554328" y="3271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7469554" y="3212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7492382" y="3287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7485079" y="3254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7461932" y="325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7476292" y="326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480482" y="3274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410921" y="3266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7387315" y="3263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576659" y="3088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48852" y="3374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7419797" y="3293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7484846" y="3260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7419672" y="3270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7556675" y="3255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7540096" y="3264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7434560" y="3264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7555452" y="3291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7556560" y="3372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7500578" y="3296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7347152" y="3284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7546546" y="3259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7426147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7359112" y="3247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7392714" y="328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7415408" y="329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407212" y="3264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07562" y="3270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556596" y="3274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7414581" y="3273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7558979" y="3264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7435715" y="3259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7374081" y="3265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7527075" y="326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7324959" y="3275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7445544" y="3287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7393263" y="3255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7440564" y="3272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7494631" y="3270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7618205" y="3291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7539582" y="3247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7363163" y="3267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7582381" y="334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7409805" y="3263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7378259" y="326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7381571" y="3303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7468406" y="3309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7499412" y="3369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7591966" y="3312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7504511" y="3285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7433764" y="3273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7407682" y="3286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7354103" y="3308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7361965" y="3279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7421891" y="3266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7308270" y="3307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7463966" y="328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7496914" y="3270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7589590" y="3258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7421426" y="3228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7500915" y="3262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7421829" y="3273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7458100" y="327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7419329" y="3273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7530910" y="3274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7367274" y="3270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7499430" y="3252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7501426" y="3252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7359747" y="3332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7513305" y="3254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7471598" y="3265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7505242" y="3247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7502874" y="325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377443" y="3263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323282" y="3287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7392157" y="3280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7345060" y="3218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7294502" y="3263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7394275" y="3277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7296933" y="329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7534795" y="3266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7480394" y="329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7360752" y="3271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7452509" y="3294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7402465" y="3244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7420154" y="328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7439067" y="3261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7286056" y="3277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7476930" y="3153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7526675" y="323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7501119" y="328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7556393" y="3273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7286362" y="324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7542253" y="3295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7529847" y="3273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7472655" y="3260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7516392" y="3234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7453797" y="3286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7460549" y="3282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7456340" y="3220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478343" y="3261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360329" y="3247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7310443" y="3433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7475232" y="3250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7487792" y="3267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258304" y="3265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551609" y="3261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7614212" y="3294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7497427" y="3257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7447257" y="3250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51877" y="3258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39503" y="3222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7448447" y="3251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7402318" y="3282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7419558" y="3195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7367753" y="3237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7482355" y="331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7481488" y="3115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7405110" y="3277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7414148" y="328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7449729" y="326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416223" y="3291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7455813" y="3238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7314386" y="3262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7461334" y="3295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7438325" y="324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7391915" y="3271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7392002" y="3265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7416881" y="3248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7582951" y="3199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7524275" y="3258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7474761" y="3249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7400633" y="3266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7469695" y="3287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7423572" y="3264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7453288" y="3264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7500278" y="3330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7195022" y="3235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7430165" y="3291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7345207" y="3356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7240082" y="333112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7384034" y="3234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7456726" y="3264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7450561" y="3299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7455688" y="3313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7474105" y="3226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7464502" y="329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7418461" y="326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7387128" y="3264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7381538" y="327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7359174" y="3314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7429630" y="3273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7463677" y="3346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7389782" y="3291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7431399" y="329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7338946" y="3280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7386611" y="3250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7366367" y="328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7507305" y="324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7443467" y="3288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7583869" y="3261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7443611" y="3265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813284" y="3268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7415235" y="346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7352448" y="3285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7442220" y="3276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7476916" y="3277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7425060" y="3261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7483609" y="3287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7473360" y="3264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7350545" y="330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7497298" y="3280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7496498" y="3268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7535800" y="3274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7473957" y="3255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7323769" y="3268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7367181" y="3275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7492568" y="3254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7436197" y="3289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7486087" y="3180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7425899" y="3352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7376329" y="3294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7416121" y="3244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7483735" y="3239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7236469" y="3257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7369373" y="3269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7417058" y="325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7482830" y="3262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7541110" y="3281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7460250" y="3257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7544110" y="3286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7437982" y="3288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7411073" y="3289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7386032" y="3265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7464581" y="3285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7367915" y="3259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7420310" y="3273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7404770" y="3284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7490902" y="3274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7505297" y="3261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7483214" y="3240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7258276" y="3258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7445452" y="3268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7452012" y="3309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7362127" y="3239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7524733" y="3293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7463587" y="3245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7459926" y="3315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7500006" y="3283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7574068" y="3303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7410508" y="3267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7353281" y="3264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7393283" y="3294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7430435" y="3256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7461974" y="3274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7468669" y="3196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7413660" y="3265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7421729" y="3299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7420381" y="3284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7320454" y="3264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7592173" y="3273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7451882" y="3290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7475189" y="3268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7533926" y="3277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7390926" y="3234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7425632" y="3275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7512388" y="3270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7592690" y="329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7458766" y="327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7330329" y="3264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7370985" y="3256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7420663" y="328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7556364" y="328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7407075" y="3258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7438623" y="3298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7368580" y="324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7589044" y="3261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7408048" y="3268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7491381" y="3384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7332639" y="3250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7370195" y="322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7392800" y="3273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7422877" y="325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7395921" y="3272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7407524" y="3257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7416519" y="3270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7405819" y="3251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7432377" y="327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7379182" y="3282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7392817" y="334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7428552" y="3268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7435307" y="3261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7302922" y="327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7315650" y="3262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7479982" y="3380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7464048" y="3281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7380609" y="3277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7424305" y="3250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7358600" y="3294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7457466" y="3281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7374867" y="3708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7419524" y="3261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7458257" y="3302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7447807" y="3273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7404380" y="3281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7395568" y="3291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7285051" y="3266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7526141" y="3274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7531102" y="3259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7285823" y="326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7466240" y="3257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7325803" y="3278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7650644" y="3247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7473317" y="3210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7405854" y="3307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7468088" y="3277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7442733" y="3266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7399885" y="3254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7482525" y="3308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7491949" y="3279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7561913" y="329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7477046" y="327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7452921" y="3273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7456754" y="3293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7555969" y="3313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7302661" y="3291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7114996" y="3253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7429585" y="3257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7429017" y="3495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7387152" y="3282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7444855" y="3297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7322255" y="3257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7468356" y="3283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7342792" y="3275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7585016" y="3253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7383443" y="3297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7415085" y="3263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7593742" y="3374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7364571" y="3405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7441103" y="3240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7588417" y="3290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7463362" y="3262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7507838" y="325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7520103" y="3279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7403226" y="3254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7350453" y="3288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7595807" y="3306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7485094" y="3278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7374487" y="3307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7370710" y="3279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7392451" y="3255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7410058" y="3256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7489592" y="328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7413424" y="3228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7478931" y="3269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7374179" y="3246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7411732" y="3253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7445209" y="3244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7384806" y="3235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7408625" y="339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7558628" y="326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7359536" y="3249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7394587" y="3258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7258634" y="309715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7465525" y="3313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7369286" y="3243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7462307" y="3275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7469775" y="3265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7419202" y="3273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7421513" y="3271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7350795" y="3265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7440413" y="3225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7584024" y="3270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7466784" y="3266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7460585" y="3251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7515761" y="3254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7440188" y="3268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7452824" y="3280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7454713" y="327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7449642" y="3245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7383472" y="3286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7413246" y="3173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7401017" y="3289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7459619" y="3278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7445014" y="3276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7309098" y="3306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7544459" y="327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7545874" y="3277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7546118" y="323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7375688" y="3288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7533585" y="3210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7474960" y="3270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7349500" y="3279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7365241" y="3270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7296893" y="331539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7354113" y="3228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7387285" y="326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7384337" y="3259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7371548" y="3290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7318270" y="3293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7336387" y="3270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7423537" y="3267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7399725" y="3223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7450201" y="3371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7461958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7313384" y="3270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7414411" y="3279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7526695" y="3272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7426843" y="3265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7465439" y="3279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7336919" y="3298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7483313" y="3300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7372535" y="324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7344122" y="3238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7397210" y="3274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7300178" y="328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7406798" y="3248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7443257" y="3561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7413845" y="3222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7346654" y="3253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7426038" y="3262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7443493" y="3250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7379588" y="3260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7540680" y="324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7437050" y="3242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7474026" y="328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7450158" y="3281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7409243" y="3257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7504797" y="3190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7398392" y="3320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7450044" y="3293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7457689" y="329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7419005" y="3272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7402336" y="3287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7403854" y="3271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7419797" y="3272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7584806" y="3266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7351396" y="3354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7542615" y="3289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7447387" y="3221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7431255" y="323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7481212" y="3255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7590099" y="3270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7388408" y="3279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7450537" y="3274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7344515" y="3254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7552889" y="337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7355736" y="3267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7373725" y="3311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7347030" y="3297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7294191" y="3267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7411400" y="3308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7317320" y="3282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7385750" y="3276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7404386" y="3255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7496236" y="3266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7433628" y="3231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7499484" y="328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7516926" y="3257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7453463" y="328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7383194" y="3274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7382982" y="3301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7425925" y="3304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7308228" y="3273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7535685" y="3263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7492162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7489250" y="3255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7491628" y="328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7457221" y="3297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7553570" y="3277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7402041" y="3270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7544111" y="3279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7526854" y="3259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7445085" y="3313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7546946" y="3249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7456975" y="3238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7361626" y="3260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7417353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7505838" y="3274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7424275" y="3267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7301109" y="3274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7444761" y="3276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7441771" y="3298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7402481" y="3266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7375823" y="3286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7391986" y="3308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7473393" y="323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7183541" y="3301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7480310" y="3286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7510305" y="3280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7408053" y="3276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7444456" y="3268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7424179" y="3296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7479151" y="3259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7484303" y="2905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7474000" y="3240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7379501" y="3265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7414050" y="3311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7475480" y="3453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7329249" y="3281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7467954" y="3278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7397238" y="3255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7492914" y="3279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7536761" y="3286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7344459" y="3277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7484200" y="3247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7443011" y="3261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7328983" y="329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7319710" y="3313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7417001" y="3222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7391894" y="3265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7473972" y="3237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7322081" y="3278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7468131" y="3195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7347168" y="3274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7492002" y="3305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7515394" y="3284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7394131" y="3301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7337108" y="3266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7472917" y="3298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7407923" y="3298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7364043" y="327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7374891" y="327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7463860" y="3262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7429179" y="3205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7543357" y="3231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7396727" y="3266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7435262" y="323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7380719" y="3255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7381084" y="3177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7416850" y="3237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7397669" y="3283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7398302" y="3234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7364904" y="3382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7572320" y="3277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7318556" y="3235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7333118" y="328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7343221" y="324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7372749" y="3209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7531910" y="3272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7457135" y="3173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7400170" y="3645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7491986" y="327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7405117" y="326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7471912" y="3285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7514126" y="3249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7560958" y="3270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7635764" y="3268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7558294" y="3348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7392964" y="3279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7573752" y="3280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7571804" y="3292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7556085" y="3276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7459811" y="3282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7481640" y="3258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7527325" y="329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7569793" y="3268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7329020" y="3263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7377626" y="3277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7476377" y="3269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7335421" y="3266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7345303" y="3275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7386319" y="3250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7412119" y="3312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7468130" y="3269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7496732" y="3331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7419850" y="3281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7396292" y="328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7347227" y="3335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7465735" y="3205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7483612" y="3290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7301383" y="3269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7363203" y="3261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7463405" y="3283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7453547" y="3271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7342374" y="3272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7453588" y="3311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7510414" y="328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7467668" y="3285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7392357" y="3274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7409607" y="3290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7400582" y="327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7580924" y="3278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7446453" y="3285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7400708" y="324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7508922" y="3330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7509731" y="3265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7424478" y="3169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7447090" y="3002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7559470" y="3274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7442013" y="3206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7481130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7338756" y="3292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7378807" y="3282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7410555" y="329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7519073" y="3280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7431252" y="3273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7436605" y="3266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7400065" y="3293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7400529" y="3278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7454915" y="3271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7458547" y="3265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7314427" y="3277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7408747" y="3226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7456498" y="3297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7330784" y="3290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7423914" y="3264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7426332" y="3235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7468077" y="3276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7496108" y="3258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7569998" y="327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7486429" y="3274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7506054" y="3290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7313132" y="3306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7232932" y="3312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7465926" y="3264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7440137" y="3335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7633542" y="3268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7360517" y="3282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7438192" y="3221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7480908" y="3261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7376904" y="3269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7246774" y="3279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7457338" y="325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7473718" y="3245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7396366" y="3242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7503156" y="3156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7418446" y="3261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7539502" y="3256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7434478" y="3245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7610564" y="3290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7491900" y="3267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7522081" y="3265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7418794" y="3292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7353989" y="3269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7418710" y="3277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7480520" y="3187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7395576" y="3292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7456623" y="3206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7415732" y="3273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7281709" y="3283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7358668" y="3269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7349347" y="3416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7561718" y="3263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7420023" y="3264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7525157" y="3260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7492860" y="3118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7316703" y="3207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7431663" y="328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7401795" y="3282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7310990" y="3259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7209304" y="326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7447417" y="327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7504772" y="321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7421928" y="3258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7378517" y="3269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7492312" y="3275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7355336" y="3292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7530187" y="3247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7397860" y="3247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7469431" y="3274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7463606" y="3218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7443035" y="3302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7530508" y="3277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7440206" y="3265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732213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7449103" y="3276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7405653" y="3252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7584516" y="3238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7443448" y="3277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7398141" y="3270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7738899" y="3276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7574133" y="3299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7445935" y="3286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7447560" y="3281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7245565" y="3266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7477159" y="328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7459476" y="3276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7290107" y="3305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7439686" y="3346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7567718" y="3267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7283736" y="3268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7581735" y="328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7479679" y="3275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7447016" y="3268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7513345" y="3283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7554048" y="3281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7538268" y="3274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7410220" y="3270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7528224" y="3250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7520177" y="327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7529301" y="3295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7355527" y="3262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7432480" y="3274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7461496" y="3292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7402729" y="3252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7530843" y="327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7470724" y="3301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7420032" y="3274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7428543" y="3226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7437637" y="3265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7418442" y="324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7357189" y="3252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7296093" y="3286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7413273" y="3256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7475467" y="3221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7468027" y="3252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7448015" y="3239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7597993" y="3254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7490636" y="3260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7489685" y="3261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7476360" y="3275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7533614" y="3286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7385874" y="3253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7396843" y="326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7478783" y="3287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7410436" y="3274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7390987" y="3265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7465004" y="326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7544428" y="3293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7355496" y="3279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7345907" y="328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7454328" y="3277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7391522" y="3268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7430296" y="3274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7419824" y="3266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7461790" y="3284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7517235" y="330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7436643" y="3273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7433845" y="3263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7436803" y="3265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7313736" y="3284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7559231" y="3274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7379432" y="3258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7492402" y="328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7499696" y="326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7485103" y="3255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7667052" y="318563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7508264" y="3256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7445688" y="3309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7605948" y="328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7382414" y="327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7613116" y="3288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7478780" y="3279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7466922" y="3392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7376296" y="3260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7444199" y="3269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7398413" y="3295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7369711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7407180" y="325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7428039" y="3091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7400190" y="3288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7616863" y="3262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7408040" y="3335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7201210" y="331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7492991" y="327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7372054" y="3272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7515803" y="3310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7528924" y="3306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7513967" y="3258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7413016" y="3270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7437550" y="3291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7438034" y="3253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7457496" y="3274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7464346" y="3238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7517597" y="333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7513703" y="3280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7453803" y="3357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7436521" y="3282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7624657" y="3258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7520836" y="3283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7412560" y="3266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7431050" y="3264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7327102" y="3244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7611372" y="319786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7486511" y="3266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7562897" y="3280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7541468" y="330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7614914" y="3272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7424974" y="3259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7564020" y="329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7364554" y="3244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7295359" y="332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7394854" y="3285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7479730" y="3271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7536584" y="3267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7482670" y="3267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7433777" y="3276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7475639" y="328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7553536" y="3309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7417306" y="3270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7700435" y="328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7450654" y="3291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7554120" y="3273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7490826" y="3260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7521281" y="3294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7395348" y="3286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7327227" y="3259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7339621" y="3248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7376702" y="3274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7450678" y="3263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7374327" y="325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7476993" y="3289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7518010" y="3279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7526308" y="3255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7595847" y="3311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7405239" y="3282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7335268" y="3288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7558743" y="3279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7569113" y="3241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7558511" y="3274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7314363" y="3255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7595359" y="3250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7433896" y="3247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7397467" y="3250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7365696" y="3211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7446197" y="327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7373557" y="326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7547509" y="3303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7543036" y="3288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7418966" y="3248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7473437" y="3274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7404107" y="328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7439668" y="325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7414416" y="3255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7412701" y="3260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7403326" y="3278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7511777" y="3282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7271584" y="3278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7549223" y="3277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7508281" y="3338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7635201" y="3291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7471906" y="3283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7348848" y="3261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7349899" y="3279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7483116" y="3260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7353895" y="3327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7483594" y="3291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7377242" y="3298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7404959" y="3290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7384229" y="328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7448629" y="329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7451170" y="3276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7402753" y="3259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7560047" y="328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7451197" y="3281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7493029" y="3287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7310600" y="3241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7619188" y="334090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7557716" y="3336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7352808" y="325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7571585" y="3325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7613198" y="3269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7462677" y="3263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7585317" y="3229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7475579" y="3263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7302623" y="3265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7371309" y="3276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7452394" y="324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7344920" y="3262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7518781" y="324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7563301" y="3280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7633899" y="3266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7360458" y="326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7459231" y="3276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7455418" y="3278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7304663" y="323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7354066" y="3259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7646131" y="3260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7507427" y="3250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7398362" y="326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7415517" y="3303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7438362" y="3292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7453214" y="3276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7446029" y="3285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7475301" y="3297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7457918" y="3288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7504433" y="3260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7508849" y="3280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7415851" y="3286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7515014" y="3266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7348111" y="3263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7472059" y="3246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7534171" y="3277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7497077" y="3316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7511010" y="3267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7498498" y="327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7323769" y="3318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7440022" y="3241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7552465" y="3237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7376310" y="3283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7435122" y="3268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7306893" y="3297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7546289" y="326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7313635" y="3320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7426036" y="3301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7468004" y="3269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7534841" y="3275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7529526" y="3351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7461884" y="3282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7533089" y="3277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7433722" y="328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7341254" y="3270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7706507" y="327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7360768" y="3281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7509942" y="3273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7375697" y="3283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7491934" y="332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7345181" y="3270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7545704" y="3274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7442093" y="3272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7496308" y="3331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7374088" y="3265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7424318" y="3276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7372300" y="3279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7443752" y="3299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7431211" y="3278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7363346" y="3258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7401464" y="3218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7533108" y="3273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7530835" y="3223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7466140" y="3307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7580243" y="3265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7541325" y="3269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7467502" y="3301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7405311" y="3269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7478746" y="3271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7472638" y="3254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7238529" y="3280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7566868" y="3268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7469553" y="325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7549460" y="326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7554221" y="3262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7335575" y="329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7341784" y="3270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7626887" y="3254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7515502" y="3171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7375287" y="3368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7487010" y="3259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7409884" y="3279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7554450" y="328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7365467" y="3268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7389032" y="3276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7570569" y="3247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7600270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7456998" y="3283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7485527" y="3261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7412100" y="3276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7455272" y="3275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7540801" y="327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7461314" y="327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7267941" y="3284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7367775" y="3267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7547258" y="3296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7437824" y="3237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7419450" y="3277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7352932" y="3281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7427246" y="3226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7327536" y="3256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7365307" y="3268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7411226" y="3047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7375485" y="3272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7368197" y="3268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7531016" y="3299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7322516" y="3264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7376741" y="3248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7556054" y="3236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7540613" y="3258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7488261" y="3264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7283303" y="3316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7403887" y="3282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7427457" y="3241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7456974" y="3244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7549587" y="3257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7394298" y="327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7470448" y="3204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7503982" y="3290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7643237" y="325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7387964" y="323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7394243" y="3238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7535255" y="3279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7554160" y="3319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7426304" y="3279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7420399" y="328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7541477" y="3286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7454317" y="3234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7487457" y="3280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7379909" y="3282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7460423" y="3303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7494166" y="3284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7552481" y="3232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7445232" y="327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7415649" y="3281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7416014" y="3249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7272265" y="3265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7476373" y="327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7626807" y="333225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7436865" y="3093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7385530" y="3250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7512856" y="3251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7483676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7481035" y="3276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7454177" y="3268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7370097" y="3276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7300842" y="3267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7426027" y="3254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7451231" y="3300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7455742" y="3249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7413048" y="327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7392470" y="3215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7392584" y="3268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7637269" y="333628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7385930" y="3263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7556381" y="3275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7432291" y="3331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7345798" y="3275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7336443" y="328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7620510" y="3262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7447620" y="3275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7379109" y="3312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7436296" y="3252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7438848" y="3231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7477419" y="3199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7216035" y="3281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7476956" y="3291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7541874" y="3282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7488742" y="3262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7384399" y="3272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7383662" y="3292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7510314" y="3263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7339018" y="3273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7612210" y="327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7514934" y="328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7460249" y="3297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7470949" y="3271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7465704" y="3263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7560527" y="328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7488017" y="324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427330" y="3294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376508" y="3258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405145" y="3282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384964" y="3287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490078" y="3283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7453009" y="3212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377228" y="3289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7593724" y="3275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7421386" y="3271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7442691" y="3262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7439068" y="3273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548888" y="3313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415824" y="3266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528052" y="3271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572158" y="328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417886" y="3274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560877" y="3292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410243" y="3277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428807" y="3282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7512090" y="3309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7497994" y="3295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7466725" y="3263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7499921" y="3265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490488" y="3265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193380" y="3260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452804" y="3359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410726" y="3245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7452899" y="3267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7551189" y="3282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570715" y="330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533757" y="3276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343702" y="3262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543704" y="3277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7462800" y="3276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7484817" y="3265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435321" y="3294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599645" y="3251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564584" y="329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586824" y="321874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646344" y="3276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526157" y="3269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357855" y="3283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424980" y="3270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385843" y="327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7486114" y="3268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7604462" y="3280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7647198" y="3260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421162" y="3263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7561547" y="3367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7457371" y="3288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7355310" y="326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7464120" y="329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527925" y="326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581696" y="3272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7507407" y="3278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7487482" y="3258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399862" y="3256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741915" y="3251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551077" y="3260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7427980" y="325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483591" y="3286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461368" y="3247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636306" y="3286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7502263" y="3270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451073" y="326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379823" y="3338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565620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427775" y="3253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462924" y="3291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7551286" y="3285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375424" y="3274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448684" y="3256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405023" y="3250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7487996" y="3252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582750" y="3279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391480" y="3280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433292" y="3383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7538632" y="3250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7541986" y="328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7516145" y="335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7582781" y="3343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7508920" y="3268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449919" y="3281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421386" y="3298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436091" y="3258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482690" y="3269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494412" y="3296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414669" y="3284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554902" y="3173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587914" y="326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432787" y="3287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435588" y="3295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429737" y="323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458205" y="3256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479359" y="3227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365417" y="3291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550603" y="332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7421979" y="3251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7538864" y="326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7506818" y="3287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518453" y="3302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441166" y="3291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7389399" y="321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454373" y="3292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556858" y="3326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376386" y="3275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614209" y="3269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510170" y="3246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405733" y="3281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515877" y="328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489278" y="3360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458952" y="3293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499179" y="3299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7454618" y="329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7396309" y="3273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394773" y="3293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415359" y="3251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446461" y="3277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639407" y="3273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291703" y="3297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543690" y="3276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431958" y="3306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515103" y="3330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7537271" y="3292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311797" y="3493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540723" y="3292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463565" y="3285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436208" y="3277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503395" y="3177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390989" y="328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466009" y="3258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388360" y="3134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443594" y="3205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559732" y="325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358658" y="3265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7592711" y="3278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7411155" y="3271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7412083" y="331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7451037" y="328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7478341" y="3318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532398" y="3271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606153" y="3219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7548900" y="3281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7329689" y="3233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526564" y="3275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7419396" y="3287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623869" y="326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7481822" y="3291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389997" y="3282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460973" y="3249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368595" y="3250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7584272" y="3248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7358377" y="3282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7532382" y="3265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7368372" y="3261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572873" y="3263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449421" y="3237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7364875" y="3262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485242" y="3179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7453915" y="3203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355865" y="3240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438833" y="3281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529684" y="3260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531584" y="3277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7581774" y="3287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493720" y="3288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480123" y="324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7432157" y="3319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7485559" y="3267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7550189" y="3286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7524402" y="3261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7354187" y="3308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7481360" y="324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562273" y="3264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7327798" y="3304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7541567" y="329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7368918" y="3289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482043" y="3228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7420281" y="3353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7482278" y="3284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7502956" y="3291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666015" y="319191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7535507" y="3244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7486690" y="3281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7271830" y="3255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7355204" y="3276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412033" y="3274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262975" y="3247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403740" y="3284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463067" y="3284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573732" y="3261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277079" y="3249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7373114" y="3261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7490550" y="3274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586814" y="3283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393044" y="3300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487525" y="3225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7398594" y="3279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7431149" y="3271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7379688" y="3272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548853" y="3272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7426600" y="3268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7443241" y="3292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553356" y="3284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433851" y="3283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554372" y="3168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524734" y="328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327777" y="3255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7535931" y="3293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454077" y="329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7536878" y="3272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7411687" y="3287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7422303" y="3303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7641803" y="3302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7655669" y="3276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512448" y="3262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474657" y="3275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7436730" y="326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7471897" y="3357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539527" y="3308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408761" y="3291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405121" y="326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7495993" y="3270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445574" y="3297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374949" y="3283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458900" y="3250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349166" y="3273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533636" y="3291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7420268" y="3275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7517284" y="326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372992" y="3284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7619053" y="3265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7421646" y="3308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7384131" y="3303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7419387" y="3283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487130" y="3271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7528178" y="3312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549057" y="3277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588851" y="3261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345245" y="3272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7566458" y="3341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563186" y="3262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542864" y="3275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318410" y="3269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7489427" y="3279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513840" y="3259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7446135" y="3253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7430211" y="3260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7443718" y="3263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7528601" y="3274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7519929" y="3271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7459082" y="3276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7472318" y="3279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582477" y="3290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550184" y="3246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7376835" y="3262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7426719" y="3270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512182" y="3229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377824" y="3164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369364" y="3270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569553" y="3245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349552" y="3272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7550638" y="3289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7474675" y="323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7577355" y="3207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507401" y="3271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7501840" y="328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7474170" y="3285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7421514" y="329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7472083" y="3281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7467296" y="3284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7435160" y="3265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411134" y="3261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541841" y="3266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473605" y="3271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7373267" y="3286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7402037" y="3300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431515" y="3259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435330" y="3233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7382757" y="3279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379633" y="3289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7435636" y="3255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427506" y="3241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7566804" y="3252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7574890" y="3252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372718" y="3273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427758" y="3263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449419" y="3318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7372465" y="3290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511801" y="3293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7446427" y="3211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413916" y="3319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573896" y="3279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506933" y="3274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511248" y="3253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398763" y="3281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441169" y="3260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515511" y="324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376137" y="3264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540224" y="3256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426142" y="3267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529920" y="327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357450" y="3337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7501488" y="3382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7352634" y="3273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7502266" y="328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536588" y="3282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7415343" y="3250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7547318" y="3282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480247" y="3242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450071" y="3295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6937076" y="326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7520381" y="3299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455897" y="3276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448239" y="3305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479290" y="3274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519222" y="3282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548004" y="3287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7568599" y="3250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423224" y="3284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563823" y="3255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360098" y="3279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376717" y="3254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347865" y="3236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529777" y="3724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567354" y="3213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451891" y="328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455943" y="3232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7371395" y="3304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300695" y="3283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518821" y="3281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425408" y="326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7480666" y="3495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7285807" y="3255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524463" y="324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363821" y="3295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570843" y="3256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474796" y="3272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320839" y="3286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532760" y="330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7492471" y="3288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284953" y="3291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374641" y="327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558362" y="3263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7526192" y="3231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564333" y="3279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7638857" y="3300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527350" y="3313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455310" y="3285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7574341" y="3272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511022" y="3275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7430364" y="3237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7496298" y="3249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7575631" y="3188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403470" y="3263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7380963" y="3263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348104" y="3281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7414072" y="3263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7480636" y="3317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7539596" y="326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7480006" y="3293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353463" y="3275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401293" y="3284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458359" y="3305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418207" y="3219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550792" y="3288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585904" y="3261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439787" y="3264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7406995" y="3219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457860" y="3275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7384874" y="3260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7417154" y="323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7416592" y="3261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7571430" y="3271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557986" y="3258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7443415" y="331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501128" y="3280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7523377" y="3296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7531813" y="3288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7458522" y="3272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443885" y="3284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504151" y="3266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471132" y="3290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386756" y="326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638886" y="3256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425940" y="3306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478853" y="3285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456584" y="3283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7503618" y="3528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7580802" y="3293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456514" y="3271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7473206" y="328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7537975" y="3281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461891" y="3299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7316068" y="3297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474779" y="3253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534465" y="3266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533866" y="3259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400363" y="3282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7524675" y="326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469062" y="3278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7484436" y="3228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415650" y="3261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470531" y="329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454388" y="324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458269" y="3276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412734" y="3263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462759" y="3319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7550623" y="3320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444962" y="3240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449577" y="3279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7529711" y="3287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429615" y="3252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458529" y="3245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596223" y="3252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7563348" y="3268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393130" y="3256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7496289" y="3284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337248" y="3250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435067" y="3277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7404516" y="3278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7423259" y="3277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7480775" y="3228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7431694" y="3271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7389816" y="3262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428220" y="3256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7501460" y="3284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535830" y="3363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7399605" y="324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7395336" y="3265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410295" y="3204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7395923" y="3268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536441" y="3303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7410948" y="3250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7573632" y="327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7530719" y="3250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7490139" y="3305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7441528" y="3266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7489306" y="3296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7575519" y="3280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348734" y="3272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436853" y="3301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443928" y="3244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361964" y="3255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396067" y="3257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447200" y="3250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548540" y="3288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7585785" y="3304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7529411" y="3244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7509154" y="3259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7455510" y="3300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7547448" y="328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7422203" y="3215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7353191" y="326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7480777" y="3219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7451272" y="3260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7478595" y="3267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7334618" y="3265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7401777" y="3286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7604903" y="325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7573780" y="332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7599481" y="2786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7341499" y="326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7581556" y="329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7386303" y="3226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7384421" y="3250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7513813" y="3279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7443307" y="326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7542008" y="3283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7401425" y="3214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7410429" y="327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7400937" y="3079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7676153" y="3257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7510919" y="3267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7423276" y="3315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7355439" y="3262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7449679" y="3235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7496173" y="328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7516601" y="3280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7583984" y="3319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7433043" y="3302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7533654" y="3288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7462683" y="3235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7470331" y="3283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7350785" y="3248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7480099" y="3280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7638368" y="3265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7558610" y="3301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7469695" y="3285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7564916" y="331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7499982" y="3288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7406792" y="3273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7399891" y="3222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7512617" y="3257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7440141" y="3266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7510775" y="3286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7393932" y="325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7359810" y="3295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7486322" y="3284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7529661" y="3299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579970" y="3246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7206561" y="3253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7284731" y="3267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7538013" y="326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7502401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7696349" y="3269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7450864" y="3274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7527842" y="3265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7357472" y="3252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7434159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7343553" y="3237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7378205" y="3255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7505070" y="327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7400201" y="3281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7357558" y="324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7482981" y="3282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7360372" y="3264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7367084" y="3222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7349882" y="3436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7563894" y="3192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7321070" y="3257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7472232" y="3276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7476077" y="3266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7322049" y="327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7462975" y="3257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7413590" y="3221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7400888" y="3279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7412137" y="3247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7538663" y="3322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7388113" y="3258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7473581" y="3287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7390413" y="3275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7468989" y="3284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7355607" y="3277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7491252" y="3287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7439527" y="3257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7304544" y="3196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7510682" y="3269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7543002" y="323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7566090" y="3268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7437195" y="3226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7510965" y="3270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7456449" y="3667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7453908" y="3260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7518471" y="3261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7519349" y="3254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7511636" y="3262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7434448" y="3254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7462824" y="3271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7410912" y="3270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7374329" y="3283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7475119" y="3272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7433901" y="327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7371867" y="3277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7450650" y="330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7580916" y="3311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7281211" y="3252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7489643" y="3313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7556882" y="2985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7626704" y="326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7566215" y="325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7308505" y="3272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7463280" y="3240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7297060" y="3377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7464970" y="3228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7290492" y="3260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7571841" y="3300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7361761" y="3261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7268005" y="333933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7420640" y="3290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7571384" y="3279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7453473" y="3260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7361933" y="328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7499073" y="327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7423102" y="321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7385506" y="3254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7418558" y="3273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477412" y="3262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7324297" y="320918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7486305" y="326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7258545" y="3266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7408564" y="3257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7410820" y="3300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7350850" y="3290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7452547" y="3260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7473619" y="3275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7439436" y="3270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7525105" y="334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7567608" y="3290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7425603" y="3291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7484448" y="3288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7394204" y="3219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7412977" y="3272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7345295" y="327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7497899" y="3283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7466305" y="3280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7425705" y="3280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7465919" y="325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7652313" y="3248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7452793" y="3265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7583027" y="3264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7462612" y="3259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7392977" y="3249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7659185" y="3294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7377834" y="3244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7548949" y="3292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7404752" y="3259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7430630" y="3270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7406333" y="3223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7486536" y="3216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7432981" y="3270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7466924" y="3280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7531329" y="3256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7509465" y="3283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7418223" y="3256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7376695" y="3282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7525995" y="322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7479365" y="3267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7430305" y="3274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7358339" y="3218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7289980" y="3243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7602262" y="3221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7425448" y="3288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7347399" y="3299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7397323" y="3252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7393733" y="3278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7555374" y="3265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7521965" y="3277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7526990" y="333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7394385" y="3271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7479941" y="3280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7457166" y="3263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7391684" y="3300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7451649" y="3266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7537124" y="3241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7509168" y="3250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7607689" y="3297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7386839" y="3251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7486566" y="326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7429756" y="3273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7570129" y="328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7388382" y="3265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7503001" y="3280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7387969" y="3279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7382196" y="3270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7450907" y="329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7631697" y="3263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7574325" y="3289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7473019" y="327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7372225" y="3284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7425289" y="3252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7481778" y="3284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7458416" y="3272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7559175" y="3284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7429892" y="3270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7350502" y="3274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7404344" y="3256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7606642" y="326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7494830" y="3290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7380893" y="325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7432027" y="3313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7388518" y="3263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7449338" y="3275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7519866" y="3271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7398668" y="3204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7457506" y="3238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7388009" y="3324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7444079" y="3291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7324367" y="327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7524915" y="3280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7494715" y="3224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7430290" y="3265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7333162" y="3264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7554453" y="3266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7325272" y="3227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7444205" y="325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7546409" y="325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7470898" y="3283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7488689" y="3291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7494093" y="3255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7320571" y="3282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7407834" y="3305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7447796" y="3246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7601378" y="3253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7410415" y="3252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7452639" y="3292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7554319" y="3317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7525273" y="3262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7529355" y="3237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7356481" y="3278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7382938" y="3266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7389115" y="3251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7547029" y="3277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7439141" y="3259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7531467" y="3299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7557760" y="326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7343644" y="3283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7528997" y="3324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7456092" y="3273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7380484" y="3284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7529707" y="3270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7422764" y="3311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7484448" y="3279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7380989" y="324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7405067" y="328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7416210" y="325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7511975" y="3269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7503299" y="3285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7386726" y="3251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7481697" y="3238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7492430" y="3211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7514731" y="327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7388723" y="3300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7491401" y="3215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7566779" y="3272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7470435" y="328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7487639" y="3162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7424290" y="324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7390142" y="3236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7509245" y="3244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7465568" y="3276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7442070" y="3288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7419603" y="3286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7617415" y="316384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7576213" y="3208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7622112" y="3289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7449544" y="3261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7481760" y="3214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7374919" y="3266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7516323" y="327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7362229" y="3265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7567965" y="3283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7540152" y="324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7433944" y="3278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7589316" y="3279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7461155" y="3244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7435430" y="3433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7390210" y="3296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7523082" y="3261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7512703" y="3259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7411513" y="3273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7388930" y="3263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7393342" y="3264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7431011" y="3269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7466606" y="3252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7422109" y="3292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7379460" y="3253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7527254" y="3282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7482452" y="3257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7437244" y="3283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7561452" y="3296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7546575" y="3296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7533034" y="3282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7431353" y="3273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7565230" y="3274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7641213" y="3241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7483734" y="3203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7610324" y="3242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7420309" y="3271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7439631" y="3236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7410138" y="3249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7566962" y="329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7468192" y="3276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7549296" y="3285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7385474" y="3266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7410642" y="3270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7430476" y="3221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7545708" y="3267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7325874" y="3314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7561935" y="3276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7482980" y="3274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7480917" y="3278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7603052" y="3273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7372745" y="3271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7556343" y="3288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7595812" y="326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7602910" y="3265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7467912" y="3267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7563915" y="3278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7471107" y="3260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7508031" y="32802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7559719" y="3258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7544796" y="3243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7386417" y="3230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7439370" y="328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7346086" y="3263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7476673" y="3246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7421950" y="3275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7327650" y="3248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7367339" y="3267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7617785" y="328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7387800" y="3265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7390007" y="3284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7371915" y="3331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7362381" y="3253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7447760" y="3279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7452626" y="3348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7406746" y="3275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7579719" y="3258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7457734" y="3260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7408904" y="3290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7392571" y="3262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7377529" y="3296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7403312" y="3275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7625675" y="3229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7544142" y="3331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7557029" y="32891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7522604" y="3277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7476747" y="3282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7442867" y="320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7384812" y="327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7430191" y="3265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7318496" y="3281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7450202" y="3331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7438133" y="3250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7404556" y="3267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7585764" y="326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7557625" y="3261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7310228" y="3280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7428721" y="3255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7389172" y="3264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7404025" y="3260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7577197" y="328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7402536" y="3269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7332296" y="3286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7414257" y="3307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7608318" y="3282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7456235" y="3258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7495874" y="327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7589788" y="3273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7490459" y="3258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7496395" y="3276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7392493" y="3266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7399504" y="3261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7451015" y="327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7467206" y="3309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7435643" y="3271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7530891" y="3251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7326513" y="3252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7501267" y="328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7530073" y="3240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7430341" y="3255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7610063" y="3288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7423400" y="3278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7531856" y="3213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7558852" y="3290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7294534" y="3307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7487006" y="3288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7467089" y="3274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7528271" y="3294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7472321" y="3284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7331811" y="3264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7385058" y="3353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7558327" y="3226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7605116" y="3291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7524829" y="3265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7536131" y="3324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7519061" y="3279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7586931" y="3270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7551589" y="3274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7292763" y="3280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7507156" y="3273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7416452" y="3216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7432656" y="3263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7511197" y="326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7375677" y="3218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7405406" y="3256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7598532" y="3281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7371123" y="3303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7459247" y="3271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7521818" y="3284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7431109" y="3273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7535837" y="3276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7580907" y="3267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7651574" y="3265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7534813" y="3271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7444565" y="319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7480681" y="3261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7401520" y="3299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7415417" y="340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7404724" y="3260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7542105" y="3272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7422661" y="3204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7520754" y="3278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7407126" y="3241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7514682" y="326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7628667" y="3276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7398003" y="3195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7550829" y="334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7466143" y="3275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7489665" y="3295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7363805" y="3263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7500283" y="3292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7510087" y="3292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7453578" y="3228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7507645" y="3229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7458408" y="3283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7233176" y="3278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7605479" y="3279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7324715" y="3313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7554315" y="3285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7488719" y="3232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7473273" y="3281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7494096" y="3245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7562743" y="3258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7478651" y="3281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7472692" y="3274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7395073" y="3271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7472319" y="3287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7435342" y="3277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7542297" y="3275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7485724" y="3268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7577038" y="3270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7443015" y="3270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7468827" y="3282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7690428" y="3279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7385992" y="3268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7552138" y="3271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7533124" y="3227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7412497" y="3254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7590706" y="3282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7449178" y="3301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7517622" y="3264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7460561" y="325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7405771" y="3242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7489441" y="3263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7368924" y="3264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7482935" y="3245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7405418" y="3268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7323560" y="3283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7507020" y="326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7488608" y="3222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7374905" y="3261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7459408" y="331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7526655" y="324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7458786" y="330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7441282" y="3233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7589648" y="3273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7589382" y="3254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7593755" y="3288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7429649" y="3274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7449693" y="3290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7432910" y="3239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7386508" y="331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7545432" y="3277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7517986" y="3270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7443560" y="3255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7393839" y="3269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7559996" y="3289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7672391" y="330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7387596" y="3276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7522187" y="3281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7445616" y="3310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7489762" y="3284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7502462" y="3290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7352054" y="3236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7536383" y="3300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7555214" y="3261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7455421" y="3337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7435817" y="3310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7537713" y="327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7440761" y="324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7615788" y="3320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7524543" y="3274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7472033" y="3242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7516468" y="3251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7406512" y="3267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7174715" y="333520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7504907" y="327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7406676" y="330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7397325" y="3266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7491464" y="3249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7460986" y="321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7607326" y="3298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7575615" y="3285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7584111" y="3367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6607989" y="3266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7562256" y="3233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7369863" y="3284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7373065" y="3267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7435707" y="3271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7387353" y="326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7403202" y="3275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7469391" y="323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7470668" y="3277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7450620" y="3271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7269451" y="365872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7443890" y="3263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7394143" y="3280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7340094" y="3351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7443156" y="3271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7390869" y="3220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7442992" y="3227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7313094" y="3272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7357374" y="328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7421613" y="3272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7497883" y="3295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7436562" y="3251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7606911" y="3285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7400297" y="3239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7467797" y="3290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7329801" y="3292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7633445" y="3292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7434949" y="3258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7558471" y="3272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7501312" y="3267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7523343" y="3276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7529454" y="3278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7357479" y="3254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7393658" y="3261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7589261" y="3287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7586005" y="3279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7525398" y="327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7533486" y="325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7430825" y="3236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7478436" y="3285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7388386" y="3275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7495847" y="3232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7543182" y="3250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7545297" y="328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7461074" y="3267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7421645" y="3272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7324177" y="3258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7300450" y="3294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7412422" y="3266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7409664" y="3262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7417756" y="3137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7417672" y="3255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7705989" y="3270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7398088" y="324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7496634" y="3308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7568221" y="3241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7424333" y="323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7483131" y="3264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7563762" y="3292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7470929" y="3267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7513582" y="327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7448514" y="3269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757977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7414630" y="3258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7446444" y="3279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7413540" y="328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7344144" y="3284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7561544" y="3322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7619254" y="3284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7635443" y="3263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7416612" y="3311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7490652" y="3275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7391396" y="3267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7487779" y="327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7503125" y="3263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7482352" y="324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7554513" y="3267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7430840" y="3234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7456497" y="3267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7444594" y="3263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7340881" y="3329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7362210" y="3286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7457266" y="327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7371362" y="3262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7523357" y="3276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7652180" y="3272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7579988" y="3296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7343866" y="3258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7289984" y="325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7488481" y="3255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7401739" y="3291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7349759" y="3291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7571878" y="323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7479356" y="3239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7365008" y="3271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7436745" y="3254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7485497" y="3293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7356862" y="325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7482964" y="3302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7428233" y="327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7341865" y="326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7386181" y="3268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7447618" y="3253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7426078" y="3271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7447524" y="3234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7424896" y="3282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7471087" y="3293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7456738" y="3194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7345289" y="325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7468645" y="3253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7509529" y="329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7391760" y="3259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7439206" y="3281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7441437" y="324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7522087" y="3243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7524314" y="3261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7272309" y="3284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7405691" y="3268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7423207" y="3329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7383044" y="324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7487729" y="329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7464690" y="3248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7385942" y="325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7574436" y="3254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7497362" y="3251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7359825" y="3267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7411725" y="3261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7501200" y="3294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7437249" y="3313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7504939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7530951" y="332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7323284" y="3299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7453962" y="3297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7471412" y="3284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7355963" y="3241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7540345" y="3231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7468478" y="3256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7444069" y="3266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7525569" y="3260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7392425" y="3297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7456699" y="3292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7531200" y="3257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7261213" y="335902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7551286" y="3256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7506688" y="3275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7481341" y="327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7390440" y="3263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7473479" y="3262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7344477" y="3230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7488429" y="3272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7484274" y="3309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7563391" y="3210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7563771" y="3310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7403923" y="3324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7578375" y="3318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7392303" y="3275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7423402" y="327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7472807" y="3288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7490911" y="3296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7409907" y="3289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7398753" y="3300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7421540" y="3282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7524060" y="3181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7614073" y="3278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7493000" y="3265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7356903" y="3371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7288094" y="3273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7389116" y="3259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7538246" y="3301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7363909" y="3203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7606047" y="3274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7484925" y="3271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7554203" y="3272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7427579" y="3282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7396133" y="3272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7393580" y="3294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7527947" y="3276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7485090" y="3268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7536719" y="3279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7388601" y="3264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7526243" y="3278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7606951" y="327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7604851" y="328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7541022" y="328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7485922" y="3238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7495374" y="3239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7561019" y="3325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7526373" y="330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7337825" y="326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7459109" y="3291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7544859" y="3262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7314549" y="3295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7396363" y="3211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7422238" y="3278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7549307" y="3243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7430778" y="319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7590423" y="3253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7480704" y="329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7479073" y="3252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7487150" y="3259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7555790" y="3311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7367976" y="3265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7533165" y="3229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7505670" y="3297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7428806" y="324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7531035" y="3271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7470140" y="3225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7590522" y="327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7286992" y="3254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7415370" y="3261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7516667" y="3273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7384280" y="326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7548908" y="3267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7391973" y="3254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7402242" y="3255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7389917" y="3296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7353864" y="3278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7480251" y="3177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7462645" y="327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7302918" y="3261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7451794" y="3225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7599298" y="3273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7431366" y="3259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7421689" y="3297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7498813" y="3282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7384110" y="3265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7448790" y="325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7437230" y="3279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7502795" y="3280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7414722" y="3285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7245194" y="3295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7530758" y="3291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7381558" y="3306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7424835" y="327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7539896" y="3295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7558175" y="3279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7402311" y="3193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7315646" y="326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7444894" y="3284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7462505" y="3281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7381916" y="3237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7428198" y="325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7434354" y="3278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7416510" y="3279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7462164" y="329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7387029" y="3256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7554148" y="3260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7386821" y="3277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7385098" y="3261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7605037" y="3173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7517082" y="3248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7571860" y="3297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7559721" y="3218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7726690" y="340666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7419998" y="3277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7384262" y="3275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7508182" y="327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7477386" y="3279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7632829" y="3271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7385342" y="3255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7499750" y="3288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7449080" y="3237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7569748" y="3254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7469235" y="3271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7442224" y="3283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7476715" y="328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7591582" y="3280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7588705" y="3263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7400179" y="3270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7302798" y="3282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7502069" y="3238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7495039" y="328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7451078" y="3261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7546396" y="3213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7518953" y="3302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7454503" y="3265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7430269" y="3284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7587345" y="3285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7508254" y="3269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7405154" y="3261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7355541" y="3270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7376712" y="3202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7433816" y="3311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7463206" y="3281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7370110" y="3257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7526241" y="3273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7444791" y="3276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7482119" y="325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7390097" y="3281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7585901" y="3235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7406939" y="3273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7491142" y="3235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7493865" y="3268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7576174" y="328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7643659" y="3243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7462692" y="3205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7447290" y="3262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7537957" y="3317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7439076" y="3255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7441631" y="3276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7417313" y="3216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7554135" y="3296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7503805" y="326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7563229" y="3239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7464215" y="3260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7388575" y="3269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7330457" y="3243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7583504" y="3242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7556799" y="3036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7549025" y="3240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7621958" y="329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7233081" y="3286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7466012" y="3272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7367602" y="3246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7596912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7509830" y="3290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7571165" y="322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7505368" y="3234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7592760" y="3335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7384997" y="3294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7600156" y="3292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7255346" y="3278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7402201" y="3276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7350618" y="3300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7432871" y="3291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7447796" y="3287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7424843" y="3343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7409333" y="3284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7491520" y="3265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7453575" y="3275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7466915" y="3218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7485521" y="3299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7478988" y="3273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7415717" y="3234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7496705" y="3269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7595418" y="3279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7483953" y="3298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7536343" y="3280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7451068" y="326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7524766" y="3297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7493156" y="328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7487620" y="3237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7518496" y="326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7454393" y="3264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7343053" y="327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7454580" y="3254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7366562" y="3288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7359629" y="3272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7442355" y="3287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7511506" y="325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7349421" y="329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7496896" y="3278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7494178" y="3326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7527441" y="3271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7629962" y="3287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7494157" y="3288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7508630" y="3207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7399568" y="3302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7319439" y="3357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7446469" y="3281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7517676" y="3285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7488035" y="3234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7592248" y="3308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7557018" y="327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7531933" y="3254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7437873" y="3269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7393500" y="3263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7487549" y="3198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7475285" y="326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7351080" y="3289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7527993" y="3277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7346996" y="3272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7471539" y="3279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7422446" y="3262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7502550" y="334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7505784" y="3229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7317897" y="3263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7165828" y="325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7385240" y="3277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7506420" y="3283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7514867" y="3244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7558937" y="3281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7582320" y="328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7539977" y="3261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7399233" y="3234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7392028" y="3277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7457367" y="3314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7427006" y="3260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7439279" y="3280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7369736" y="3286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7358413" y="3348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7413159" y="3277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7421306" y="3266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7580332" y="3277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7447773" y="3228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7489515" y="3263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7412357" y="326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7514306" y="3332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7410786" y="3275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7435659" y="3231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7548161" y="3280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7383996" y="3276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7632309" y="337627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7476422" y="327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7607148" y="3269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7483927" y="3293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7382337" y="328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7460818" y="3255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7525280" y="323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7381247" y="3280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7437998" y="3237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7494098" y="3277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7366494" y="3275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7478996" y="3267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7476613" y="3297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7416652" y="327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7419470" y="3294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7320564" y="3274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7378317" y="3291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7478988" y="3287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7504906" y="3261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7414177" y="3346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7513404" y="3262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7497029" y="3251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7378143" y="3254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7344047" y="3285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7454103" y="3257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7487953" y="328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7552070" y="3114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7434018" y="327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7501764" y="3255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7495702" y="3226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7498848" y="329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7452786" y="3363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7433510" y="3247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7452353" y="3269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7361977" y="3271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7380385" y="3285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7429350" y="3234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7362705" y="330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7386802" y="3295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7523460" y="3271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7419588" y="3283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7402880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7354517" y="3271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7400456" y="3247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7382538" y="325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7408719" y="3252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7573409" y="3260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7599155" y="3280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7421177" y="3292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7402480" y="3306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7465846" y="3248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7504208" y="3267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7479894" y="3288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7584004" y="3271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7486642" y="3292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7399943" y="3281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7452114" y="3284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7524749" y="3255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7461014" y="3246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7557310" y="3246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7487934" y="325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7529829" y="3269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7489130" y="3284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7494409" y="3247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7556780" y="3225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7444398" y="3222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7706956" y="328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7404334" y="325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7582001" y="3216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7348635" y="323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7537103" y="3283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7532073" y="3291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7508297" y="3265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7386266" y="3262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7468821" y="329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7441909" y="3284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7510733" y="3255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7436452" y="327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7536481" y="3271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7499115" y="3264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7407471" y="3268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7491260" y="3281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7643578" y="3252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7364894" y="3323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7466352" y="3262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7398603" y="3271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7486622" y="3288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7395245" y="3265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7524351" y="3256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7381381" y="3239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7394718" y="3276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7350917" y="3276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7395452" y="3309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7417170" y="325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7457909" y="3281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7428554" y="3279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7415291" y="3257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7520359" y="3268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7426652" y="3241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7579493" y="3269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7400937" y="3263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7590861" y="3301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7638595" y="3258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7521079" y="324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7293515" y="3296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7414307" y="3304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7544648" y="3297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7526544" y="3261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7385406" y="3289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7485912" y="321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7655197" y="327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7626496" y="3291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7367594" y="3265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7499852" y="316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7512437" y="3274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7410083" y="3256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7437278" y="3290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7401347" y="326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7400968" y="3276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7521272" y="3262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7588827" y="3293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7381453" y="3308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7442560" y="327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7346515" y="3260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7315234" y="3411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7503826" y="3280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7558006" y="3257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7512381" y="3211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7445000" y="326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7329823" y="327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7426460" y="3275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7436791" y="3292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7546163" y="3268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7378391" y="3283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7632368" y="3277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7392880" y="3278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7413318" y="330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7336618" y="3280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7453915" y="327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7307074" y="3300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7342194" y="3274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7535926" y="3229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7438400" y="3268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7427338" y="3280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7457196" y="3157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7342686" y="3280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7540543" y="3205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7505655" y="3279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7457912" y="3181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7407496" y="3261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7470264" y="3281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7475904" y="325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7499335" y="3276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7306085" y="3271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7473879" y="3255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7510899" y="3294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7484848" y="328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7377395" y="3292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7425670" y="3250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7573470" y="3276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7354721" y="3291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7557743" y="3248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7629905" y="334023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7403570" y="3223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7419488" y="3273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7529099" y="3260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7583803" y="3295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7390250" y="3258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7419955" y="3279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7457875" y="3262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7421423" y="324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7333903" y="328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7427331" y="3274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7388485" y="3331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7405225" y="3267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7618724" y="3271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7402057" y="3229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7396920" y="3288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7370378" y="3260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7578645" y="331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7444605" y="3288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7522621" y="3284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7525377" y="3217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7420068" y="3200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7393730" y="329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7507677" y="3312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7520917" y="3287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7416848" y="3218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7475779" y="328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7449986" y="3306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7633774" y="326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7457998" y="328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7455565" y="3296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7389121" y="3316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7352141" y="3284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7510738" y="326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7390890" y="3261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7370959" y="3218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7451722" y="327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7396292" y="3154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7455155" y="3268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7424169" y="3211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7486473" y="3222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7190492" y="321358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7448705" y="3251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7413450" y="3265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7579006" y="3294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7453882" y="3275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7387249" y="3234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7511143" y="3281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7481526" y="3262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7456080" y="328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7417352" y="3314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7243193" y="3302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7712608" y="3275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7375953" y="3292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7362632" y="3234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7511186" y="3281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7503607" y="3277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7343558" y="3260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7541505" y="3269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7464277" y="3286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7392835" y="3267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7427064" y="3314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7504799" y="3254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7342679" y="3270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7420395" y="3474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7341382" y="3301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7396250" y="3284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7384643" y="3337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7663025" y="3284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7492852" y="3239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7402740" y="339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7554974" y="3304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7469200" y="330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7446685" y="3277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7414380" y="3307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7465048" y="3289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7480993" y="3266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7570817" y="3290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7515015" y="332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7365881" y="3270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7576935" y="324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7424014" y="3258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7426449" y="3250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7331674" y="3308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7359073" y="3263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7491596" y="324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7297868" y="3302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7356722" y="327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7397322" y="3288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7410497" y="321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7469462" y="3261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7312454" y="3277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7472283" y="3275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7598166" y="3249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7357094" y="3266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7489124" y="3303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7513025" y="3227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7489308" y="3227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7471987" y="3281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7392097" y="3216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7373873" y="3321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7385275" y="3317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7519076" y="3222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7583678" y="3278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7342040" y="3292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7337450" y="3260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7421635" y="3280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7472849" y="3267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7587093" y="3283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7508432" y="3265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7352247" y="3240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7582818" y="3269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7424046" y="3270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7440618" y="3290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7414584" y="3279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7395882" y="3260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7334180" y="3267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7408121" y="3278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7547651" y="3286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7406485" y="3182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7375908" y="327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7382267" y="3280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7541147" y="3253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7457966" y="3277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7580128" y="3307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7628812" y="327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7433395" y="3247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7402335" y="3260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7391370" y="3259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7573311" y="328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7456490" y="3266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7407501" y="325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7508023" y="327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7629668" y="3264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7385394" y="326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7367883" y="3248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7434328" y="3199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7597220" y="3267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7360045" y="3276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7461622" y="3274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7440110" y="3220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7546994" y="327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7490744" y="3274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7362705" y="3296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7555577" y="3340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7569205" y="3279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7567633" y="3280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7489308" y="3259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7612930" y="319513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7581309" y="3261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7354650" y="325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7426219" y="3255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7534213" y="3235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7424382" y="3291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7429674" y="3236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7490327" y="3260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7315147" y="3254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7629212" y="3300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7355056" y="326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7463389" y="3265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7445093" y="325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7618088" y="3321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7283643" y="326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7453011" y="3290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7442710" y="3276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7422232" y="3256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7399427" y="3274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7529932" y="3296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7495594" y="3245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7525646" y="3221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7409956" y="3302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7498380" y="3262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7338851" y="326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7699493" y="3324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7471838" y="3239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7469664" y="3261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7436692" y="3261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7371982" y="3289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7426561" y="3258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7439668" y="3288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7500401" y="3280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7387246" y="3257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7613536" y="3292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7604266" y="3284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7636030" y="3288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7368809" y="3353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7537087" y="330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7536387" y="3271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7382010" y="3315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7484272" y="331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7570815" y="3276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7378164" y="3284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7374895" y="3272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7559201" y="3255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7485158" y="3283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7641691" y="3266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7514919" y="3271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7426396" y="3274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7377802" y="327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7425596" y="3283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7512978" y="3259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7466804" y="3243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7451866" y="3266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7384782" y="3260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7514295" y="3231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7437105" y="3261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7377664" y="327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7320416" y="3262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7457352" y="3275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7391640" y="3213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7561060" y="331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7536804" y="3270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7507489" y="3257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7379196" y="3253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7486708" y="3272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7474463" y="3264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7392243" y="3285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7381174" y="3249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7517903" y="3282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7463416" y="3326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7561659" y="3197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7468930" y="3295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7455740" y="3266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7276351" y="323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7395824" y="3245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7422255" y="3324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7327925" y="3257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7422695" y="3279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7367619" y="3260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7529210" y="3280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7538362" y="3235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7456046" y="3234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7452465" y="3282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7492891" y="3266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7374182" y="3273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7492979" y="3235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7378918" y="3289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7450525" y="3211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7393009" y="326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7482047" y="3338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7371221" y="3289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7407179" y="3303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7412723" y="3248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7413363" y="3267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7387714" y="3243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7618820" y="3262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7434346" y="3297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7472348" y="328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7453692" y="3257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7563527" y="3240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7381411" y="3279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7582521" y="3256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7428473" y="326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7345693" y="3260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7419131" y="326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7435797" y="326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7682811" y="331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7428507" y="3346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7496120" y="3275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7429968" y="3198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7613051" y="3254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7402629" y="331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7386942" y="3292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7500176" y="3219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7532419" y="328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7613582" y="3280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7405475" y="3290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7372971" y="3271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7490373" y="3235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7438519" y="324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7443729" y="3331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7481165" y="3277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7636566" y="327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7404187" y="3286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7441980" y="3212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7576814" y="3252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7363726" y="3248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7464866" y="3278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7404772" y="328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7408340" y="3296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7461325" y="323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7448690" y="3261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7495090" y="3254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7515739" y="3243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7457346" y="3483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7376424" y="3273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7514907" y="3336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7494887" y="3260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7481593" y="3293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7401589" y="3265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7442583" y="3272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7507193" y="3242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7301734" y="3273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7465030" y="3278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7475673" y="3293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7515447" y="3277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7486108" y="3259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7556481" y="3296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7390620" y="326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7423240" y="3234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7685487" y="327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7440010" y="3241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7354602" y="3259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7450186" y="3248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7610380" y="3274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7485293" y="3251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7585337" y="3278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7578796" y="3221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7374648" y="3277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7564061" y="3282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7351889" y="3270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7382923" y="3280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7405792" y="328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7420413" y="3287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7462013" y="3332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7456007" y="3273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7454977" y="3216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7629345" y="3268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7599046" y="329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7434271" y="3242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7450940" y="3288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7486909" y="3266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7445729" y="3261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7376303" y="322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7282707" y="3256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7498775" y="3232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7414906" y="3203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7442946" y="3279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7544081" y="3238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7492522" y="3253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7569170" y="3278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7550239" y="323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7484941" y="3162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7541772" y="3267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7464134" y="3267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7550418" y="3283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7451760" y="324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7462848" y="3263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7420549" y="3287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7407660" y="324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7420712" y="332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7755536" y="3268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7505594" y="3244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7335544" y="3264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7525255" y="3258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7508285" y="3254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7489322" y="3087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7350878" y="3262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7515878" y="325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7400779" y="3246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7430580" y="3290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7389447" y="3286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7498098" y="3252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7583346" y="325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7621586" y="3225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7613419" y="3284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7574315" y="3241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7373476" y="331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7445488" y="3280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7526460" y="3270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7539047" y="3263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7400708" y="3294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7352376" y="3270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7497052" y="3244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7472519" y="3243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7438975" y="3246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7497808" y="3273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7527743" y="3297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7406185" y="3295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7528034" y="3292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7501850" y="3268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7637436" y="3295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7505040" y="3224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7452048" y="323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7571944" y="3284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7481197" y="325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7356733" y="3301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7478125" y="3257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7589536" y="328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7515061" y="3299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7388454" y="3261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7408093" y="3274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7384076" y="3258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7436083" y="3283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7454410" y="3276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7425119" y="3297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7502996" y="327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7364513" y="3228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7397310" y="327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7422532" y="3282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7556449" y="3330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7397177" y="3256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7392017" y="3272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7481696" y="3257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7447284" y="3228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7416253" y="3275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7377551" y="3256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7315736" y="3289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7474842" y="3229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7419294" y="3253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7414203" y="3264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7406423" y="3288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7499681" y="3264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7485708" y="3264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7606665" y="3296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7469872" y="3292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7242846" y="333981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7458505" y="3176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7530016" y="3221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7453374" y="330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7365263" y="3231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7420954" y="3271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7438278" y="328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7370758" y="3271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7439132" y="3267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7448788" y="3230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7501292" y="3299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7402885" y="3263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7414007" y="3271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7401378" y="3258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7452537" y="3274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7457042" y="3267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7549063" y="325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7483439" y="3257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7383698" y="3221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7426446" y="326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7607715" y="3285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7588168" y="3298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7487182" y="3262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7530433" y="3281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7490371" y="3286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7611586" y="3274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7327723" y="3266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7359471" y="323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7388842" y="3248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7395169" y="3274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7381046" y="3267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7423248" y="3278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7433735" y="3272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7412633" y="323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7516011" y="3272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7437616" y="3272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7408927" y="3281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7595432" y="330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7483754" y="3274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7597691" y="3238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7478767" y="3249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7471235" y="3271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7471752" y="3248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7438454" y="326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7443480" y="319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7387904" y="3264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7561412" y="3130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7557202" y="3273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7485945" y="3279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7414533" y="3250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7422806" y="328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7500761" y="3265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7307690" y="3266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7547429" y="3271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7457519" y="3271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7479679" y="3251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7402270" y="330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7362626" y="323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7446227" y="3249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7370433" y="3248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7370754" y="322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7318455" y="3234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7601714" y="3247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7335153" y="3276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7505377" y="323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7400625" y="3275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7435874" y="344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7413976" y="3261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7497766" y="3239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7533890" y="3257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7356842" y="3262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7575124" y="3288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7527358" y="3270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7411922" y="337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7535458" y="3243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7445274" y="3260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7472362" y="3244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7410573" y="3312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7401255" y="3068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7413364" y="3272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7503773" y="3274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7380759" y="3272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7312172" y="3260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7402175" y="3270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7457744" y="3266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7396199" y="3284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7423082" y="3232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7470422" y="3242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7399882" y="328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7472243" y="3164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7392293" y="3270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7408795" y="328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7407686" y="3256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7408564" y="3255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7649539" y="326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7349154" y="3282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7491368" y="326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7517697" y="3260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7529399" y="3282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7541971" y="3249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7578993" y="328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7702592" y="3252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7563247" y="3277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7496654" y="3271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7422559" y="3268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7473694" y="3312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7516014" y="3274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7382590" y="3304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7518638" y="3269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7474194" y="3266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7354900" y="3294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7468632" y="3287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7377949" y="321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7505334" y="331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7358268" y="3495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7442136" y="3461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7567546" y="3382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7410750" y="3274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7504211" y="3229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7365081" y="3276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7437105" y="3226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7364867" y="3200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7445035" y="3257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7524370" y="3290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7449969" y="3278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7390549" y="3251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7389298" y="326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7343813" y="325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7540022" y="343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7433836" y="3230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7733268" y="3252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7548345" y="3294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7414343" y="3264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7459641" y="3274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7397682" y="3252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7334895" y="3294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7416108" y="3298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7417997" y="3249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7511562" y="3244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7473625" y="3258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7436485" y="3279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7573805" y="3292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7427789" y="3271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7356824" y="3257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7480255" y="3261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7464994" y="3274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7379636" y="3273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7621416" y="3262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7602003" y="3244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7565924" y="3312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7456570" y="3247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7581254" y="3258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7458473" y="318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7582774" y="326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7464251" y="3264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7384105" y="3256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7431192" y="3269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7550589" y="3214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7482853" y="3231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7533111" y="3280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7541560" y="3256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7562526" y="323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7619434" y="3260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7418706" y="3308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7422063" y="3289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7624267" y="3278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7584342" y="3248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7352314" y="331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7465905" y="3244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7582012" y="321655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7365756" y="3203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7413884" y="3275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7516949" y="3249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7556885" y="3293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7435952" y="3288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7359830" y="3285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7470252" y="333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7437471" y="328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7412605" y="329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7504468" y="3264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7502832" y="3265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7439915" y="3296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7365130" y="3286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7417744" y="3373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7628008" y="3267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7435245" y="3255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7470925" y="3292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7284078" y="3248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7504824" y="3277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7448899" y="326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7429217" y="324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7648758" y="3291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7458807" y="328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7522138" y="3338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7350378" y="3298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7456059" y="331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7505819" y="3270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7436020" y="3263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7426694" y="3276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7373227" y="3261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7528388" y="3209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7405541" y="3272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7402571" y="3283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7616066" y="3254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7377041" y="3260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7591507" y="3336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7466934" y="3273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7372530" y="3256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7456816" y="3281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7591537" y="3235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7451072" y="3251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7479210" y="326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7489249" y="3248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7560531" y="3282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7436133" y="3274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7430164" y="3245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7392837" y="3271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7492046" y="324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7549122" y="3303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7443581" y="3249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7406950" y="3280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7488537" y="3325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7451792" y="327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7561730" y="332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7610989" y="3260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7251671" y="341325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7510899" y="3275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7597108" y="3218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7373981" y="3274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7608146" y="3239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7514952" y="3281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7507797" y="3289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7494908" y="3296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7485707" y="324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7342771" y="3267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7569114" y="3245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7423628" y="3277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7500721" y="3257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7498292" y="324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7515953" y="3254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7470580" y="3307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7543543" y="3277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7558975" y="3226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7525818" y="3290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7534527" y="3258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7305801" y="3268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7439647" y="3258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7594905" y="322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7436670" y="3254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7532829" y="3244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7456833" y="3260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7510334" y="3285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7398402" y="3277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7610127" y="3274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7459296" y="3240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7445159" y="3272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7530100" y="3284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7406018" y="3267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7420134" y="3266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7366992" y="3271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7592240" y="3264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7469812" y="3273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7364605" y="3256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7319011" y="3269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7345943" y="328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7338965" y="3313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7576609" y="3315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7551275" y="3267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7381295" y="326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7516927" y="3281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7296925" y="3249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7365400" y="3260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7413926" y="3273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7477472" y="3242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7438907" y="3265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7451950" y="3279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7446473" y="3237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7378699" y="3270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7648289" y="3310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7553285" y="3274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7365234" y="319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7371104" y="3267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7490021" y="3293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7472861" y="3215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7498378" y="3270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7346029" y="3314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7416903" y="3299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7678126" y="3267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7523504" y="328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7541267" y="3258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7524560" y="3247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7386796" y="3254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7408343" y="3250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7487934" y="3294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7376905" y="3253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7419961" y="3264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7430161" y="326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7501203" y="3271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7367591" y="3218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7375943" y="3279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7442204" y="3265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7444823" y="3239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7575187" y="3413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7464405" y="318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7541764" y="3250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7474915" y="3262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7540340" y="3277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7459498" y="323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7441936" y="330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7449620" y="3257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7566401" y="3233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7379048" y="326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7650834" y="3283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7669368" y="3285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7371815" y="327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7425897" y="328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7180479" y="3288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7430135" y="3263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7492562" y="326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7337423" y="3283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7412989" y="323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7480820" y="3262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7440903" y="3234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7393529" y="3378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7523833" y="3281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7468681" y="324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7446685" y="3217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7376693" y="3282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7436412" y="3266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7430448" y="3246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7395281" y="3250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7499370" y="3248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7473404" y="32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7394582" y="327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7473632" y="3262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7474690" y="3286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7348691" y="3185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7461014" y="3260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7376164" y="3246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7374873" y="329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7504324" y="3266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7411311" y="3281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7431612" y="3304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7496549" y="3272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7400863" y="3291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7497647" y="3290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7380872" y="3265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7431677" y="3261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7541048" y="3260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7460102" y="3274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7378039" y="3244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7444914" y="327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7421449" y="3210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7574536" y="3299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7376061" y="3268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7379784" y="3273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7364235" y="3275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7431228" y="3256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7412407" y="3254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7413728" y="3318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7564816" y="3227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7546423" y="3268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7432702" y="3283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7600775" y="321913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7356514" y="3262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7468208" y="3292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7426803" y="3244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7364507" y="3250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7546926" y="3267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7351608" y="3250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7410078" y="3288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7486839" y="3279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7381101" y="3281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7581590" y="3298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7471171" y="3244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7469302" y="3217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7444923" y="3337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7417397" y="324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7471828" y="3275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7417786" y="325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7468244" y="3261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7424943" y="3232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7528889" y="3227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7464540" y="3274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7340899" y="3286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7423638" y="3278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7389428" y="328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7587214" y="320388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7539701" y="3287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7527983" y="324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7351998" y="3308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7258770" y="3277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7490304" y="323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7577616" y="3232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7341659" y="3300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7374202" y="326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7380704" y="3246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7335363" y="3251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7486655" y="321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7514429" y="3217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7523316" y="3275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7459909" y="3271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7473218" y="3277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7359229" y="3316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7394965" y="3283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7461172" y="3274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7320123" y="325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7452035" y="3295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7457228" y="3257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7473222" y="3262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7342342" y="3257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7449188" y="3429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7293479" y="3257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7483563" y="3256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7441742" y="3247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7325384" y="3242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7485123" y="3177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7308702" y="3254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7402115" y="3247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7597363" y="3275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7563915" y="3254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7316833" y="3269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7500485" y="3362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7403118" y="3218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7304652" y="3264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7614935" y="3273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7513683" y="3233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7549743" y="3263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7391987" y="3242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7436913" y="3256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7546075" y="3352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7538499" y="3272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7443304" y="3276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7491960" y="3279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7532361" y="3225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7552337" y="3269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7419189" y="3253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7370509" y="3277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7364701" y="3266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7548180" y="3298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7530356" y="3271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7466388" y="3269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7424551" y="329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7325178" y="3295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7516236" y="3248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7426555" y="3280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7451519" y="3303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7555552" y="3282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7594929" y="318523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7514252" y="3244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7390155" y="3281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7525681" y="3351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7412122" y="3244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7545413" y="3276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7356055" y="3269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7395403" y="3232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7500713" y="3298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7338422" y="3273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7331175" y="3273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7428153" y="3266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7443567" y="3216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7326322" y="3268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7366256" y="3234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7455280" y="3265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7563369" y="3249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7500218" y="3269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7523750" y="3281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7510847" y="328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7543606" y="3261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7559582" y="3228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7279588" y="329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7397048" y="324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7394242" y="3264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7397935" y="3273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7432588" y="327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7392513" y="3267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7508585" y="3279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7563693" y="3273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7433070" y="3270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7471089" y="3275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7505152" y="3284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7524169" y="3271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7609950" y="3267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7349064" y="325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7598074" y="3196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7385826" y="3282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7498183" y="3237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7697568" y="3261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7464696" y="3283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7447588" y="3276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7337234" y="327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7545664" y="3291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7394639" y="3296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7503683" y="3280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7497070" y="3275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7461612" y="3272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7464443" y="3189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7480057" y="325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7553021" y="3268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7478832" y="3288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7495330" y="3292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7519487" y="32959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7599763" y="331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7328021" y="3281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7475126" y="3297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7296726" y="3264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7518107" y="324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7497380" y="3268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7494648" y="3236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7512282" y="3292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7346543" y="3253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7411611" y="3248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7547278" y="3251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7493044" y="3271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7531157" y="3249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7583418" y="3283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7320378" y="3254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7485002" y="3252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7338276" y="3258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7489751" y="324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7309797" y="326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7455582" y="3247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7480714" y="327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7379753" y="3236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7404008" y="3253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7462017" y="3269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7466605" y="3250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7487310" y="3270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7368734" y="3281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7440654" y="325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7389204" y="3259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7476619" y="3311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7395709" y="3326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7473875" y="3204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7479848" y="3319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7600491" y="3284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7412061" y="3311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7302350" y="3261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7311038" y="3274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7401259" y="3292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7454952" y="325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7509788" y="3308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7369424" y="3286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7570897" y="3269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7470517" y="3282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7507374" y="3272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7665201" y="331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7522775" y="3266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7331593" y="3277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7434052" y="3265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7355354" y="3271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7253163" y="3266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7422208" y="3205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7455128" y="3257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7544811" y="3261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7488701" y="3265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7432480" y="3283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7621907" y="32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7479017" y="3260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7631036" y="3301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7522656" y="325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7376480" y="326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7445962" y="3266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7575990" y="3289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7419970" y="3280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7579639" y="3281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7538296" y="3271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7617656" y="321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7521638" y="3281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7388276" y="328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7327327" y="3242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7397435" y="3237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7434918" y="3309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7381310" y="3264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7469695" y="3268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7361308" y="3276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7417907" y="3360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7395622" y="3375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7427175" y="3278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7410319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7434984" y="3237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7376560" y="3282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7489116" y="328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7462802" y="3256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7423752" y="3278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7256930" y="3270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7415859" y="326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7364872" y="3309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7566538" y="3277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7387671" y="3264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7639737" y="3260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7366185" y="3251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7472195" y="3285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7509706" y="3283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7593796" y="3263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7435735" y="3258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7413731" y="3242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7504253" y="3293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7541094" y="3299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7552581" y="3235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7588710" y="3287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7323672" y="3280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7437498" y="3256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7467765" y="3299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7383319" y="3317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7396765" y="3257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7486212" y="3224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7437593" y="3263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7346285" y="3275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7381127" y="3262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7421222" y="3265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7301448" y="3253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7464516" y="3252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7563532" y="325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7489325" y="3273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7342090" y="3267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7367630" y="3271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7388996" y="3250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7402837" y="3235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7470985" y="331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7421165" y="3191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7505833" y="3293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7321217" y="3197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7444507" y="3249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7370741" y="3306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7389325" y="3292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7495893" y="328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7449982" y="3337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7634974" y="3258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7524150" y="3290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7522548" y="3275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7385501" y="3263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7510872" y="3252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7473190" y="3257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7440328" y="3257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7476811" y="3275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7512548" y="3330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7412840" y="3241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7429880" y="3334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7450609" y="3247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7673872" y="3276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7282488" y="3248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7623341" y="3287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7475758" y="3336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7383977" y="3266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7423648" y="3245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7407381" y="328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7463993" y="3288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7388266" y="326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7546189" y="3298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7512334" y="3182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7525979" y="3351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7509427" y="3275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7330358" y="3250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7567484" y="3278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7333200" y="3279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7294923" y="3279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7471497" y="3270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7454369" y="3249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7418219" y="3252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7466940" y="3237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7398100" y="326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7343573" y="329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7470390" y="3077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7453045" y="3276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7492659" y="3292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7355661" y="3249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7402739" y="329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7496837" y="3327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7595603" y="3282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7483701" y="3261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7363798" y="3283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7397565" y="3296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7577709" y="3317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7370739" y="3268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7465178" y="3284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7488878" y="3266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7382514" y="3306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7409179" y="3270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7565706" y="3263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7416329" y="3250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7517300" y="3336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7449694" y="3257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7468228" y="3272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7468846" y="3272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7420964" y="3250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7467179" y="3229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7366587" y="3267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7405886" y="3251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7413031" y="3299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7399071" y="331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7427662" y="3280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7464647" y="3271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7396692" y="3252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7533825" y="3288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7577246" y="3262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7469198" y="3262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7442020" y="3280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7616665" y="3313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7551175" y="302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7525694" y="3273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7637961" y="3297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7230638" y="3286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7383036" y="3305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7420912" y="3262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7425683" y="3273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7325803" y="3289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7582960" y="3302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7413169" y="3298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7348045" y="3274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7406890" y="3277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7451458" y="327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7330875" y="3381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7496606" y="3260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7429092" y="3277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7298681" y="3289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7386823" y="3252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7444859" y="3271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7543434" y="3256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7319350" y="3282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7496382" y="324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7428774" y="3270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7417292" y="3226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7316007" y="3284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7438015" y="322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7416705" y="320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7394977" y="3249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7475846" y="320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7474462" y="3254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7454987" y="3276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7245351" y="3307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7531904" y="3292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7358113" y="326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7523684" y="3235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7416536" y="3272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7381725" y="325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7430817" y="3258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7471542" y="321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7470521" y="3237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7407628" y="3229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7488404" y="3220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7584846" y="3289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7446363" y="3276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7397579" y="3304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7336271" y="3265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7381424" y="3273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7428671" y="3239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7444829" y="3200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7481103" y="3265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7579014" y="328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7276743" y="3305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7387398" y="3239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7378493" y="3257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7466288" y="330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7469520" y="325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549552" y="3289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7407878" y="3476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7373016" y="3231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7348777" y="3319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7555802" y="33696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7428810" y="3237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7376238" y="3270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7346227" y="3268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7420243" y="3278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7286412" y="327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7428560" y="3279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7401580" y="3261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7462595" y="3256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7340116" y="3241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7512233" y="3219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7636780" y="3244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7624665" y="3282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7330536" y="3288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7449236" y="3285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7350853" y="3284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7391121" y="3279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7458658" y="3272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7440404" y="3265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7521023" y="3254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7545195" y="329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7434298" y="3308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7316375" y="3249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7401973" y="3266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7444799" y="3250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7419537" y="3270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7356697" y="3250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7337283" y="326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7417026" y="3228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7431415" y="326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7573229" y="3290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7547560" y="3269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7367287" y="3292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7434007" y="3266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7424184" y="3334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7356918" y="3267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7354911" y="3281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7542184" y="3275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7435810" y="3245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7320651" y="3271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7331196" y="3237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7369565" y="3262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7520396" y="3244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7447702" y="3262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7488279" y="325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7457701" y="3292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7430283" y="3253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7380744" y="3268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7453375" y="327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7432964" y="3239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7540238" y="3295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7418446" y="325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7429476" y="3403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7426126" y="3324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7441011" y="330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7355831" y="3273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7431091" y="327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7349752" y="3282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7434102" y="3247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7456963" y="3304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7325250" y="3356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7376185" y="325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7342287" y="3303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7499608" y="3241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7492663" y="3316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7284994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7415772" y="3249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7495745" y="3098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7370320" y="328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7312634" y="323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7358806" y="3283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7398506" y="3271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7356577" y="3262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7642862" y="338208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7443358" y="3249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7555949" y="324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7463868" y="325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7459438" y="3289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7517280" y="3301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7387433" y="3261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7492232" y="328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7566956" y="319994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7491390" y="3275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7347853" y="3270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7388307" y="332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7443321" y="3265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7535434" y="3291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7369692" y="3240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7404530" y="3259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7362977" y="3259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7612243" y="3281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7546925" y="3264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7437014" y="328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7381735" y="3282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7463646" y="326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7504263" y="3250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7265455" y="3287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7398811" y="3254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7397581" y="3267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7483676" y="3251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7336768" y="3260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7468322" y="329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7371879" y="3285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7552874" y="3300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7397464" y="3257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7477556" y="3244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7530041" y="3307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7361714" y="3274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7496240" y="3269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7362395" y="326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7517341" y="3221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7393243" y="3294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7471270" y="325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7404036" y="2959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7359262" y="3250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7544611" y="3520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7494228" y="3244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7466507" y="3262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7419146" y="3249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7478316" y="3265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7490742" y="3306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7409362" y="325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7434673" y="3252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7496323" y="3242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7557469" y="3264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7450283" y="327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7486011" y="3250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7352513" y="3259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7593603" y="328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7349542" y="3365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7335267" y="3280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7225499" y="319446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7288493" y="3255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7357197" y="3255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7422784" y="3281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7456984" y="3299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7484049" y="3271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7297826" y="326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7441230" y="3268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7289817" y="327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7400016" y="3246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7401003" y="3254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7442538" y="3297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7429159" y="3260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7556198" y="3241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7546771" y="3218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7337887" y="3278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7377801" y="3265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7380609" y="3259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7577121" y="3286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7346977" y="3295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7379607" y="3288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7497650" y="3361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7508363" y="3344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7432501" y="315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7480620" y="3266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7516112" y="3254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7471664" y="3260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7549931" y="3260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7534509" y="3270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7551310" y="3250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7546563" y="3294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7378694" y="326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7341666" y="3257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7398549" y="327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7484033" y="324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7445642" y="3268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7384990" y="3252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7364724" y="3332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7537366" y="3253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7386576" y="3290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7496272" y="3292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7402377" y="3207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7459728" y="3268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7498123" y="3238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7511586" y="3312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7414737" y="3291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7406741" y="3257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7323580" y="3290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7484172" y="3289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7376389" y="3281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7403541" y="3282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7507083" y="3279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7306710" y="3274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7588431" y="3247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7402560" y="3248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7466184" y="3221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7432354" y="3262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7544099" y="3256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7334218" y="3258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7509310" y="3280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7348498" y="3265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7524606" y="3271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7531844" y="3225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7498685" y="324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7418497" y="3195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7564659" y="3270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7361883" y="3288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7409613" y="3283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7399647" y="3285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7471028" y="3320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7503817" y="3254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7461820" y="3248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7380402" y="3273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7488116" y="3305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7433228" y="3303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7445642" y="3282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7485668" y="3228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7066934" y="3275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7477077" y="327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7423797" y="3264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7419631" y="324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7509422" y="331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7468105" y="3320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7419082" y="3253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7457172" y="3270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7469276" y="3305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7408611" y="3289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7506372" y="326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7401439" y="330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7458443" y="328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7346974" y="3258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7388931" y="3281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7672380" y="3304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7571684" y="3277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7485339" y="3250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7425248" y="3280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7539268" y="3271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7364998" y="3338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7478767" y="3255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7418317" y="3288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7367546" y="3276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7388519" y="3211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7451685" y="3253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7355755" y="3268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7373742" y="3265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7420474" y="3269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7371555" y="3248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7462166" y="3252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7449335" y="3293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7405685" y="3263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7392860" y="3275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7349766" y="3274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7448968" y="3273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7518676" y="327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7385703" y="3285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7416809" y="3273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7402789" y="3289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7376334" y="3304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7348250" y="3257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7389795" y="3197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7376116" y="3290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7406116" y="3260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7372969" y="3258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7420704" y="3227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7486780" y="329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7420842" y="321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7255650" y="3266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7383671" y="3273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7444179" y="3318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7504101" y="3244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7388501" y="3272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7399713" y="3278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7327951" y="327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7378384" y="3248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7419404" y="3277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7519635" y="3285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7483065" y="329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7389228" y="3273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7381550" y="3259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7294257" y="3262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7447165" y="3314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7606590" y="3236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7380711" y="3286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7502262" y="328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7402622" y="3246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7382907" y="3333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7439736" y="3255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7445249" y="3273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7538365" y="3327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7458448" y="3253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7325196" y="3239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7307328" y="3267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7404939" y="3248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7424265" y="3257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7503160" y="325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7378038" y="3254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7418508" y="3299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7520133" y="3264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7436077" y="3280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7455188" y="3267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7340678" y="3206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7359917" y="3262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7558575" y="325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7400248" y="3238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7350716" y="3336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7323097" y="3278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7625375" y="3258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7398912" y="3288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7449570" y="3272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7453227" y="3253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7471275" y="3227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7349568" y="3133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7396849" y="3264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7391343" y="3260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7372255" y="3256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7439214" y="325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7384763" y="3274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7378834" y="3239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7464902" y="325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7428637" y="3253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7420422" y="3266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7426509" y="3292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7495041" y="32449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7500018" y="3333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7427315" y="3247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7344235" y="3263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7491138" y="3265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7415511" y="3286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7507190" y="320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7326789" y="3283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7414513" y="327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7224408" y="349435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7326575" y="331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7383232" y="3265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7376042" y="3249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7604770" y="3279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7514055" y="3247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7495722" y="321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7421288" y="3272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7371461" y="325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7494578" y="328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7428708" y="3228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7372468" y="3397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7525003" y="3279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7391631" y="3279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7397336" y="3269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7412448" y="3279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7460258" y="3246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7469280" y="3269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7523749" y="3283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7479387" y="325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7460130" y="3270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7317765" y="3249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7369838" y="3246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7454997" y="3277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7307315" y="3265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7432991" y="3214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7358463" y="3277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7390384" y="3246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7292148" y="3294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7549492" y="3275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7469055" y="3298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7479670" y="3260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7312193" y="3288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7350258" y="3284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7338503" y="3263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7269361" y="33482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7434910" y="3281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7390318" y="3266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7397213" y="3264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7451598" y="3341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7405776" y="3242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7558511" y="3274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7459393" y="3262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7495820" y="3225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7420398" y="3243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7577528" y="3289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7470545" y="3329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7370894" y="3276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7187333" y="324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7514280" y="3242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7404932" y="3280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7326378" y="325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7382621" y="3258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7394704" y="3265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7446966" y="3285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7375727" y="326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7337190" y="324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7324516" y="3293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7483409" y="3068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7592576" y="327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7309652" y="3270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7369211" y="3296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7457968" y="3260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7441102" y="3306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7375195" y="3275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7389442" y="326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7336498" y="3280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7338978" y="3309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7472157" y="3276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7392958" y="3282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7392216" y="3270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7445750" y="3340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7531552" y="329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7352706" y="332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7494012" y="3535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7445798" y="3238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7395405" y="3273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7357474" y="3279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7315764" y="330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7385745" y="3262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7536550" y="326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7345414" y="324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7336001" y="3313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7346526" y="331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7386703" y="324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7392695" y="3280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7446937" y="328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7327362" y="3264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7506868" y="3246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7516131" y="3269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7364740" y="3224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7471447" y="3260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7558760" y="3273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7563487" y="3218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7449051" y="3345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7364444" y="3303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7432916" y="3274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7570333" y="325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7335851" y="3301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7321406" y="3298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7423219" y="3262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7378217" y="3268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7339071" y="3273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7390610" y="3293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7409448" y="327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7219063" y="3264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7444058" y="326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7344440" y="3283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7454516" y="3274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7353092" y="3292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7347610" y="3260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7403194" y="3261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7360068" y="347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7405550" y="3263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7379833" y="3311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7448047" y="3232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7372467" y="3251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7409446" y="3287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7383405" y="325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7336811" y="326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7304880" y="3051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7598462" y="326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7439133" y="328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7438344" y="327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7213899" y="326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7457082" y="3227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7538733" y="3300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7402420" y="3266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7358783" y="3271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7451006" y="3277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7480517" y="3277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7332854" y="3269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7366334" y="3244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7389127" y="3265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7331813" y="3308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7544426" y="3260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7458640" y="3261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7412438" y="3291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7313566" y="3309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7381903" y="3198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7442808" y="3275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7547207" y="317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7387079" y="3246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7448214" y="327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7449290" y="3264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7470299" y="3260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7513507" y="3245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7443976" y="3244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7441141" y="329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7431291" y="3246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7423841" y="337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7421774" y="3258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7549773" y="3269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7642263" y="320292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7326007" y="3283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7426435" y="3273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7663318" y="3261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7488691" y="32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7277514" y="3283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7479032" y="327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7401302" y="323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7677017" y="333249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7434918" y="3296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7262244" y="3283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7481307" y="3260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7350859" y="3387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7412661" y="3264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7371367" y="325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7394224" y="3237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7337870" y="3278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7274586" y="3328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7388201" y="3233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7299673" y="3238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7448875" y="3295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7376324" y="3253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7398165" y="3251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7430708" y="3305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7318259" y="3277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7412074" y="3281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7409563" y="3277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7496480" y="3265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7545401" y="3300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7383101" y="3280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7398943" y="3302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7400446" y="3290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7370856" y="3223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7383951" y="3308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7365895" y="3252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7389139" y="3303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753302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7580987" y="3281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7482621" y="325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7494735" y="3262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7416964" y="3270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7539060" y="3262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7399215" y="3274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7401467" y="3257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7659224" y="318839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7466551" y="3278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7415954" y="325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7363194" y="3268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7319368" y="3276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7427242" y="3285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7430188" y="3384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7422810" y="3289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7468066" y="3282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7430272" y="326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7397411" y="3265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7360150" y="3242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7375298" y="332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7541833" y="3297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7509258" y="3268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7369421" y="3273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7444301" y="3278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7492430" y="3294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7428703" y="3244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7366751" y="3271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7571129" y="3280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7481502" y="3282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7303945" y="3259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7303845" y="3283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7507341" y="3287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7461393" y="328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7318893" y="3273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7403510" y="3268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7466376" y="3217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7410734" y="3244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7567648" y="3272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7383206" y="3267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7379477" y="324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7537635" y="3284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7478027" y="3270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7368166" y="3279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7439777" y="3258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7462220" y="331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7296916" y="3270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7384856" y="3266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7394550" y="3257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7651676" y="325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7443645" y="3239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7341822" y="3270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7394673" y="3266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7468851" y="3271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7368440" y="3285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7343922" y="3255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7300424" y="326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7382464" y="3275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7642382" y="3283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7577315" y="3271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7431806" y="3272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7676074" y="3311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7621694" y="3290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7432043" y="3265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7463402" y="3283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7403487" y="3256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7426359" y="3270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7500386" y="324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7398687" y="328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7411236" y="320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459236" y="3166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7354501" y="3275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7374682" y="327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7393196" y="3261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7405361" y="3272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7601419" y="3299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7397113" y="312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7562087" y="3254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7323094" y="3273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7330192" y="3292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7362363" y="3262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7287402" y="3259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7590881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7470455" y="3280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7380154" y="3326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7557329" y="3261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7365627" y="3274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7323588" y="3258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7458779" y="3253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7352458" y="3285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7351200" y="3255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7409794" y="3267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7381556" y="3278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7372263" y="3294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7454933" y="3293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7417811" y="327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7557342" y="3292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7315800" y="3259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7435538" y="3325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7463607" y="3282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7463449" y="3282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7470444" y="323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7380966" y="3303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7395345" y="3290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7475977" y="327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7364844" y="3260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7268630" y="3279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7369743" y="3271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7378808" y="3265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7313551" y="3295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7346851" y="3268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7325761" y="327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7372067" y="3279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7553987" y="3241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7372672" y="3266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7384271" y="3262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7444513" y="3250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7603578" y="3296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7397342" y="3291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7452526" y="331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7427941" y="3274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7449677" y="3300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7364323" y="3254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7455027" y="3284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7408013" y="3262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7386491" y="3270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7461042" y="325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7328801" y="3254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7441810" y="3264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7493373" y="3226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7479411" y="3292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7484213" y="3292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7395052" y="3248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7447183" y="3274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7479966" y="3290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7386536" y="328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7390919" y="325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7451254" y="3301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7427001" y="3293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7386899" y="3269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7547412" y="3271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7411989" y="3252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7343669" y="3249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7331149" y="3262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7427219" y="3256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7282762" y="3269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7351203" y="3305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7388028" y="3219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7322169" y="3299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7390045" y="3294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7412159" y="3222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7362847" y="3233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7361118" y="3281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7308887" y="3249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7353068" y="3255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7345025" y="3240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7541975" y="3261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7437484" y="325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7341930" y="327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7355012" y="3268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7378502" y="3259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7485668" y="3251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7447933" y="3258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7203057" y="3267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7356363" y="3272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7168765" y="3262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7359033" y="325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7237899" y="3283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7409231" y="3270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7318567" y="3250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7395438" y="3343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7313784" y="3263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7580093" y="3384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7370814" y="326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7637741" y="3264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7338033" y="338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7412553" y="3364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7417167" y="3307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7457477" y="3302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7417479" y="3299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7510611" y="327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7401216" y="3251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7453527" y="3285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7389624" y="3262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7560851" y="326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7292032" y="3278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7305693" y="3301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7396336" y="3284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7414464" y="3259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7476687" y="3242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7554018" y="3272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7345257" y="328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7400101" y="3293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7366714" y="328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7455953" y="3276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7356174" y="3268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7374388" y="3279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7402202" y="3290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7354139" y="3289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7537137" y="3220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7379223" y="3304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7318141" y="3247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7409580" y="3244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7340311" y="3291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7344165" y="3308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7326515" y="3258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7498198" y="3274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7440119" y="3281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7386701" y="3253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7350984" y="3304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7345861" y="324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7291939" y="3264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7263474" y="3290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7388968" y="3228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7377827" y="3282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7457590" y="3296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7342964" y="3264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7407213" y="3268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7340947" y="3263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7367627" y="3240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7348786" y="327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7363660" y="3239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7425365" y="3273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7437625" y="3277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7382821" y="3257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7412073" y="3283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7336359" y="3284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7518443" y="3251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7642063" y="3302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7469800" y="3254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7402709" y="3249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7341224" y="3260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7398177" y="3231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7454351" y="3291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7357852" y="3269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7341832" y="3304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7406668" y="3372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7394575" y="3247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7249568" y="3279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7475375" y="3260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7481706" y="3241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7473558" y="3249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7411371" y="3275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7334481" y="3280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7514514" y="336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7232745" y="3296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7429575" y="3321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7364781" y="3295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7268782" y="3275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7427150" y="326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7471521" y="3275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7370993" y="329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7310997" y="3259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7386929" y="3204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7439040" y="3253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7353712" y="3310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7359414" y="3335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7436774" y="3268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7473150" y="3286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7567599" y="326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7463374" y="3311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7459072" y="326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7479458" y="3265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7387784" y="326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7504308" y="3273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7519974" y="3343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7440308" y="3274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7421550" y="3232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7375858" y="3278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7323914" y="3281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7384493" y="3275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7596400" y="3258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7401164" y="327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7367080" y="3267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7353632" y="3259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7515021" y="3243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7350097" y="3267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7433390" y="3260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7367773" y="3271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7478697" y="3327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7391198" y="3273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7382640" y="3264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7370706" y="323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7476133" y="3261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7485431" y="3262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7561270" y="3340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7391833" y="3268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7360992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7422644" y="3304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7431732" y="327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7402935" y="3295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7465125" y="3286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7414431" y="3228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7415746" y="3258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7398674" y="3264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7534153" y="3245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7345421" y="324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7368960" y="3386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7503367" y="3277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7418763" y="3283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7480095" y="328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7357970" y="3269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7358207" y="3304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7362143" y="3254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7371473" y="3255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7359661" y="329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7418285" y="3302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7421003" y="3258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7438422" y="3294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7411477" y="3259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7403331" y="327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7400605" y="3293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7448794" y="3263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7429123" y="3250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7429201" y="328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7394576" y="3309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7431738" y="328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7551035" y="326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7422995" y="3271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7451102" y="3279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7361126" y="3279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7483474" y="3247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7257192" y="3261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7360522" y="3266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7465646" y="3257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7329579" y="3259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7377383" y="3279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7429784" y="3218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7389097" y="3304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7333235" y="330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7439796" y="3244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7356636" y="3267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7486329" y="3267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7344596" y="3237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7321547" y="3274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7458029" y="3102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7376763" y="3258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7414253" y="330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7450593" y="3263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7450386" y="3248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7475667" y="326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7533307" y="3260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7481485" y="3258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7386299" y="3266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7376226" y="3277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7426143" y="3267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7417389" y="3259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7398989" y="3311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7616322" y="3289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7569951" y="3330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7338414" y="3297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7446708" y="3279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7540165" y="3271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7253759" y="327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7223952" y="3275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7435904" y="324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7453088" y="3545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7248424" y="3288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7363723" y="3288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7451457" y="3264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7423116" y="3266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7440354" y="3278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7385573" y="3278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7441678" y="3279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7406413" y="3273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7453054" y="3485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7520386" y="3200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7361511" y="327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7342281" y="3299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7449352" y="3291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7539258" y="322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7454800" y="3266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7463631" y="327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7352062" y="3273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7466401" y="3215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7384905" y="328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7489214" y="3267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7478288" y="3278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7434256" y="3275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7461176" y="3281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7350253" y="329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7410184" y="339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7356095" y="3192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7414845" y="3298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7444202" y="326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7408689" y="3291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7381886" y="3264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7337384" y="3530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7458943" y="3195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7733841" y="3286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7315530" y="3309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7371317" y="3310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7387635" y="3270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7322920" y="3282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7421896" y="3262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7503184" y="3270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7346910" y="3282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7476201" y="3269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7390641" y="326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7512428" y="327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7339088" y="3389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7406976" y="3266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7375949" y="327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7505991" y="3283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7366936" y="3189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7410946" y="3280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7446950" y="3278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7441891" y="326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7643938" y="3240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7367196" y="328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7250179" y="3271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7324270" y="3218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7421762" y="3305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7349434" y="3260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7415774" y="3288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7423780" y="3253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7375136" y="3263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7465346" y="3296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7358954" y="3247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7449459" y="3346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7361224" y="3275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7484610" y="330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7401690" y="331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7352350" y="3261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7371561" y="3274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7473825" y="3281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7390365" y="3289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7480874" y="3298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7495086" y="3279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7397373" y="3272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7339973" y="325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7344991" y="327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7295895" y="3237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7256089" y="3264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7431161" y="3281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7378476" y="332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7481138" y="3310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7457997" y="3275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7415574" y="3322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7379653" y="3265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7343981" y="3275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7470808" y="3252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7382617" y="3277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7576154" y="3331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7453578" y="3270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7424003" y="3293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7275565" y="3288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7441052" y="3262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7492762" y="3279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7439670" y="3363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7447610" y="3259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7335860" y="330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7405770" y="3262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7325285" y="328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7357447" y="3268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7326548" y="3238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7387751" y="329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7264415" y="336136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7266677" y="3264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7433006" y="3276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7414286" y="3267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7301227" y="3244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7389165" y="3263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7441422" y="330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7348215" y="3278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7393645" y="325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7409035" y="3250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7378899" y="3272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7363096" y="3266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7416634" y="3272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7400550" y="3276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7396105" y="3301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7448956" y="3276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7444864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7407278" y="3261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7382315" y="3264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7310016" y="3280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7424782" y="331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7408230" y="3265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7347076" y="3283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7388172" y="3265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7491807" y="3275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7364135" y="329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7381038" y="3270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7452321" y="3248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7390756" y="3273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7461592" y="3267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7385996" y="3283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7439804" y="329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7400883" y="3293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7278092" y="326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7388783" y="3223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7537191" y="3271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7333619" y="3272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7342492" y="3321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7417737" y="3273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7342856" y="328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7362503" y="3327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7523475" y="3266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7427397" y="328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7451685" y="3391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7425913" y="326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7416756" y="3267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7395549" y="327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7471235" y="3270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7485184" y="3259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7421002" y="3262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7338364" y="3295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7456472" y="3268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7403537" y="3287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7478672" y="327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7466782" y="3048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7375485" y="3293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7392172" y="3268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7511180" y="3237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7513664" y="325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7404651" y="3262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7433343" y="327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7596109" y="3262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7187262" y="3241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7550674" y="3263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7393123" y="3288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7606097" y="3258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7322386" y="3267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7341742" y="3278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7517348" y="3271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7406558" y="3277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7154610" y="3310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7360671" y="3272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7496108" y="328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7355315" y="3448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7511226" y="3256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7546956" y="3241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7334660" y="3293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7360476" y="326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7393179" y="3302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7337305" y="3276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7411818" y="328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7509848" y="3272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7338376" y="3264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7409582" y="3281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7433373" y="3253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7434561" y="3252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7302681" y="3309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7507272" y="3290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7599755" y="3272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7319629" y="3247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7322390" y="3277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7353192" y="3281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7358224" y="3275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7392305" y="3255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7325190" y="3275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7414300" y="3277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7426887" y="3287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7336929" y="3255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7361699" y="3263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7481381" y="3246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7313379" y="3260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7217025" y="3298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7446510" y="3265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7386382" y="3312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7435438" y="3284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7397552" y="3242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7488075" y="3250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7447443" y="2831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7403153" y="3273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7421729" y="3032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7511051" y="3258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7438370" y="2869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7415524" y="3264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7416018" y="297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7415067" y="324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7473684" y="324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7430971" y="2900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7454669" y="3269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7457761" y="3266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7351011" y="3131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7410944" y="3301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7434433" y="363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7517727" y="3510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7434553" y="3270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7474196" y="3300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7430302" y="3265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7436559" y="3286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7485763" y="3065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455463" y="3277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7449004" y="3256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7464581" y="331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7408772" y="3222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7627191" y="3328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7443768" y="3698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7481026" y="3083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7439249" y="3190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7348894" y="3271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7488459" y="3329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7440802" y="3238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7437533" y="3261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7510858" y="3271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7465228" y="328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7630708" y="312206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7451707" y="3033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7394419" y="3315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7451243" y="3281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7483545" y="3256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7405222" y="3314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7627362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7338545" y="3259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7481669" y="3795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7452804" y="3309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7486321" y="3247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7480846" y="343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7430237" y="3272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7424834" y="337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7422371" y="3265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7451315" y="3209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7289702" y="329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7411855" y="3224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7471442" y="3083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7401107" y="328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7438602" y="3196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7502001" y="3148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7452896" y="3114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7456698" y="3553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7501120" y="3397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7506309" y="3182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7412692" y="3272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7443644" y="3302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7449355" y="3539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7568447" y="3303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7453239" y="3278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7443660" y="3240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7376699" y="140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7456089" y="3368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7423024" y="3306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7413752" y="3281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7409274" y="3307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7429929" y="3337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7422901" y="3277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7442260" y="3286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7408057" y="3255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7342911" y="3287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7418178" y="328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7444629" y="3211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7428381" y="3205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7425120" y="3161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7419442" y="3319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7472088" y="3074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7443608" y="3170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7405466" y="3288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7497930" y="3279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7451722" y="3669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7475427" y="3627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7467633" y="3254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8311878" y="516379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7455515" y="3287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7457183" y="3255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7382887" y="3273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7474195" y="3232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7478236" y="325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7442421" y="3227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7487190" y="3226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7471470" y="3231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7343000" y="3233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7430155" y="3399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7423088" y="351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7444341" y="4531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7472345" y="3372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7472693" y="4232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7468061" y="3785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7504616" y="4485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7486279" y="4374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7476265" y="3020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7438442" y="3227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7533703" y="3199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7439475" y="3295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7488202" y="3224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7501844" y="3251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7555683" y="3289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7473606" y="3466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7488636" y="3259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7373116" y="3258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7443851" y="3344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7494615" y="3347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7464622" y="3270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7462640" y="331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7494740" y="326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7420405" y="3277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7447103" y="3222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7457005" y="3300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7419272" y="3245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7433389" y="3083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7486634" y="3334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7491976" y="3351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7464564" y="3346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7419205" y="3320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7467472" y="3235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7225156" y="3290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7381050" y="3266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7454180" y="3267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7496778" y="3283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7485341" y="3524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7417601" y="3392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7463168" y="3360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7449948" y="3456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7435102" y="3309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7475651" y="3432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7475364" y="3276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7403346" y="3292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7450597" y="3325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7479947" y="3277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7487567" y="3197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7443019" y="3254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7467999" y="3150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7464609" y="3067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7636017" y="3261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7404895" y="3311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7467494" y="331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7434963" y="3213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7587964" y="3257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7477806" y="3261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7411160" y="3291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7443866" y="334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7488716" y="3379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7353587" y="3211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7433181" y="325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7555617" y="329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7449894" y="3570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7450412" y="3437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7455204" y="3270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7456393" y="3316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7435847" y="3248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7476884" y="3341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7606303" y="324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7478875" y="3282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7470032" y="321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7481031" y="3276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7421783" y="327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7427975" y="3284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7442759" y="339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7474312" y="3249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7479864" y="3240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7442855" y="334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7457291" y="3300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7507218" y="3304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7466318" y="3377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7463470" y="3255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7509616" y="3299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7464210" y="3271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7447552" y="3294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7459377" y="3317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7480843" y="326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7459195" y="3249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7439981" y="3278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7422738" y="3597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7480936" y="3208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7446919" y="3209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7425221" y="3258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7499171" y="3238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7481617" y="3267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7500056" y="3270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7492788" y="3244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7466626" y="3292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7487335" y="3270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7488319" y="327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7460951" y="3394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7460057" y="3541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7468431" y="3621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7462526" y="3299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7466835" y="3297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7450920" y="328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7537438" y="323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7414311" y="3266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7478960" y="3559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7406394" y="3116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7456902" y="3300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7153106" y="3245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7465823" y="3304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7444242" y="3188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7422959" y="3267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7529813" y="323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7481615" y="3273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7453731" y="3339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7429184" y="3288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7456489" y="2164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7387104" y="3243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7462263" y="3333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7449122" y="365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7469234" y="3339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7442271" y="3227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7445193" y="3294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7434725" y="3288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7379079" y="323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7443913" y="3225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7440835" y="328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7405849" y="313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7427080" y="3336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7468738" y="321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7467307" y="327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7450789" y="3270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7447064" y="3313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7432165" y="3259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7486528" y="3337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7485329" y="339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7412567" y="3253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7474790" y="3293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7401429" y="3688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7458950" y="3264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7448159" y="3379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7446195" y="3297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7466788" y="3210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7360880" y="3260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7557273" y="3246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7453958" y="330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7525681" y="3242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7430539" y="3359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7561776" y="2829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7465203" y="3302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7528536" y="3297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7444719" y="3217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7455790" y="3551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7451991" y="3230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7373730" y="3101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7392067" y="2976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7428427" y="3228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7396837" y="3275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6934056" y="3269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7470829" y="3117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7412001" y="3256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7390571" y="3279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7046420" y="3270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7271745" y="3259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7454520" y="3258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7425303" y="3375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7485566" y="3268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7423221" y="3283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7450523" y="3258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7374190" y="3361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7485434" y="3321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7472015" y="3224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7429870" y="3231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7414421" y="3328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7436620" y="319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7482995" y="332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7441250" y="332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7389540" y="321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7454676" y="2911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7446268" y="3280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7512249" y="3304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7584290" y="30102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7447703" y="3256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7489795" y="3483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7464217" y="3287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7481763" y="3303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7526047" y="3266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7412630" y="322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7450204" y="3232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7465280" y="3252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7444345" y="3296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7514015" y="3226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7448606" y="3288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7500088" y="3278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7445993" y="3331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7498374" y="3286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7425546" y="3310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7451809" y="3277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7478020" y="3536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7451716" y="3278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7442387" y="347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7343387" y="3269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7604976" y="396027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7493081" y="3284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7459104" y="3268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7465623" y="363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7375791" y="3289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7406434" y="327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7426045" y="2793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7412409" y="2744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7448778" y="3376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7460657" y="3268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7576400" y="3347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7481559" y="3256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7567778" y="3273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7442667" y="3252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7486133" y="3196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7419072" y="3283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7472157" y="3188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7453166" y="3433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7439719" y="3278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7428648" y="3283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7438653" y="3229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7469070" y="3245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7508462" y="3296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7499452" y="3313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7470509" y="3089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7317905" y="3237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7462759" y="3121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7468370" y="3258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7283415" y="3216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7457339" y="3683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7465995" y="3442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7451964" y="3275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7420317" y="3252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7357741" y="343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7380487" y="3262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7582601" y="3207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7489501" y="3112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7461866" y="3236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7473361" y="3191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7441977" y="332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7306095" y="332891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7438843" y="313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7486075" y="3233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7524547" y="3217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7457258" y="3243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7488355" y="329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7480178" y="3138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7522723" y="3094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7401117" y="3250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7408273" y="331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7478294" y="317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7402404" y="3257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7400231" y="3232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7452051" y="3256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7408147" y="3305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7350050" y="3256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7470986" y="3222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7392542" y="3343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7450519" y="3900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7296195" y="3282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7444522" y="3263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7445072" y="3222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7396777" y="3274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7456668" y="3284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7428348" y="3258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7473660" y="3498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7533955" y="3202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7432915" y="3393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7405381" y="327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7391730" y="3375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7409308" y="3241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7465007" y="3291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7466203" y="2721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7460542" y="3275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7437700" y="3252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7498423" y="3245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7538242" y="3288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7502875" y="3562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7396614" y="327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7527851" y="3475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7388035" y="3275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7454805" y="3458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7443746" y="3245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7396470" y="3070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7493661" y="3394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7530303" y="320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7454043" y="328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7460017" y="323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7514592" y="3266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7526782" y="3224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7480884" y="3271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7466278" y="3270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7340256" y="330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7431010" y="329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7389166" y="3301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7436023" y="3208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7408530" y="3259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7416599" y="3249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7443131" y="3297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7413727" y="3035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7425481" y="326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7407028" y="3302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7409624" y="3289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7421184" y="3218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7434041" y="3238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7473387" y="334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7493775" y="345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7433883" y="3177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7443149" y="3255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7444860" y="2768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7390125" y="2488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7429209" y="3005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7310735" y="3298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7443513" y="3272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7480177" y="3336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7444241" y="329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7486241" y="324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7451402" y="3269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7489003" y="4123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7473799" y="3895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7484760" y="3173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7362650" y="3237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7444545" y="3529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7431750" y="3307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7451023" y="3816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7295277" y="3369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7425307" y="3302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7462625" y="3277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7445558" y="4266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7500460" y="3280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7443427" y="3290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7453396" y="340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7432423" y="3270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7364988" y="3278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7496995" y="3296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7461023" y="3280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7405198" y="332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7453002" y="3223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7496532" y="3288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7453409" y="3233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7396995" y="3320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7523267" y="3252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7360524" y="3262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7360997" y="3308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7485966" y="3521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7506368" y="3099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7554249" y="3252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7473832" y="3290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7462062" y="3270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7411567" y="3274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7512457" y="3296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7465806" y="3254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7475154" y="326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7464614" y="317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7521902" y="3196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7464717" y="3246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7410533" y="296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7499255" y="3282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7559161" y="3306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7452640" y="3260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7419940" y="331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7402277" y="3453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7485792" y="3281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7450323" y="3126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7453878" y="3346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7414868" y="3223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7346698" y="3322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7474160" y="3240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7462656" y="3302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7420039" y="3267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7430937" y="3027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7444017" y="3355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7474093" y="3203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7404768" y="3265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7450697" y="323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7466176" y="2828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7391509" y="3191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7478980" y="3255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7396791" y="3189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7547946" y="322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7364895" y="3264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7527849" y="3323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7435330" y="3307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7485096" y="3289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7542368" y="3317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7494088" y="3247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7497104" y="3278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7443666" y="3244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7429378" y="3276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7502662" y="3298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7422197" y="3252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7486221" y="3651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7433278" y="3425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7449491" y="4308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7490150" y="4638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7502796" y="3211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7369350" y="3246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7483309" y="3245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7460737" y="3286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7467393" y="3314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7408534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7447213" y="3308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7417623" y="3259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7546521" y="3313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7415730" y="3265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7596999" y="304174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7417573" y="330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7531395" y="324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7577856" y="3266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7336388" y="3279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7448166" y="3414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7335714" y="3293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7372603" y="3485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7453629" y="3254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7475033" y="3316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7439126" y="311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7413152" y="3319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7474044" y="3362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7426498" y="3308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7481616" y="3296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7398443" y="3303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7528598" y="3268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7455264" y="302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7491560" y="3271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7492542" y="3531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7464468" y="3426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7467162" y="3842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7487417" y="361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7409199" y="3253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7503878" y="3280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7459438" y="3260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7431971" y="3112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7435733" y="3129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7380598" y="3255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7415104" y="3077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7435836" y="29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7492110" y="3254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7454239" y="3262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7378310" y="329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7458298" y="333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7406600" y="3294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7480343" y="3295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7435751" y="3336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7432778" y="3098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7409799" y="3270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7399546" y="3322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7487249" y="3219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7464213" y="3313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7408243" y="3250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7465423" y="3195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7420078" y="3234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7460959" y="3241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7458469" y="3878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7456880" y="3159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7474457" y="2981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7437568" y="3217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7445478" y="3203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7433186" y="3250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7476074" y="3238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7461393" y="3280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7482838" y="3383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7497066" y="3532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7560707" y="3441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7448620" y="3260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7345308" y="3273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7443684" y="326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7523487" y="3297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7259357" y="3287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7437959" y="3228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7477218" y="3226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7420799" y="3251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7474560" y="3111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7354742" y="3295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7406331" y="333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7481957" y="3215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7410114" y="287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7551525" y="3274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7410531" y="3277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7431969" y="3285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7469600" y="3179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7479470" y="3198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7451584" y="3256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7487254" y="2918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7426736" y="3269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7434880" y="3289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7410435" y="3300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7449039" y="3385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7426185" y="327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7489810" y="3303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7396350" y="3245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7432688" y="3258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7467248" y="3240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7461551" y="3254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7457178" y="323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7445486" y="3213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7423066" y="324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7505083" y="3265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7483939" y="3274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7472916" y="3250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7450189" y="3194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7481997" y="3296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7518856" y="3199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7422205" y="3273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7512432" y="326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7394834" y="3269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7388532" y="3259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7439005" y="3282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7636519" y="3314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7313496" y="3229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7475571" y="3278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7487448" y="3265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7472735" y="3305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7357619" y="3305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7427644" y="3808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7421284" y="327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7461159" y="3297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7449752" y="3239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7493866" y="3230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7466953" y="3263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7472431" y="327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7488899" y="3250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7458649" y="3298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7475840" y="3291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7540034" y="3231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7437508" y="3261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7412700" y="3259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7435635" y="3256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7424455" y="326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7384188" y="3272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7449044" y="327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7494548" y="3275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7425949" y="286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7370929" y="318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7484381" y="3317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7326000" y="341596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7479104" y="3254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7390081" y="3414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7461154" y="377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7517525" y="325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7257256" y="3302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7414613" y="3215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7498845" y="328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7444945" y="3315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7385330" y="3298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7403328" y="3207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7517425" y="3286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7471325" y="3018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7448889" y="3244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7412348" y="3245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7440688" y="3245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7431637" y="3360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7394830" y="328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7465850" y="3294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7522246" y="3243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7436939" y="2935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7450426" y="3273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7521209" y="3278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7498460" y="3226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7423835" y="3127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7450501" y="327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7499639" y="3205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7486586" y="3292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7486818" y="3301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7420061" y="2911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7403731" y="323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7453759" y="3320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7305449" y="338688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7431401" y="3197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7400385" y="3368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7429734" y="3249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7421185" y="3169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7451230" y="2933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7429265" y="3241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7508751" y="3279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7559539" y="3227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7458230" y="3292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7505953" y="3258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7458185" y="3260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7483149" y="2510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7378042" y="3304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7411968" y="3173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7507209" y="3236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7436771" y="3144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7470752" y="3287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7447610" y="3342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7382673" y="328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7389388" y="3303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7459953" y="3358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7478573" y="3258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7541270" y="3224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7475313" y="3250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7420554" y="3265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7472802" y="3400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7477358" y="3265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7332576" y="3225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7454336" y="3295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7479677" y="326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7408313" y="3230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7428294" y="3293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7416297" y="327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7429675" y="3224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7428100" y="3272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7476238" y="3291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7486148" y="321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7481797" y="3244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7458960" y="3185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7427195" y="3366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7477558" y="3300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7449270" y="3090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7385552" y="3274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7485063" y="3188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7467874" y="325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7533422" y="3167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7398651" y="3255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7439739" y="3281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7376704" y="3273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7317382" y="3251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7508484" y="3205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7448727" y="3129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7503121" y="3026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7368809" y="314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7438856" y="312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7482150" y="3269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7458494" y="3147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7507532" y="3268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7499747" y="3421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7456453" y="2866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7448871" y="2932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7464519" y="3237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7520721" y="3281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7509963" y="3240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7522903" y="3312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7471961" y="3263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7431141" y="3244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7469359" y="2982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7464410" y="3017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7484060" y="3219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7342566" y="3294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7456791" y="3282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7465687" y="3291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7461314" y="3251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7472295" y="3260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7533849" y="3074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7488920" y="3248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7388759" y="3268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7527827" y="3250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7517970" y="331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7481769" y="3284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7508312" y="3119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7425641" y="3258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7441122" y="3268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7418475" y="3372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7399184" y="3260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7498537" y="332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7477691" y="330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7455780" y="3280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7422404" y="333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7456307" y="3292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7353350" y="318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7429737" y="3305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7425229" y="3270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7489187" y="3310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7314681" y="327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7321214" y="3321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7444928" y="322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7490803" y="3290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7503601" y="3136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7670185" y="3272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7416680" y="3213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7498500" y="3346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7500059" y="3306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7470655" y="3233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7464756" y="3039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7431168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7447989" y="3255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7449613" y="3305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7405128" y="3285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7457803" y="318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7464558" y="3283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7461227" y="328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7448493" y="3177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7438622" y="3259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7432191" y="3261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7517677" y="3265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7344898" y="3307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7489916" y="3340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7445716" y="3682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7514223" y="3264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7481132" y="3323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7472266" y="3282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7440478" y="310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7452953" y="3283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7375149" y="3272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7380667" y="3254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7496945" y="3190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7367603" y="3266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7386019" y="324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7463187" y="3237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7482891" y="3073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7368076" y="3782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7431027" y="3318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7336071" y="3057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7497272" y="3158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7497046" y="3284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7395871" y="321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7481454" y="3297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7514086" y="3100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7353371" y="3256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7462045" y="3265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7454374" y="3254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7391213" y="3255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7520428" y="3262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7509153" y="3253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7462258" y="3372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7480197" y="3280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7425418" y="3262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7461771" y="3296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7421191" y="3222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7405662" y="3272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7517082" y="3273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7438188" y="3163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7502513" y="3213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7425596" y="3244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7497870" y="3259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7447163" y="3250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7427723" y="3245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7404712" y="3261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7410999" y="3254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7380460" y="3278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7455752" y="3274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7480120" y="2917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7392373" y="3129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7403237" y="3289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7451734" y="3264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7505480" y="3245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7499268" y="3279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7464694" y="3122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7435744" y="3310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7385222" y="3261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7438752" y="329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7501246" y="3285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7430535" y="3301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7442210" y="3256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7515540" y="3256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7511525" y="3289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7451557" y="3271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7484389" y="3215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7409692" y="3169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7405333" y="3246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7566542" y="3285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7402727" y="3210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7464663" y="3229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7457046" y="3485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7508942" y="3264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7423026" y="3336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7460165" y="3266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7392159" y="327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7433033" y="3238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7510394" y="3267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7445779" y="3180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7457859" y="327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7447516" y="3167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7449725" y="3217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7495297" y="321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7499029" y="3189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7436733" y="3287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7508438" y="3148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7392076" y="3286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7447632" y="3253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7479444" y="3287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7419247" y="3193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7146403" y="3289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7363206" y="3296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7501998" y="318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7619175" y="3227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7467181" y="3256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7473026" y="3248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7379894" y="3266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7559775" y="327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7447923" y="3298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6961771" y="277696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7476676" y="3476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7440419" y="3256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7480280" y="2960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7355787" y="3296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7448629" y="3440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7544195" y="3256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7498219" y="3437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7493432" y="3308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7532453" y="3274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7359001" y="3292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7330138" y="3355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7386790" y="3303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7392702" y="308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7432072" y="3221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7440388" y="3543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7502058" y="3259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7444827" y="3086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7400266" y="3264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7442377" y="329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7438094" y="3332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7582510" y="3262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7478693" y="2988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7329051" y="3314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7466452" y="3270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7474658" y="3289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7429115" y="2916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7473673" y="3210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7514872" y="327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7438552" y="3298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7475790" y="313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7487211" y="3298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7452714" y="3307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7462357" y="325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7392004" y="3085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7347238" y="324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7485060" y="3291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7433069" y="3248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7700166" y="3393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7455983" y="3263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7486445" y="3215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7363443" y="327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7485565" y="3258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7443662" y="3427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7448971" y="3278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7545244" y="3384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7503759" y="328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7490220" y="328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7433611" y="3278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7470546" y="3262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7471377" y="3267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7438798" y="334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7469350" y="3271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7453325" y="3244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7493622" y="3289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7436774" y="3146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7492218" y="3316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7432095" y="3311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7499210" y="326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7033537" y="3200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7436129" y="3069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7462963" y="3272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7317818" y="3353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7452528" y="3178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7410289" y="3271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7433866" y="3261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7543589" y="316563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7549784" y="3256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7486326" y="3258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7415860" y="3222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7451098" y="3286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7393560" y="323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7516353" y="3328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7370780" y="3267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7422080" y="344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7369217" y="3351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7426067" y="330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7470112" y="3022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7412831" y="3289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7540064" y="3263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7491740" y="3282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7440655" y="3251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7445526" y="3289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7454624" y="3246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7433268" y="3234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7439718" y="3302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7416680" y="3311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7520812" y="4199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7467065" y="3275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7387782" y="329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7433657" y="331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7458702" y="3251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7435989" y="3115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7468243" y="3289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7420303" y="3228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7355979" y="3271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7480025" y="3310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7460288" y="3270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7422339" y="3279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7516197" y="3259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7348899" y="3279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7514020" y="3246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7449111" y="3246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7436970" y="327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7487261" y="3208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7441202" y="3307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7515543" y="3310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7370769" y="3097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7615859" y="3239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7460084" y="2904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7484218" y="3217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7440648" y="3260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7362795" y="3274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7445660" y="3006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7454944" y="3217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7440744" y="3319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7439903" y="3152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7450642" y="325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7463869" y="3279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7404980" y="3343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7424681" y="3243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7446628" y="3147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7449956" y="3289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7469438" y="3103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7484478" y="3127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7431409" y="3249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7612469" y="3213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7432561" y="3247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7517571" y="3292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7420926" y="3259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7454145" y="3318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7423334" y="3287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7481841" y="3242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7517449" y="3240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7445914" y="3307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7482919" y="3276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7390888" y="355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7289055" y="3282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7426036" y="3299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7483048" y="3181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7383406" y="3272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7432879" y="3277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7449831" y="323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7423800" y="3191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7434046" y="3002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7485328" y="322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7419180" y="3284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7415711" y="3279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7452779" y="3323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7518667" y="3258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7452004" y="3257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7472810" y="3249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7364770" y="3287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7397401" y="331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7487518" y="3263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7427560" y="3237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7483536" y="3237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7465933" y="327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7408063" y="3292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7435970" y="3328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7369541" y="3306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7455252" y="3255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7447809" y="3242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7467064" y="3167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7429141" y="3148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7469283" y="3279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7042445" y="3176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7491742" y="3237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7487675" y="3222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7444336" y="3298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7419879" y="3277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7412137" y="328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7495267" y="3310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7452572" y="3266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7437468" y="3374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7298829" y="3321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7381407" y="329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7475148" y="3913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7429804" y="3335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7519975" y="3260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7451798" y="3264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7473353" y="329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7450804" y="3321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7438788" y="3230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7436194" y="3260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7450782" y="3269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7409599" y="3291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7448980" y="3292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7481040" y="3334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7034339" y="3264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7483855" y="3221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7436809" y="3292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7460372" y="3384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7429692" y="2721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7422794" y="3303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7517975" y="3287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7490763" y="333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7445016" y="330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7475166" y="3169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7439207" y="3187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7409870" y="3117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7450252" y="3259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7467592" y="3274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7455090" y="3248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7494786" y="3261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7471170" y="323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7487362" y="3264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7434904" y="3229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7437189" y="3291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7453603" y="331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7456545" y="3275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7448763" y="3278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7469041" y="329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7394237" y="326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7495349" y="327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7456589" y="3035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7474047" y="3158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7425180" y="3339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7390402" y="3261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7492289" y="3213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7560870" y="3351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7430421" y="3192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7426884" y="332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7486019" y="3247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7431242" y="3333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7390689" y="2824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7421058" y="3272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7401639" y="321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7474201" y="3068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7436319" y="3250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7531792" y="317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7362030" y="3273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7455773" y="268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7454286" y="3215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7524569" y="3286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7386773" y="3147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7501598" y="3224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7513842" y="3245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7369741" y="3116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7509068" y="311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7395213" y="3253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7415379" y="2635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7550882" y="2972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7597888" y="311099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7464826" y="3483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7383908" y="3318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7409820" y="3305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7399464" y="326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7477817" y="3289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7486534" y="3227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7438203" y="3238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7390611" y="3346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7445663" y="3427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7438469" y="3304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7487484" y="3349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7446607" y="3292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7457476" y="336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7395086" y="326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7385818" y="3248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7422667" y="3134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7408906" y="3805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7387889" y="3277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7448427" y="2726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7453125" y="3272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7416787" y="3199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7433611" y="3247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7444223" y="3275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7027535" y="3294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7416769" y="3220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7457496" y="3237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7411702" y="3145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7504596" y="3179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7454255" y="326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7528433" y="3281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7437712" y="3284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7379304" y="3038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7425418" y="3323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7407481" y="3322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7453800" y="3344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7526200" y="323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7478853" y="3345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7441886" y="3348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7452203" y="3207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7471513" y="3151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7464063" y="3286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7398350" y="3263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7522022" y="3270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7393575" y="3280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7322601" y="3308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7449382" y="3287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7446212" y="336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7366453" y="3202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7502906" y="3945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7439487" y="3365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7453562" y="3275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7426381" y="3306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7344602" y="300467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7386126" y="3275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7454550" y="3522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7490404" y="3374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7455673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7423524" y="3249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7456617" y="3264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7525479" y="3200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7434199" y="3227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7440917" y="3581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7367382" y="3471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7520020" y="325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7482585" y="3131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7452026" y="3242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7464444" y="3253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7367539" y="3260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7439918" y="3268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7416371" y="328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7434927" y="329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7414922" y="321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7452796" y="3100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7322392" y="3279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7449453" y="3268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7429453" y="3308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7382824" y="3212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7431571" y="326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7429683" y="3332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7413500" y="3286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7531215" y="3245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7430953" y="3379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7446504" y="3265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7453769" y="328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7435871" y="3240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7414688" y="3168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7429105" y="328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7451941" y="327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7574729" y="33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7446332" y="3229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7488888" y="3320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7333543" y="323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6465538" y="305859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7548780" y="321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7431806" y="3165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7352802" y="3285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6035275" y="3228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7459992" y="332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7448978" y="3338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7405667" y="3308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7451310" y="4580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7571184" y="459845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7388186" y="3289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7458876" y="3252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7420102" y="3198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7339967" y="331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7411260" y="2737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7450059" y="318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7462461" y="3258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7472718" y="3235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7531571" y="3281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7481716" y="3334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7435079" y="3278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7473692" y="3155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7440620" y="3314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7347776" y="3250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7447733" y="3317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7512934" y="3231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7402454" y="3330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7446005" y="3292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7473083" y="3072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7640843" y="3327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7448273" y="3321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7477435" y="314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7462814" y="3104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7473199" y="331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7511210" y="3267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7467010" y="3265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7406368" y="3290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7493619" y="3279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7434101" y="3215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7392625" y="3289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6886949" y="3296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7436727" y="3278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8022755" y="43053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7468660" y="3320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7428218" y="3283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7347760" y="3294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7433487" y="3143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7328343" y="299693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7442641" y="3251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7564943" y="3265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7496957" y="327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7437762" y="3289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7501021" y="3257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7414899" y="325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7466370" y="3310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7466972" y="3224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7431913" y="288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7498784" y="328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7448718" y="3441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7392693" y="3293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7442507" y="3071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7511260" y="327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7471026" y="3212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7479496" y="3279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7364956" y="3310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7454791" y="3249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7414983" y="3239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7442831" y="2962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7434167" y="332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7424361" y="3209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7443486" y="3296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7484841" y="3258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7391086" y="3315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7398544" y="3271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7416195" y="3284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7416175" y="323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7485852" y="3249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7442348" y="3280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7306925" y="3195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7469524" y="321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7543866" y="3243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7481140" y="289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7400253" y="3242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7507545" y="3279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7402651" y="3291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7423706" y="3302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7368503" y="3261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7428438" y="325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7416933" y="3149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7370807" y="3269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7426722" y="3224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7473604" y="3248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7500058" y="3290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7444252" y="4386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7529826" y="325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7489412" y="320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7348360" y="3250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7515371" y="343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7472826" y="3261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7548839" y="3285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7501891" y="3243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7405821" y="324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7438183" y="3292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7403178" y="3254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7443510" y="2740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7509677" y="328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7481201" y="3134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7600502" y="3271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7497611" y="3288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7380756" y="3397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7443796" y="334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7525922" y="3292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7460532" y="3069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7467341" y="3279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7623274" y="3238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7491120" y="326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7497148" y="3051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7396197" y="3139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7396922" y="3291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7477424" y="317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7437445" y="3111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7472674" y="330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7471962" y="3351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7512315" y="3074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7465974" y="3172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7502789" y="325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7467848" y="3276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7455798" y="323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7248522" y="358304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7466967" y="3341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7468905" y="327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7427136" y="329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7470829" y="3320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7420739" y="3231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7435046" y="325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7408014" y="3305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7467352" y="3272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7451755" y="3124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7472607" y="3236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7469519" y="3268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7435825" y="3163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7415020" y="3288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7446891" y="3249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7430434" y="3315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7487489" y="3274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7548411" y="3266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7423950" y="3233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7487385" y="3174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7454154" y="3227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7483619" y="3106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7471978" y="3214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7456605" y="291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7459402" y="3359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7441608" y="2986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7493327" y="3131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7717092" y="3305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7447470" y="3290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7451700" y="3267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7396626" y="3512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7452472" y="334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7445860" y="3276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7479390" y="2974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7397583" y="3308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7425526" y="3306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7468270" y="3222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7167416" y="3272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7447491" y="3288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7440279" y="3211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7429022" y="3239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7501416" y="328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7492910" y="321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7449738" y="2876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7461353" y="2972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7409071" y="3283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7325340" y="3310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7470519" y="3284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7489568" y="3206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7478129" y="3138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7393102" y="327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7419473" y="3214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7452750" y="3111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7375750" y="331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7409648" y="3280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7436859" y="3255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7507524" y="3248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7489886" y="3238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7494510" y="3221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7510721" y="3226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7501479" y="3244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7438405" y="3227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7669118" y="344578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7462983" y="304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7475406" y="3227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7467733" y="3309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7499099" y="3255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7428732" y="2938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7549564" y="305307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7432980" y="328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7502658" y="3220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7478921" y="3289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7307801" y="3244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7395902" y="3278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7371123" y="369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7557605" y="3288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7436538" y="312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7413528" y="2873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7442817" y="3221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7415661" y="3413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7404989" y="3331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7435547" y="3305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7369212" y="3285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7298537" y="3294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7470172" y="3245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7503705" y="3304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7379679" y="3276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7426881" y="3289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7495251" y="325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7415179" y="3271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7484501" y="320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7456813" y="3262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7463142" y="3035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7426694" y="3231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7338309" y="345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7481991" y="3256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7427681" y="3205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7448451" y="2992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7454856" y="3124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7405705" y="3411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7536240" y="3242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7477535" y="3137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7430398" y="337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7472789" y="3161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7526141" y="3219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7422744" y="3230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7487727" y="3195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7427453" y="309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7461575" y="2993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7450283" y="2600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7346095" y="3306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7454447" y="3232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7450605" y="3307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7388238" y="3333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7302053" y="3230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7483078" y="3199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7451711" y="3268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7465440" y="3208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7537608" y="3320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7497021" y="3210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7453129" y="3299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7462058" y="300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7455205" y="3187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7460502" y="3302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7431598" y="3095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7388839" y="3225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7431266" y="3218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7318445" y="308794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7434409" y="3023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7459092" y="3363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7401580" y="3336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7386686" y="3287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7420855" y="3238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7469057" y="3271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7361153" y="327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7447302" y="3228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7520383" y="3276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7424719" y="322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7510460" y="324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7443539" y="3319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7486995" y="3314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7471877" y="3178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7530376" y="3314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7423890" y="323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7467819" y="3260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7443311" y="3290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7447322" y="329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7463478" y="3019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7478776" y="308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7428268" y="3307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7446704" y="3247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7575596" y="3199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7299320" y="3313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7448763" y="3326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7472706" y="3136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7322584" y="3265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7478562" y="3245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7448957" y="3309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7481056" y="3279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7449239" y="3054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7376975" y="3332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7398076" y="3209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7413924" y="3328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7424945" y="3278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7526039" y="3244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7435737" y="3296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7432022" y="326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7348449" y="2878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7461156" y="311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7453491" y="3288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7396829" y="3263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7422159" y="3190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7508665" y="3146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7433216" y="3259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7451952" y="2992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7442871" y="323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7486995" y="3320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7431816" y="3299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7406631" y="3238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7478253" y="3268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7395905" y="3305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8317762" y="442800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7454464" y="3240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7513310" y="3236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7476950" y="3319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7441418" y="3290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7404893" y="3132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7495588" y="323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7423157" y="327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7474565" y="3237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7453203" y="3242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7467041" y="324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7314184" y="3243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7519835" y="3239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7378111" y="3234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7448294" y="3195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7468561" y="3241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7522257" y="3154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7525923" y="319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7485231" y="3293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7466226" y="3193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7505544" y="308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7435843" y="3250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7421004" y="3319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7457285" y="3296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7442377" y="3261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7449755" y="3224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7476484" y="324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7464376" y="3123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7508061" y="3199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7477051" y="3134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7438026" y="3191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7481133" y="3193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7505926" y="3279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7450193" y="3246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7432856" y="322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7472692" y="3225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7445750" y="2948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7458937" y="303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7487701" y="3259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7443814" y="2925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7516403" y="3218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7472258" y="3033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7534852" y="3245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7442645" y="3245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7547586" y="3271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7481353" y="3138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7473650" y="3256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7459144" y="3265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7442725" y="3291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7390157" y="3292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7417682" y="3300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7448141" y="3206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7399768" y="3267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7421567" y="326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7451953" y="3229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7490431" y="3256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7479878" y="314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7410180" y="3309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7362620" y="3292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7450114" y="3226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7466417" y="2747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7451160" y="295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7479393" y="3323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7499170" y="326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7445862" y="3054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7443232" y="3248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7416944" y="3306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7438002" y="3172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7453956" y="3247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7472367" y="3085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7463098" y="2754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7427503" y="3228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7463971" y="3243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7468710" y="3232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7413907" y="3238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7436570" y="3270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7479077" y="325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7469327" y="332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7456185" y="327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7289461" y="3274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7448952" y="3296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7552981" y="3250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7484080" y="3113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7489027" y="3297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7427380" y="3281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7353355" y="3307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7467076" y="3289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7375605" y="3249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7436293" y="3015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7496917" y="3319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7454491" y="286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7441786" y="3272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7452481" y="302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7486915" y="3276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7432273" y="3264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7457437" y="308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7446235" y="3238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7452511" y="3267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7363717" y="3298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7469107" y="3298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7481374" y="3187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7396573" y="3043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7474537" y="3274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7480069" y="3278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7438716" y="3237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7633633" y="3285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7462500" y="3244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7351632" y="3507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7500076" y="3327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7479120" y="3207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7450854" y="3272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7478465" y="3191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7481510" y="3092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7510911" y="317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7421943" y="3280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7474756" y="3334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7460111" y="3299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7370612" y="3267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7451865" y="3307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7488002" y="3251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7454136" y="3242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7466138" y="3333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7475856" y="3255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7465019" y="3328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7427135" y="2921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7450607" y="3154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7436745" y="3194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7488876" y="2962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7424793" y="325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7501474" y="2967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7440911" y="3109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7456730" y="3196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7375571" y="3267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7433688" y="3244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7457745" y="3306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7468353" y="3226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7500791" y="3267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7536296" y="3277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7401096" y="327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7343729" y="3282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7487192" y="3238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7430616" y="2984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7439000" y="323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7461668" y="3211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7435113" y="3248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7371299" y="3305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7397047" y="3268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7428816" y="3259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7459971" y="3198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7465014" y="3262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7519663" y="3270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7516251" y="3323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7450406" y="3493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7364881" y="3241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7523929" y="3295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7416297" y="3224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7461720" y="3219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7446676" y="3224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7503368" y="3230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7496838" y="3331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7454235" y="299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7456736" y="3298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7449766" y="3289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7410422" y="3307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7550149" y="3264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7430071" y="3155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7474690" y="3270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7439454" y="3050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7537885" y="386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7380414" y="327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7478459" y="3044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7465633" y="3274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7477062" y="3272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7425597" y="3041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7443692" y="315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7491775" y="3252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7443257" y="3310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7463541" y="3125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7589367" y="3287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7389473" y="331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7476904" y="3028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7469792" y="3256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7495915" y="3233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7473989" y="328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7445278" y="3266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7347139" y="3060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7494300" y="3170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7496872" y="3216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7448905" y="3318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7475011" y="3194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7444349" y="3147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7475327" y="3195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7398827" y="3294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7455104" y="323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7527732" y="3260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7464232" y="3263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7464911" y="3051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7453998" y="294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7445431" y="3054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7476643" y="3197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7391884" y="3081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7438759" y="3233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7408754" y="3289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7426134" y="3298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7645452" y="3234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7436422" y="3239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7440035" y="3265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7402987" y="3230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7446434" y="3255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7411364" y="3246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7479309" y="3289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7441672" y="312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7457449" y="301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7534789" y="3229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7469624" y="2964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7313141" y="3289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7456697" y="3286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7520571" y="3292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7582800" y="3239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7334490" y="325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7418542" y="3208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7451388" y="3264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7453619" y="3270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7469111" y="3257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7488927" y="2964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7396328" y="3200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7464319" y="3290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7482249" y="3071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7488125" y="3274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7457534" y="327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7475665" y="3276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7494224" y="2886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7547360" y="3233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7417950" y="3236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7418191" y="3261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7473525" y="3228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7416878" y="3294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7465220" y="288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7432191" y="3297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7432860" y="3260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7478022" y="3249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7479705" y="324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7462647" y="3208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7474462" y="3138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7468732" y="3303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7396527" y="3096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7468899" y="3186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7513263" y="332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7514932" y="3285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7437718" y="3295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7527391" y="3239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7502030" y="3296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7367882" y="308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7435635" y="3270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7488085" y="3281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7364423" y="3351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7411616" y="3258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7498385" y="3249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7513761" y="3281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7448548" y="321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7420075" y="3300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7441284" y="327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7509910" y="3137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7352609" y="3257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7509512" y="3272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7472931" y="3306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7424136" y="2928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7415449" y="3291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7454784" y="3219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7459478" y="3279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7501817" y="3277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7454396" y="3184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7453968" y="3225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7468738" y="3276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7409093" y="3285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7456038" y="3066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7453247" y="2951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7468638" y="3355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7463100" y="3253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7486942" y="3182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7513680" y="3229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7397895" y="30257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7471826" y="3091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7453810" y="3225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7457837" y="319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7472757" y="3205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7442177" y="3230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7516400" y="326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7439830" y="3239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7453291" y="3234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7435614" y="328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7481512" y="3303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7461193" y="3291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7452333" y="3183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7487501" y="3167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7458060" y="3214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7480260" y="3247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7443568" y="3266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7479787" y="3266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7373524" y="321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7432320" y="3129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7487942" y="3267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7459956" y="3008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7479828" y="324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7487816" y="3243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7424528" y="3273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7433016" y="324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7438636" y="3044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7495982" y="325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7478074" y="2995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7459987" y="3219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7404452" y="310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7456403" y="2985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7330650" y="308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7440758" y="3326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7432817" y="3104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7463318" y="3256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7547056" y="324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7467947" y="3196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7180023" y="302666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7347568" y="3220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7475843" y="3243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7438949" y="2813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7327644" y="3301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7395573" y="3327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7405557" y="3205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7489801" y="3328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7553791" y="3220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7480580" y="3274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7459657" y="3249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7473305" y="3230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7442593" y="3140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7510700" y="3224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7442172" y="298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7472867" y="2958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7470291" y="317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7432506" y="3194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7457750" y="3245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7488462" y="3239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7402615" y="3266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7448215" y="3182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7455863" y="3244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7451371" y="3228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7478437" y="2996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7525342" y="310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7459554" y="3292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7488049" y="3344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7508574" y="3118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7433592" y="3252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7359583" y="3004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7503518" y="325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7518825" y="320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7479920" y="3140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7501388" y="3212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7546747" y="3232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7418498" y="305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7484261" y="3075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7545283" y="3232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7539925" y="3228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7430162" y="3293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7496369" y="3277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7429164" y="3226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7521663" y="327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7550777" y="3328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7458765" y="3443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7548235" y="3270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7535705" y="3302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7514634" y="332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7428407" y="3235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7414587" y="3084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7438534" y="3315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7413596" y="3277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7408266" y="325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7354913" y="3284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7546939" y="3312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7369258" y="3269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7449983" y="3192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7565481" y="31566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7459825" y="3323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7453332" y="3268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7460360" y="3316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7481300" y="325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7513918" y="3256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7513660" y="3339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7470291" y="3276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7481716" y="3236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7342921" y="3310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7229945" y="291358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7441513" y="3027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7388435" y="300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7435277" y="3001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7354960" y="3218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7485634" y="3104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7509327" y="3344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7401983" y="3268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7473956" y="324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7468251" y="317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7461331" y="3258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7487696" y="3321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7447285" y="343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7477753" y="3315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7446278" y="3277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7489643" y="3154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7424421" y="3217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7385743" y="304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7378605" y="3443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7428831" y="325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7446826" y="292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7302821" y="292800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7464640" y="3187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7461778" y="3277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7510032" y="326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7471514" y="3128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7439037" y="3308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7515440" y="3168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7394823" y="3196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7450111" y="3269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7431847" y="3246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7507841" y="3264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7454425" y="3287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7432689" y="3295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7495950" y="3264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7448800" y="3261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7415421" y="3294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7476157" y="3431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7463368" y="330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7465832" y="3309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7448633" y="3271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7480658" y="3319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7476187" y="323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7517701" y="3237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7469919" y="3235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7408743" y="326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7439955" y="3219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7432106" y="3189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7521442" y="3181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7452676" y="3202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7497266" y="3303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7528195" y="3287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7470655" y="3215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7457342" y="3304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7364935" y="327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7465200" y="314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6542495" y="3159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7468032" y="3239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7501008" y="3248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7430417" y="3245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7468944" y="3297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7467496" y="3271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7372871" y="3065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7475595" y="328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7433297" y="328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7470000" y="318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6901097" y="289329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7611276" y="321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7431340" y="3263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7428265" y="3175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7506539" y="3018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7492888" y="3232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7486053" y="3243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7410342" y="3292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7499985" y="3238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7471469" y="3122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7399678" y="324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7468741" y="3210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7383282" y="3154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7460345" y="3285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7497247" y="3349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7477955" y="3282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7481395" y="3113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7505521" y="3270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7500028" y="3192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7461352" y="316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7396896" y="3254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7449304" y="3275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7328953" y="3277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7372205" y="3295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7467222" y="3137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7460031" y="3224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7462519" y="3210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7427271" y="2985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7459382" y="3379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7412569" y="3169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7517356" y="3008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7439623" y="317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7446734" y="3312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7474570" y="3105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7451671" y="312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7477068" y="3165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7588162" y="3216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7507326" y="3237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7413456" y="319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7479452" y="3044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7442587" y="312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7463049" y="3326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7555954" y="3256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7356251" y="3259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7476535" y="31584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7591136" y="46694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7456107" y="3331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7429013" y="3305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7443481" y="324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7510953" y="3251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7480619" y="3195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7464156" y="3055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7484802" y="3354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7431920" y="324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7390476" y="3255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7499296" y="3262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7444296" y="3023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7414976" y="3287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7433083" y="3227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7473893" y="312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7415816" y="3255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7454409" y="308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7419813" y="3334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7485565" y="3125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7471697" y="3027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7570554" y="3245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7401015" y="3255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7508677" y="3293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7402075" y="327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7468874" y="3268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7453126" y="331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7484183" y="3108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7463399" y="3238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7486089" y="3263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7499546" y="3297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7378829" y="3271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7494708" y="3244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7477443" y="3097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7485493" y="3257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7393093" y="3250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7474881" y="3216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7520618" y="3247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7406094" y="3321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7410182" y="323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7462634" y="3130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7446460" y="3195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7508556" y="3206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7466572" y="3296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7546628" y="3258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7472627" y="3236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7468555" y="3230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7366734" y="3261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7446510" y="3274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7486457" y="329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7453950" y="3281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7478037" y="3271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7470886" y="321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7436165" y="326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7462915" y="322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7534296" y="3239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7459465" y="326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7481378" y="327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7528014" y="3278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7483161" y="305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7405283" y="3352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7441199" y="3279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7461022" y="3202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7177112" y="325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7484387" y="328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7455765" y="3145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7515041" y="331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7509517" y="3284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7453793" y="320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7409306" y="3147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7394612" y="3246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7531399" y="2846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7467161" y="3340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7446743" y="3261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7458224" y="3208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7536656" y="3309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7470207" y="3266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7430187" y="3289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7468284" y="2877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7446369" y="3264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7397378" y="3266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7544241" y="3268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7440125" y="3298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7438081" y="3288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7467307" y="3207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7511535" y="3300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7447828" y="3267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7454255" y="3277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7494307" y="3231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7403497" y="2780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7434402" y="333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7451434" y="3027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7483735" y="327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7461287" y="3192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7410907" y="3281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7513167" y="3247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7334116" y="3654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7481784" y="3341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7467971" y="3183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7458732" y="3265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7454518" y="3231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7473123" y="3264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7515113" y="3295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7151998" y="3288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7446226" y="3236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7432638" y="3051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7486122" y="324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7442288" y="297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7484767" y="3052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7546711" y="3299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7473728" y="3169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7441980" y="3200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7446385" y="3130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7469393" y="316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7374206" y="3257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7380527" y="3267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7522234" y="3310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7559496" y="3267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7468529" y="3242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7485065" y="314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7355243" y="3239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7395404" y="3332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7507146" y="3233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7487550" y="3282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7494611" y="321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7366124" y="3274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7467115" y="3271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7348408" y="343031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7513498" y="3242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7458743" y="3275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7442425" y="3246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7453198" y="3245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7461453" y="3236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7474795" y="3273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7431748" y="3260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7467269" y="324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7512491" y="326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7458113" y="3036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7530119" y="3228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7521884" y="3244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7436811" y="3263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7489507" y="3196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7430781" y="3245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7404539" y="3321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7473675" y="3283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7464409" y="3198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7468197" y="3284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7385342" y="3290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7433182" y="3310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7445453" y="3303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7483968" y="3200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7518959" y="3286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7495314" y="3241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7412211" y="325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7474120" y="3312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7422032" y="3596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7491058" y="3242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7485663" y="3162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7433962" y="248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7520793" y="320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7518909" y="324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7449569" y="315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7368227" y="3286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7466655" y="3217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7443641" y="3111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7458521" y="3196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7481578" y="3049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7464516" y="320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7450119" y="3258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7488633" y="3258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7469048" y="3117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7373735" y="3203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7447626" y="3045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7447760" y="3288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7452942" y="3048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7467651" y="3303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7489673" y="3653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7490990" y="3250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7535105" y="3266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7466937" y="3251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7513649" y="3347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7501220" y="3255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7486768" y="3256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7590832" y="3235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7483939" y="3258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7436575" y="3288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7449223" y="340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7451597" y="2973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7468668" y="3253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7572067" y="3235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7451924" y="3272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7588147" y="3246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7432731" y="3207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7490510" y="323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7473246" y="3280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7426856" y="3265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7445163" y="321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7484868" y="3186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7477886" y="3217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7460119" y="3227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7473568" y="3253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7433641" y="3305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7472944" y="3313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7446271" y="3256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7423417" y="3272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7411284" y="32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7486429" y="3090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7353890" y="2906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7465721" y="3255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7503729" y="3290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7452361" y="331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7396202" y="3258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7405179" y="3271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7457606" y="3000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7530753" y="3243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7439199" y="3226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7459184" y="3299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7493639" y="3225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7471562" y="3014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7425291" y="2885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7423456" y="3240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7384338" y="3088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7377190" y="3273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7372739" y="3144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7443907" y="3272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7477120" y="329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7466290" y="3211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7508731" y="299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7372653" y="3315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7493929" y="3239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7476236" y="313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7497736" y="3165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7399620" y="3265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7456739" y="327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7480437" y="3278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7433256" y="3196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7448827" y="3284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7446454" y="325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7470901" y="3195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7519810" y="3278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7466752" y="3185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7465804" y="329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7452348" y="3275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7461361" y="3202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7480342" y="331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7420129" y="3363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7447436" y="3267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7381396" y="3295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7462061" y="3287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7399932" y="3278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7402184" y="304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7486204" y="3243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7488378" y="3293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7580878" y="313639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7376176" y="3297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7485707" y="3197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7414534" y="314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7415245" y="3279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7490967" y="3249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7475561" y="3241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7427762" y="3211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7487372" y="3184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7495033" y="3238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7508107" y="3248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7580759" y="3270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7433776" y="3301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7389434" y="3215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7426664" y="3269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7418453" y="3250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7563744" y="3254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7461523" y="3266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7472783" y="3296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7530335" y="3301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7494928" y="3244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7465055" y="2647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7617878" y="3263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7412524" y="3313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7458650" y="3223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7477050" y="326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7492538" y="322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7439148" y="3249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7516811" y="3242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7460000" y="3254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7453623" y="3252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7356917" y="3290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7468113" y="3243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7445869" y="3314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7533591" y="3272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7442467" y="3269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7398632" y="335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7453731" y="3359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7489404" y="3165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7455029" y="312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7328644" y="3278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7408039" y="326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7453972" y="3277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7457373" y="3063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7515449" y="3186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7454745" y="3273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7582247" y="3239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7450800" y="3296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7400712" y="3252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7390406" y="330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7408004" y="3295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7485858" y="3220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7466967" y="3271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7312611" y="3305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7447147" y="3280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7448028" y="3293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7310762" y="327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7360261" y="328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7591829" y="3277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7404262" y="3253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7471736" y="3261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7419021" y="3072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7367337" y="329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7459415" y="3242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7481954" y="3193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7465383" y="3242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7410600" y="309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7459433" y="3231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7442206" y="3292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7443005" y="3293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7501840" y="3288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7441095" y="3228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7443652" y="332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7406356" y="3266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7324646" y="294759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7365987" y="325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7481671" y="330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7458732" y="3261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7540364" y="3220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7410940" y="3220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7451083" y="3298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7437942" y="3418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7398447" y="3324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7445211" y="3297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7477175" y="3294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7513692" y="3129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7407505" y="3272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7520974" y="3222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7486134" y="322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7393282" y="3273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7466421" y="3095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7465812" y="3273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7452560" y="3263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7462149" y="327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7576693" y="328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7107828" y="41100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7478515" y="3211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7458210" y="3182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7674284" y="3249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7466511" y="3297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7427152" y="3198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7454534" y="2958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7444857" y="3207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7383356" y="3025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7315113" y="3309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7455038" y="306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7391102" y="3369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7379727" y="3336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7491464" y="3091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7478571" y="3303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7465075" y="3301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7485880" y="3299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7468329" y="3250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7497263" y="3191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7413348" y="3278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7470522" y="327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7497015" y="3062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7341853" y="3296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7452644" y="2738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6858886" y="3172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7437077" y="3293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7427842" y="3294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7406266" y="3216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7378288" y="3252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7455121" y="330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7417922" y="332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7498901" y="3269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7439708" y="320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7493271" y="3310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7459687" y="2877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7425079" y="3252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7494514" y="3297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7503958" y="3257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7457905" y="314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7494688" y="3242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7420473" y="3305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7490503" y="322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7540426" y="3262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7421280" y="3251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7469174" y="3315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7408831" y="2932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7414117" y="3317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7476106" y="3282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7409465" y="3284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7409836" y="3313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7404168" y="326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7428382" y="328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7325999" y="336405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7427454" y="3279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7390526" y="3056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7481549" y="3355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7433883" y="3282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7492152" y="3093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7409370" y="3091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7405184" y="3296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7461031" y="3243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7512576" y="3264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7466288" y="3225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7428638" y="326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7434203" y="3296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7531184" y="3294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7458244" y="3295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7334576" y="3318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7430506" y="3275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7492582" y="3291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7522528" y="3289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7486933" y="2958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7465157" y="3301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7346951" y="3466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7425773" y="3282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7506208" y="3267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7432830" y="3278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7461860" y="3157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7552285" y="320580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7424845" y="322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7516496" y="3153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7500986" y="3261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6961140" y="3246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7522645" y="3217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7553538" y="3288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7447847" y="3268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7486953" y="3136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7421969" y="3322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7413347" y="3253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7496034" y="3267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7464872" y="3310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7458474" y="3257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7470286" y="3176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7357615" y="3273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7447194" y="3226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7497747" y="3019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7480237" y="3223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7456696" y="3240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7481644" y="3285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7369171" y="3258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7425526" y="3089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7496771" y="3325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7471444" y="3044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7450250" y="3297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7456356" y="3296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7423768" y="3374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7400130" y="3312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7492663" y="3262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7444602" y="3264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7488617" y="3281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7425108" y="327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7387916" y="3350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7339614" y="3276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7420969" y="3047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7487836" y="3262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7444890" y="3291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7456130" y="3306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7453097" y="3151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7391130" y="3255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7396014" y="3209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7444513" y="325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7529099" y="3258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7453162" y="3261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7484150" y="3226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7355000" y="333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7479403" y="3289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7423634" y="3278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7481224" y="3231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7433516" y="3283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7472665" y="3290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7404102" y="3294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7424881" y="3332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7500247" y="3268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7443210" y="3313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7462072" y="324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7390244" y="3304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7487688" y="3328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7460884" y="3295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7460186" y="3290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7558249" y="3293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7408539" y="3277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7489461" y="3289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7507614" y="3216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7397571" y="320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7463111" y="3197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7456507" y="3283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7497621" y="3214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7388842" y="3299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7470637" y="328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7411074" y="330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7450606" y="328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7551421" y="3270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7452176" y="3724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7627919" y="3214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7458071" y="3260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7452218" y="321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7481809" y="3195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7410463" y="329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7450270" y="328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7424783" y="328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7446078" y="3219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7383107" y="3297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7429818" y="3271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7474481" y="3245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7524878" y="3242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7462858" y="3286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7477639" y="3227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7471072" y="318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7462187" y="3237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7459939" y="3241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7492840" y="2981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7504501" y="3227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7400358" y="3303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7555367" y="321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7422866" y="3286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7502168" y="3131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7409401" y="2953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7425232" y="3114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7506601" y="3242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7505420" y="3258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7422863" y="3359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7434415" y="3448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7438876" y="315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7424120" y="328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7436061" y="3304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7404540" y="3125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7429615" y="3290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7450890" y="3284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7344775" y="3236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7464260" y="3231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7511117" y="3753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7508760" y="3276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7415086" y="3278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7432188" y="3182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7569845" y="3214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7542635" y="3355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7450092" y="323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7444873" y="3313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7494337" y="3268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7511149" y="3189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7421815" y="3206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7569432" y="3276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7442085" y="3274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7454548" y="3257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7422709" y="3281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7530321" y="3241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7419975" y="3271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7459670" y="298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7433629" y="3253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7397385" y="3268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7425353" y="3295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7615044" y="294761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7438294" y="3270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7491464" y="3243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7582465" y="3269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7575439" y="3297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7479102" y="3266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7415353" y="3284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7488963" y="3350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7467804" y="3274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7498164" y="3200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7441636" y="3208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7478408" y="2924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7399891" y="3079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7474222" y="315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7581011" y="327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7463804" y="3075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7476480" y="3344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7397696" y="3233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7340122" y="3237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7452211" y="3143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7513424" y="3302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7463618" y="3182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7454189" y="3268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7479815" y="3194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7436262" y="3285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7455143" y="3186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7472518" y="3251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7438058" y="3275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7477224" y="3375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7436387" y="3318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7483292" y="3241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7505242" y="3274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7474967" y="3293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7525276" y="3284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7432967" y="3273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7360367" y="3308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7383936" y="325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7587367" y="3241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7527268" y="3093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7464655" y="3232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7461700" y="3257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7493817" y="3246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7366001" y="3267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7501091" y="3278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7377404" y="327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7446214" y="3160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7424355" y="330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7396304" y="326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7489032" y="3098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7541226" y="3262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7482068" y="326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7367775" y="3157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7393037" y="3267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7349223" y="3284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7443743" y="3282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7482013" y="307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7416677" y="2989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7436720" y="3270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7471561" y="3258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7559793" y="3313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7481794" y="3253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7444527" y="3013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7456924" y="3023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7512451" y="3164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7459623" y="2983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7458985" y="3586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7424443" y="3287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7480938" y="3241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7514846" y="3217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7475277" y="3285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7433197" y="3140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7418866" y="3195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7466889" y="3107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7449062" y="3331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7448904" y="3318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7526011" y="3191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7420386" y="3918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7463584" y="3286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7465649" y="322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7397288" y="3275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7438707" y="3027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7481406" y="3249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7394010" y="3291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7458305" y="3143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7262738" y="3324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7492516" y="3215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7573530" y="3230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7479214" y="3251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7418261" y="324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7441129" y="3303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7505139" y="326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7469778" y="3235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7498504" y="3267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7381642" y="3298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7469265" y="3175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7437273" y="3260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7464742" y="3322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7504167" y="3265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7423358" y="3215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7358507" y="3262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7519205" y="3239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7364528" y="336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7464638" y="3241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7515494" y="3159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7452176" y="2925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7447358" y="3334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7483199" y="3268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7509146" y="329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7450397" y="3211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7558521" y="3244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7465147" y="3246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7345786" y="3311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7438010" y="3184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7439698" y="327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7465071" y="3234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7491849" y="3277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7450911" y="3034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7453539" y="3329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7534851" y="3196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7444813" y="3255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7450632" y="3256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7506493" y="3278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7426256" y="3271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7478217" y="3312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7459031" y="3325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7481475" y="3364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7468969" y="3268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7429431" y="329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7446159" y="313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7485075" y="3267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7340984" y="3220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7511576" y="3215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7378323" y="3310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7460135" y="2919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7428325" y="3242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7498948" y="3299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7444384" y="3347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7523930" y="3361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7457059" y="3263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7482033" y="3333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7467392" y="3277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7452847" y="3252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7425741" y="3246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7490975" y="3210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7473282" y="3282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7522917" y="3276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7452109" y="3272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7507169" y="3218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7650025" y="318364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7454819" y="3253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7466621" y="3049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7504583" y="3239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7482860" y="3254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7519380" y="3253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7436364" y="3280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7593890" y="3305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7523900" y="3311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7420054" y="3270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7498064" y="3259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7370340" y="3318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7550747" y="3246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7502707" y="3281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7380728" y="3261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7443867" y="3163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7500503" y="3232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7411136" y="3259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7409138" y="3329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7497719" y="3282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7455211" y="3306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7403343" y="3256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7541311" y="323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7584814" y="314702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7480764" y="3257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7426550" y="3268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7496094" y="3282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7528775" y="3286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7398900" y="3034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7474105" y="3199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7449986" y="3240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7460031" y="3182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7433367" y="3292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7447513" y="3215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7504353" y="3178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7405045" y="3229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7532879" y="3246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7468313" y="3202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7524281" y="3283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7466632" y="3248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7401011" y="3344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7485797" y="3242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7472910" y="3269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7450255" y="3243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7452482" y="3287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7477676" y="3272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7435736" y="3286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7511263" y="3287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7514944" y="3294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7489583" y="3235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7502274" y="3329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7456415" y="3278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7379682" y="3272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7441489" y="3277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7430119" y="3267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7325043" y="3282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7546538" y="3256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7437742" y="3186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7512113" y="3257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7492691" y="3111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7505916" y="3281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7082708" y="3311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7493765" y="3288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7416548" y="3291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7400531" y="3270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7470719" y="3237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7429881" y="3252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7465469" y="328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7405689" y="3244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7439374" y="3226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7499035" y="3266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7457767" y="3414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7444658" y="3140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7426992" y="331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7429847" y="3311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7545338" y="3246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7449602" y="333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7467583" y="3278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7413144" y="3236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7339388" y="3291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7390514" y="3293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7453676" y="3249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7503737" y="3258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7545450" y="3297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7451530" y="328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7424522" y="3344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7451618" y="3185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7513641" y="3261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7450777" y="329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7594018" y="3296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7482824" y="3201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7451469" y="3205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7445433" y="3277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7428515" y="3221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7443766" y="326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7529824" y="3233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7457911" y="3294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7474041" y="3264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7487105" y="3235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7375992" y="3284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7490909" y="326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7483537" y="3290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7489878" y="326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7534544" y="3313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7500057" y="3223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7468261" y="3287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7372642" y="3236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7390847" y="3282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7417028" y="325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7440255" y="3289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7419278" y="3293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7379774" y="3213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7466950" y="326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7565958" y="3270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7379707" y="328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7441486" y="3297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7474277" y="3218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7408055" y="3306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7456563" y="3296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7519854" y="329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7418442" y="3289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7518751" y="3025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7471245" y="3098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7556632" y="3271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7403155" y="3299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7389048" y="3367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7461112" y="3245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7340782" y="3263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7421343" y="295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7491398" y="3232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7512360" y="3271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7417489" y="3296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7561471" y="3276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7449945" y="3299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7487490" y="338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7462752" y="3223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7436907" y="3271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7511744" y="3216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7449143" y="326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7449169" y="3281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7487696" y="3353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7401753" y="3313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7360970" y="3352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7411820" y="3085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7451173" y="3271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7514678" y="3233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7546019" y="3225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7426010" y="3214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7442323" y="3267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7338166" y="3275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7524637" y="326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7510656" y="3250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7426457" y="3312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7450594" y="3244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7350929" y="3277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7362558" y="3273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7450536" y="326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7454113" y="328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7428054" y="328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7392301" y="3292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7497478" y="3282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7459603" y="3317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7470530" y="3216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7445222" y="325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7444057" y="326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7505024" y="324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7550720" y="3272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7452236" y="3313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7449205" y="3269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7419087" y="3351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7471201" y="3280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7538219" y="3273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7437416" y="330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7447321" y="3280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7472954" y="326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7392784" y="3226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7445622" y="3272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7408984" y="3259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7449554" y="3106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7480610" y="3244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7410842" y="3328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7363647" y="3325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7503627" y="3250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7352648" y="3304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7481673" y="3254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7452778" y="3231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7418416" y="3296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7502162" y="3248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7423791" y="324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7500148" y="319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7429243" y="321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7465723" y="3243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7376547" y="329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7444408" y="3259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7548311" y="3280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7384182" y="3277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7479468" y="3238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7455024" y="3324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7505534" y="319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7429454" y="3169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7425435" y="3243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7443309" y="3291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7452072" y="3244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7386894" y="3292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7492005" y="319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7467230" y="3247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7473700" y="3328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7372611" y="3232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7505366" y="2944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7422730" y="3434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7508042" y="3267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7502343" y="3259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7564819" y="321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7467161" y="3237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7417383" y="332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7487429" y="3349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7458577" y="330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7398779" y="3272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7444236" y="3255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7523870" y="3277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7429231" y="3332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7495657" y="3260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7470300" y="3278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7445877" y="3203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7597623" y="332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7458988" y="3269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7496236" y="330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7474757" y="3180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7417602" y="3342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7516132" y="325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7472486" y="329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7575286" y="3299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7440862" y="328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7543330" y="3240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7367178" y="330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7401283" y="3271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7460684" y="3208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7463815" y="3273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7457984" y="3270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7573999" y="324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7471122" y="3281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7422391" y="3251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7464116" y="3200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7482904" y="2985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7469738" y="3153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7439605" y="3129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7470249" y="3154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7476748" y="3210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7448739" y="3191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7403151" y="3262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7465076" y="317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7474825" y="306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7495185" y="3312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7466426" y="3264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7442321" y="3262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7471696" y="3169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7488920" y="3239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7489248" y="3237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7409825" y="3180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7495122" y="3265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7426017" y="3227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7494202" y="3188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7401058" y="3248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7503312" y="323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7458470" y="3336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7439776" y="324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7472269" y="326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7444933" y="3260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7480228" y="3210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7518189" y="3373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7430853" y="323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7465732" y="3304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7463185" y="3273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7457772" y="3117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7462926" y="3280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7424082" y="3308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7437870" y="3303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7469325" y="3282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7446598" y="321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7452167" y="323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7444670" y="3271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7450177" y="3296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7510024" y="3218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7405968" y="3292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7458610" y="326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7449073" y="317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7452952" y="3284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7463666" y="3306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7410345" y="3268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7424556" y="3290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7444673" y="3259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7403868" y="3131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7478999" y="3190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7376059" y="327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7424538" y="3006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7469317" y="289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7457501" y="315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7414185" y="3281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7354991" y="3300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7397845" y="3225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7447228" y="3045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7450977" y="3248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7408881" y="3194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7424985" y="3288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7480731" y="3288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7470291" y="3241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7472197" y="3280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7532618" y="3208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7467669" y="3279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7405572" y="3358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7512071" y="3231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7449251" y="3291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7477335" y="3269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7504744" y="3270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7489082" y="3304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7155841" y="326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7401968" y="3298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7448511" y="3258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7450037" y="3222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7521811" y="3169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7423077" y="3335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7506412" y="3335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7375801" y="3293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7462144" y="3304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7477480" y="3299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7506964" y="3202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7539297" y="3237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7471412" y="3238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7469634" y="3302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7318087" y="3284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7360973" y="3330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7539727" y="3281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7478109" y="3284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7430549" y="3195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7525697" y="3241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7462743" y="3242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7406283" y="3312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7456000" y="3334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7544812" y="3289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7411805" y="3262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7453522" y="3270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7319258" y="31966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7397315" y="3292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7519009" y="331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7431182" y="3296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7397167" y="3332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7500177" y="3298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7471606" y="3280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7470687" y="3277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7459435" y="3284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7442522" y="3095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7493246" y="3297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7478195" y="3290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7462615" y="3259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7466908" y="3254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7490659" y="3281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7511501" y="3225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7501495" y="3252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7468972" y="3195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7496952" y="3296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7452602" y="3368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7459402" y="3267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7523220" y="3301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7503534" y="3260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7479601" y="3123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7444473" y="3278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7466282" y="3316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7472482" y="3288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7552813" y="3225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7461001" y="3301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7494034" y="322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7502474" y="3291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7204643" y="31891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7415591" y="3276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7411754" y="3315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7478195" y="3244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7468832" y="3359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7474630" y="326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7497222" y="3244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7537002" y="3330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7413876" y="3246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7452444" y="3304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7411933" y="3279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7475133" y="3304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7444377" y="3275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7442968" y="302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7498281" y="3288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7376740" y="3301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7472702" y="3164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7440881" y="3273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7282002" y="3279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7446203" y="3379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7518630" y="323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7427902" y="3292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7423643" y="3237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7528521" y="3239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7525909" y="3246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7423339" y="328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7440225" y="3219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7532636" y="3261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7477188" y="3197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7445613" y="3306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7504893" y="3212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7474814" y="329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7499880" y="3248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7378893" y="3275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7441822" y="3255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7426044" y="328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7395112" y="3314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7423021" y="3258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7565115" y="3228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7338804" y="3231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7456169" y="3232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7519324" y="3264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7473582" y="3243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7467205" y="3202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7476794" y="3251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7485043" y="3269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7447581" y="3260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7390967" y="3267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7480098" y="327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7504387" y="3044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7477918" y="3203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7444639" y="3258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7557309" y="3270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7500144" y="3245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7556137" y="3259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7448958" y="3295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7516786" y="325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7495486" y="3277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7444349" y="3195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7490465" y="3244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7423706" y="3283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7482921" y="3412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7449451" y="3278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7465215" y="3290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7451277" y="3220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7443176" y="3297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7065800" y="296056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7452499" y="3274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7545730" y="328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7423564" y="327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7490440" y="3248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7525496" y="3251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7435511" y="3436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7403122" y="3345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7467862" y="3285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7435874" y="324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7505302" y="3302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7435549" y="3291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7387281" y="3287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7421637" y="3271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7447777" y="326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7453431" y="3323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7464607" y="3259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7412170" y="3267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7356679" y="3236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7278006" y="3269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7501169" y="3272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7452755" y="3074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7399518" y="3256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7452683" y="310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7434714" y="3256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7497987" y="3263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7446858" y="3264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7440006" y="3206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7475323" y="3281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7382181" y="3259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7422664" y="3269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7484106" y="3275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7355558" y="3278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7567065" y="321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7472017" y="3234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7399187" y="3281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7463755" y="329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7454106" y="3219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7475050" y="326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7437642" y="3317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7321703" y="3297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7490158" y="3317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7458222" y="3160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7472553" y="3270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7459714" y="326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7461747" y="3271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7441837" y="328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7451274" y="3276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7416643" y="3294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7444658" y="3249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7508768" y="3265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7464599" y="3231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7509738" y="328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7447886" y="3260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7497929" y="3254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7465378" y="328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7445770" y="3297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7454623" y="3255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7581059" y="3270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7468609" y="3281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7440570" y="329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7481208" y="3222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7463838" y="3278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7470799" y="326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7525836" y="3288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7418164" y="3307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7412096" y="3267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7432688" y="3255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7446432" y="3333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7451651" y="3287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7494195" y="3218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7575477" y="3240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7496828" y="3175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7528171" y="3242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7338474" y="3198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7419490" y="3241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7384404" y="3248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7432935" y="323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7472585" y="3139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7470077" y="321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7423983" y="3236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7432123" y="3253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7546704" y="3250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7446195" y="324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7471796" y="3236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7453046" y="3284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7469315" y="3134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7473483" y="3262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7475108" y="3272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7478344" y="3268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7441157" y="320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7427248" y="3272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7385654" y="3292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7484632" y="3240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7407422" y="3229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7433698" y="3108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7442264" y="288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7468227" y="33495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7431596" y="3299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7456819" y="3293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7467249" y="3258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7513106" y="3271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7449309" y="3215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7439598" y="3299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7643086" y="3276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7448356" y="3274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7456561" y="3270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7445982" y="3215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7392042" y="3259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7437623" y="3283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7414081" y="3255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7506592" y="3314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7456179" y="3183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7422227" y="3157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7450231" y="3252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7466977" y="3281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7461578" y="3269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7395863" y="3264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7458320" y="3278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7398757" y="3274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7529743" y="3285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7481367" y="3251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7458166" y="3173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7377157" y="3342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7472310" y="3156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7443798" y="3314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7502992" y="3247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7493301" y="3251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7449924" y="3267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7368735" y="3288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7405193" y="3323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7484739" y="3262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7460017" y="3245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7452289" y="3266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7474543" y="3198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7567843" y="3308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7466816" y="332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7433286" y="3286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7511497" y="3234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7444762" y="2994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7498958" y="3272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7422356" y="3244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7420504" y="3294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7444271" y="328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7474281" y="3246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7503533" y="3265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7424100" y="3295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7413434" y="3296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7399222" y="3322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7392925" y="328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7449533" y="3218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7482299" y="3241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7472885" y="3218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7386638" y="3319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7452836" y="3284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7466744" y="3277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7505542" y="3322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7518035" y="3341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7385164" y="3306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7498252" y="3292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7450704" y="3268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7491011" y="3262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7405482" y="3282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7505129" y="3283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7392055" y="3263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7466337" y="368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7487589" y="3259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7470531" y="3401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7395296" y="330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7467724" y="3255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7416975" y="2998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7438693" y="3225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7496983" y="3287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7505769" y="3245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7449792" y="3291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7528873" y="3206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7447781" y="3286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7457927" y="3267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7429217" y="3010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7523900" y="3288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7440550" y="3040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7445749" y="3047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7389188" y="2927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7491046" y="3229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7486460" y="3262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7342489" y="3303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7469474" y="3119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7487857" y="3331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7439346" y="3301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7480338" y="3303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7421235" y="3185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7487059" y="3194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7465436" y="3257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7466762" y="3253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7449807" y="3283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7460735" y="3264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7402708" y="3225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7376216" y="3293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7396394" y="3282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7448038" y="3255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7516889" y="3219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7395021" y="327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7418607" y="3302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7388954" y="3287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7524411" y="3225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7474305" y="3298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7537030" y="3021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7479767" y="3282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7398626" y="3293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7430220" y="3359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7467319" y="3238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7527054" y="3268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7425428" y="3292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7451150" y="3288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7444309" y="3236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7462852" y="3261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7466377" y="318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7461607" y="295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7430290" y="3429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7272901" y="3240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7494711" y="3336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7454021" y="3238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7399613" y="3309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7440924" y="327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7399023" y="3253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7433570" y="3284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7424062" y="3273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7435651" y="322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7413785" y="325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7464688" y="3301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7411787" y="3200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7478416" y="3110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7398624" y="3155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7469562" y="3263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7434992" y="3361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7500889" y="3283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7491769" y="3276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7446001" y="3264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7447500" y="3281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7526485" y="3262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7476769" y="3247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7346725" y="3250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7473573" y="321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7461761" y="3221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7314959" y="333672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7463732" y="3271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7460832" y="324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7428800" y="3321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7423288" y="3309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7508810" y="3279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7447545" y="3094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7453411" y="3313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7434534" y="3336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7442517" y="3271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7399874" y="3252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7530249" y="3305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7446159" y="330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7362554" y="3203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7469252" y="3157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7480418" y="3259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7390613" y="3261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7498672" y="3084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7464777" y="3184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7442527" y="3503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7495372" y="327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7486325" y="3246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7470850" y="3253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7511793" y="3249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7415633" y="328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7481852" y="3191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7425486" y="3253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7493667" y="3283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7421560" y="3263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7503256" y="3163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7440251" y="3266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7478065" y="329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7475226" y="3229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7407851" y="3330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7503785" y="3221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7477209" y="3247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7478399" y="3320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7410718" y="3273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7496530" y="3227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7497233" y="3179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7518140" y="3198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7505151" y="3153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7458376" y="3241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7422630" y="3405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7529872" y="3205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7539693" y="3262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7544768" y="3286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7458287" y="3273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7474383" y="3294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7508524" y="3374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7485080" y="3303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7455198" y="3240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7531605" y="3240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7391720" y="326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7505858" y="3244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7522726" y="327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7448479" y="325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7472931" y="327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7419882" y="3291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7407332" y="3022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7441966" y="325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7480767" y="3301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7359781" y="3290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7410034" y="3357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7502062" y="3007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7548362" y="3295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7422931" y="292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7560290" y="322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7453485" y="3284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7417289" y="3255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7401681" y="329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7377251" y="3276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7471354" y="3221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7496047" y="3255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7471519" y="3196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7480364" y="3265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7469950" y="3321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7356399" y="327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7384530" y="3282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7457141" y="327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7531795" y="3258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7450979" y="3273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7451043" y="323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6983071" y="323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7499890" y="3176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7378043" y="3300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7490715" y="3303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7440993" y="3271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7466800" y="313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7498264" y="3063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7443793" y="3227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7486470" y="3313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7448145" y="329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7368937" y="3252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7465389" y="323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7455048" y="3260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7522361" y="3300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7457429" y="330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7446012" y="32431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7417790" y="327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7498658" y="325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7427042" y="328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7481902" y="3220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7432785" y="3286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7489426" y="3248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7365682" y="3302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7413562" y="3266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7454873" y="3259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7445684" y="3280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7452473" y="328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7459753" y="3357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7458635" y="3303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7500297" y="3175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7375390" y="3338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7508940" y="3289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7431568" y="3304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7474733" y="325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7404738" y="3258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7432330" y="3265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7299274" y="3278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7409944" y="3313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7393363" y="3290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7469763" y="332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7558658" y="324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7464471" y="3262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7448210" y="3226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7476347" y="3267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7451767" y="3308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7405995" y="3284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7466155" y="3228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7444622" y="3195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7485728" y="3260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7393897" y="3323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7471977" y="3132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7435432" y="3256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7475728" y="3304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7419216" y="3144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7544968" y="325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7489915" y="3256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7514701" y="322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7519087" y="326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7372054" y="3291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7471846" y="336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7543042" y="321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7426930" y="3363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7447943" y="3316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7451233" y="3267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7426128" y="3280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7521577" y="3275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7477043" y="3263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7365799" y="3280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7433570" y="327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7418824" y="3269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7480610" y="320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7441903" y="3292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7496241" y="3222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7365430" y="3279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7434688" y="3240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7395966" y="3372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7441842" y="3296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7428778" y="3279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7560179" y="3225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7460681" y="3317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7432352" y="3277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7475888" y="3291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7420821" y="3273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7412301" y="328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7465197" y="329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7490501" y="336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7472796" y="3084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7463205" y="3298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7451763" y="3302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7439121" y="323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7417486" y="3314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7436111" y="3287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7417075" y="3315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7489175" y="3291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7434783" y="3268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7511490" y="3245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7359610" y="3306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7445684" y="3190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7445091" y="3178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7467339" y="333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7429024" y="3247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7458706" y="3290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7451106" y="3152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7344416" y="3283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7411945" y="3245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7458282" y="3283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7453550" y="3332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7472606" y="3336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7480230" y="3281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7547231" y="3227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7448923" y="3333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7484280" y="3258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7368326" y="3251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7395194" y="3306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7367644" y="3275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7446412" y="3285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7542774" y="3239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7472791" y="3291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7399337" y="3301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7441082" y="3208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7454623" y="3095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7366744" y="3290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7357203" y="3283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7391839" y="329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7473523" y="3348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7485026" y="3269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7417261" y="3236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7397788" y="3134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7494758" y="326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7396964" y="3255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7440778" y="3254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7370711" y="3229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7490668" y="3255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7392283" y="3437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7428798" y="3300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7455210" y="3270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7447858" y="3255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7466635" y="3294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7393866" y="3258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7485594" y="328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7453319" y="3252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7439198" y="3327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7425959" y="3254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7463342" y="3258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7428734" y="3380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7437723" y="3275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7428953" y="3300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7433203" y="3285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7426398" y="3297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7396742" y="3274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7463121" y="3308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7430975" y="3304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7487713" y="3283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7445768" y="3278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7432446" y="3048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7480974" y="3095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7460367" y="323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7487300" y="3196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7420415" y="3313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7462060" y="3329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7482250" y="3339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7450715" y="3342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7445188" y="3267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7474899" y="3215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7476535" y="3291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7480594" y="3206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7471396" y="3249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7527651" y="3236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7395086" y="3308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7471924" y="327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7457350" y="3256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7442542" y="3320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7436902" y="322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7431579" y="3293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7423934" y="3262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7471478" y="3130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7517421" y="312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7470742" y="3250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7455536" y="3272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7408844" y="325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7478477" y="3243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7477299" y="3257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7460018" y="324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7476869" y="3268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7434065" y="3324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7470677" y="3270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7403028" y="3268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7482386" y="3231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7496555" y="3260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7416760" y="3091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7475647" y="3260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7451205" y="3223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7508553" y="3180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7502213" y="329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7414913" y="3339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7458883" y="3241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7468353" y="3243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7499488" y="3324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7415771" y="3310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7466505" y="3225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7421814" y="332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7536420" y="3174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7463895" y="3255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7371954" y="3125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7470252" y="3217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7479261" y="3276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7434272" y="3298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7434538" y="3255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7487901" y="3247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7400270" y="3281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7477856" y="3076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7428007" y="3259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7426902" y="3298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7483829" y="3290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7534681" y="324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7616148" y="3274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7529440" y="3242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7420102" y="3308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7452783" y="3281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7473861" y="3260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7451678" y="3043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7379663" y="326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7441761" y="3236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7426848" y="328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7443185" y="319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7410814" y="3259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7470564" y="3298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7519061" y="3285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7415981" y="326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7480024" y="3107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7480947" y="3226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7538005" y="3268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7438603" y="3264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7385164" y="3670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7462877" y="3231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7516067" y="320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7369852" y="326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7470185" y="3240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7483652" y="3165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7411118" y="3157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7490239" y="3276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7450904" y="3297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7464853" y="3290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7474583" y="3319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7402252" y="3275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7383608" y="3297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7455125" y="3234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7339525" y="3305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7495196" y="3272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7380328" y="3280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7509479" y="3228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7418301" y="3266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7570446" y="3274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7433546" y="3248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7446680" y="328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7522758" y="3295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7438943" y="3275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7394113" y="3256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7440487" y="3317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7467101" y="271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7474436" y="3219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7503535" y="3259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7531483" y="3238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7488699" y="3251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7522070" y="3259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7474078" y="3238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7289602" y="329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7442263" y="3179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7496617" y="326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7406311" y="326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7446315" y="3106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7421680" y="3298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7456446" y="3216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7416433" y="328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7436111" y="3273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7474142" y="3259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7461279" y="321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7452009" y="328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7449059" y="3278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7364243" y="3299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7459928" y="3254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7362294" y="3332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7448235" y="3289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7524451" y="317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7427260" y="3275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7461760" y="3249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7418764" y="3263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7406863" y="3279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7481952" y="3147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7576326" y="3256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7464385" y="3250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7454876" y="3269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7374064" y="3315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7423002" y="3302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7392048" y="3310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7412283" y="3272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7444735" y="3271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7421153" y="3329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7399690" y="3304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7394342" y="3305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7502610" y="3219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7468226" y="328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7468909" y="3249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7466835" y="3300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7417089" y="3267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7428786" y="3229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7511950" y="3248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7414372" y="3235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7410977" y="3295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7430602" y="3264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7472061" y="3263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7435061" y="3305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7518716" y="3127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7468220" y="3213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7520825" y="3169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7472003" y="325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7486197" y="3278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7404897" y="3353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7363254" y="3265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7517439" y="320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7353153" y="3302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7503857" y="3249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7431370" y="330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7420265" y="3308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7450436" y="3326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7444569" y="3222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7485260" y="3410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7350357" y="3272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7548010" y="3186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7493361" y="3287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7411272" y="3241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7410744" y="3313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7438106" y="3181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7393652" y="3273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7531476" y="3240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7504336" y="3285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7427947" y="326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7486762" y="3035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7441164" y="326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7360662" y="3373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7469333" y="3271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7398765" y="3313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7362211" y="3274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7430028" y="3298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7440306" y="3192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7450358" y="329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7467671" y="3277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7402378" y="3290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7398330" y="3282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7491472" y="3262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7479777" y="326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7448453" y="4338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7369452" y="3299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7396034" y="322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7474382" y="3270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7433271" y="3293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7424596" y="3222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7477349" y="3284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7083744" y="283043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7492558" y="3259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7535596" y="3288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7456993" y="326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7121448" y="29744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7441199" y="3280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7512136" y="329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7420189" y="3227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7486260" y="3309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7606708" y="3266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7481802" y="3117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7479311" y="3249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7432889" y="3245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7435798" y="3329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7480706" y="3293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7403063" y="3365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7492058" y="3261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7450365" y="2906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7393228" y="3289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7435453" y="3298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7498417" y="3139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7559069" y="3308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7452889" y="3453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7466422" y="3259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7502903" y="3270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7461350" y="3222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7531738" y="320876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7412478" y="3298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7422100" y="323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7405459" y="3267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7470278" y="3252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7455714" y="3223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7495609" y="3251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7444271" y="3251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7425090" y="3255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7408586" y="3252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7585201" y="3273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7355366" y="340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7524947" y="3295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7459843" y="3281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7424656" y="3304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7473677" y="3064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7391399" y="3331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7419523" y="3300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7445592" y="3284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7433245" y="3224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7516798" y="3226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7561888" y="3277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7511444" y="3307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7453411" y="3277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7445368" y="3299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7456537" y="3281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7484458" y="3242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7546523" y="3149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7450258" y="3030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7496046" y="321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7453354" y="312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7397355" y="3281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7475865" y="3268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7457340" y="3283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7433881" y="326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7513502" y="3281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7489322" y="3243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7429343" y="3259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7390954" y="3330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7556200" y="3239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7481056" y="3293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7548661" y="3268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7444576" y="3244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7465579" y="3261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7486463" y="356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7438366" y="3263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7482815" y="328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7492614" y="3211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7462126" y="3277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7411169" y="3282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7431323" y="3054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7467765" y="327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7375625" y="3353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7436270" y="3334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7424585" y="325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7438569" y="3280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7437168" y="3317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7426908" y="3366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7477133" y="3166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7373678" y="3212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7480844" y="3276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7428517" y="317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7497605" y="3199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7429531" y="3334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7364122" y="3244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7464814" y="3331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7548649" y="3238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7487280" y="3259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7503336" y="3221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7410630" y="3261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7582275" y="3287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7418001" y="3355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7430932" y="3236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7571686" y="3252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7520937" y="3264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7518015" y="3290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7421582" y="326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7462808" y="3348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7634173" y="3263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7517092" y="3269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7410865" y="3254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7451202" y="3199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7571859" y="317072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7498809" y="3268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7469731" y="2988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7475530" y="3242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7470916" y="3280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7496536" y="3324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7469053" y="327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7423943" y="3345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7489016" y="3296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7541392" y="319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7459697" y="3245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7528726" y="326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7412894" y="3308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7508368" y="3216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7411367" y="3283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7448166" y="3244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7412018" y="329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7470067" y="3028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7457311" y="3241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7472082" y="3257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7457920" y="3311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7460329" y="3243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7474229" y="2931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7546514" y="324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7493826" y="3264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7383553" y="3329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7526908" y="3222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7425143" y="3283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7414854" y="3286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7506043" y="3253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7481784" y="3289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7462358" y="323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7460173" y="3306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7430353" y="3315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7394019" y="3284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7452379" y="3281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7466109" y="3295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7462893" y="3280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7456750" y="3281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7545914" y="3169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7498361" y="3248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7447937" y="3052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7460190" y="3319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7548452" y="3241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7496997" y="3254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7384656" y="3265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7426727" y="3108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7526352" y="3197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7479533" y="3299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7493607" y="3275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7470251" y="3283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7445450" y="3248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7419108" y="321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7467201" y="328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7455029" y="3238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7458195" y="3291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7437678" y="325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7495924" y="3289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7431218" y="326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7384655" y="3311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7525930" y="328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7361414" y="321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7424174" y="3285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7389746" y="330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7390670" y="3295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7405294" y="331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7469175" y="3325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7514834" y="3280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7449352" y="328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7485342" y="3195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7390584" y="334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7414370" y="3291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7449434" y="3256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7415171" y="3341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7454323" y="3245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7503048" y="328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7079964" y="326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7378637" y="3254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7486758" y="325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7486161" y="3177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7384865" y="3257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7356253" y="327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7442881" y="3154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7503380" y="3216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7456361" y="3251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7408215" y="3297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7447051" y="3274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7511692" y="3253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7488326" y="3272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7513646" y="2820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7558521" y="3261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7474254" y="3238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7505157" y="3231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7378918" y="3304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7444776" y="333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7482068" y="3257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7423470" y="3298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7467302" y="300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7416619" y="3243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7413966" y="3306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7428427" y="3248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7467349" y="3261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7466460" y="3301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7490501" y="3314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7461295" y="3329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7480897" y="327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7468652" y="3300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7468208" y="3166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7472864" y="3287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7467311" y="3254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7518162" y="3260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7332973" y="3234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7525192" y="3140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7525420" y="3285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7491420" y="3279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7331427" y="330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7309204" y="31462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7453873" y="3277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7468702" y="3230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7353936" y="3322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7397852" y="3233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7438280" y="3260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7420254" y="3256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7443365" y="3246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7477396" y="3231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7426587" y="3264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7403137" y="3234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7384005" y="3328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7417412" y="3303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7448929" y="3342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7418827" y="3285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7433056" y="3234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7483319" y="325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7485859" y="326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7473339" y="3223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7375048" y="329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7445261" y="353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7493035" y="3300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7406727" y="3197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7345843" y="3427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7526631" y="3278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7475894" y="3294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7488060" y="2914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7445997" y="3147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7445113" y="3342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7496282" y="328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7450523" y="3247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7422895" y="3266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7476106" y="3273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7477676" y="326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7413863" y="3275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7453681" y="3282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7451340" y="3217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7481447" y="3238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7442865" y="3274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7452778" y="3308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7496547" y="3515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7468855" y="3259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7481000" y="3338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7401841" y="3281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7437546" y="3304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7489914" y="3300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7472460" y="3277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7532861" y="3289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7373093" y="3331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7470819" y="3288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7387514" y="3241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7380457" y="3301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7454233" y="2913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7399022" y="329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7431084" y="338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7453668" y="3285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7408875" y="3272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7535901" y="2995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7493124" y="3268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7441944" y="3283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7446573" y="3245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7378968" y="3279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7368877" y="3217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7417757" y="328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7513627" y="3281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7438500" y="3306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7419040" y="3296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7474112" y="3275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7456054" y="3218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7440890" y="3330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7432770" y="3311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7540525" y="3255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7501952" y="328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7463870" y="3176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7407680" y="3318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7432124" y="3263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7467438" y="3253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7510540" y="319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7432095" y="3292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7433985" y="3289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7422725" y="3319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7476436" y="4084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7481694" y="3197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7514687" y="3245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7457619" y="3282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7427089" y="3334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7400148" y="3273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7376491" y="3268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7416100" y="3204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7404306" y="3293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7381765" y="3173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7448830" y="3329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7477320" y="3253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7363680" y="3217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7348942" y="3204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7468307" y="3293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7450591" y="350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7467258" y="3201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7447272" y="3278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7338825" y="3318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7439314" y="3234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7361060" y="3284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7418923" y="3263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7422036" y="3323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7467533" y="3237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7394279" y="3270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7495640" y="3261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7441522" y="3274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7432471" y="3285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7484295" y="328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7506658" y="3247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7489967" y="3343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7401219" y="3277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7441589" y="332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7470321" y="3238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7432511" y="3332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7456849" y="3137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7356779" y="3340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7614166" y="3222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7458328" y="3270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7489716" y="3250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7474542" y="3251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7436844" y="3299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7469254" y="3327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7469070" y="3259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7403470" y="3160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7395257" y="3277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7366472" y="3302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7430943" y="3260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7428710" y="3234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7376245" y="332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7465976" y="3171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7469030" y="3243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7408853" y="3184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7464368" y="3285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7506168" y="3298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7469612" y="325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7464101" y="3085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7396839" y="3284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7410102" y="3260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7468594" y="3276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7391981" y="3327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7457556" y="328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7468389" y="3282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7475314" y="3234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7406401" y="3279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7371138" y="3254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7457559" y="3240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7446798" y="3277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7359102" y="3069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7436652" y="3287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7480256" y="3321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7433841" y="3158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7533850" y="3277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7360442" y="3258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7385265" y="3385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7431919" y="3309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7517253" y="3281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7501105" y="3264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7423850" y="3301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7515631" y="3260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7452069" y="3143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7422571" y="3507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7496235" y="3279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7506180" y="3160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7446494" y="3112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7485946" y="3286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7426230" y="3271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7476181" y="3256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7453341" y="3269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7497356" y="3234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7525888" y="327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7438974" y="3363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7408496" y="3309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7389666" y="3241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7477528" y="3269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7384266" y="3263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7455519" y="3211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7405029" y="3056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7497165" y="326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7445036" y="325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7465494" y="3033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7439106" y="322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7448991" y="3280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7404098" y="3283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7456740" y="326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7553183" y="3258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7415786" y="3260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7445630" y="3286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7434573" y="3301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7544762" y="3196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7431016" y="3298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7447735" y="3239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7458445" y="3217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7417564" y="3273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7395195" y="3296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7501652" y="3203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7401058" y="330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7498188" y="3243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7470300" y="3181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7459168" y="3317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7445649" y="3114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7553697" y="3307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7449384" y="3275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7445558" y="328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7457930" y="3299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7425290" y="3118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7421013" y="324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7471160" y="3297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7436612" y="3320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7436563" y="3216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7562154" y="323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7408154" y="329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7396508" y="3189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7468027" y="3281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7579781" y="331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7498703" y="326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7482273" y="326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7438654" y="3319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7480479" y="3231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7451151" y="3202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7455366" y="3213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7392062" y="3302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7468679" y="3234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7455074" y="3280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7421697" y="3189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7432344" y="3302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7514261" y="3304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7391787" y="3258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7489105" y="2947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7507435" y="328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7530554" y="3295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7403702" y="3308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7458545" y="3312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7465921" y="3272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7373574" y="3480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7330773" y="305480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7378180" y="3255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7505975" y="3172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7415981" y="3286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7526843" y="326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7491904" y="3264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7463340" y="3246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7477469" y="3487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7435509" y="3265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7465284" y="3255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7418282" y="3275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7459982" y="3253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7395452" y="3321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7529761" y="326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7480195" y="3069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7493695" y="318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7454409" y="324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7517435" y="325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7380954" y="3300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7426289" y="3280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7528023" y="3281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7469514" y="3273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7448906" y="3262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7431808" y="3253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7386241" y="3320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7390370" y="3289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7474856" y="3288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7449192" y="3300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7458438" y="330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7468483" y="3278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7465741" y="3259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7382807" y="327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7432882" y="326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7384612" y="3254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7441186" y="2962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7474349" y="3311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7497135" y="3160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7479679" y="3274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7463456" y="3280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7435093" y="3237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7485456" y="3269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7458695" y="3347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7493369" y="3267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7336538" y="3213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7432929" y="3304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7405954" y="3163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7505780" y="3244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7505948" y="3257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7488863" y="3195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7482666" y="3220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7435944" y="3310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7386595" y="3275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7458333" y="3264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7481975" y="3274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7438831" y="3247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7449143" y="3197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7406240" y="325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7450777" y="3350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7427110" y="3257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7257914" y="333358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7449797" y="3270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7466636" y="3262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7401018" y="3329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7324954" y="3293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7501964" y="3273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7467721" y="305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7351397" y="3250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7424464" y="3248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7383707" y="324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7462189" y="3291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7405884" y="3293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7501887" y="3141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7459353" y="328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7423383" y="3263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7459333" y="329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7423630" y="3270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7500361" y="3228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7437391" y="3199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7451551" y="3274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7460302" y="3276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7479329" y="3247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7504988" y="3281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7484126" y="3327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7508724" y="328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7436638" y="3322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7372611" y="3267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7470110" y="3281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7515996" y="3225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7477049" y="3255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7317091" y="324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7465562" y="3322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7461872" y="3274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7452750" y="3330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7455102" y="3281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7481665" y="3296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7505508" y="3223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7430224" y="3284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7470930" y="3064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7465210" y="3259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7502436" y="3260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7406193" y="3154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7382792" y="33540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7466231" y="3183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7406757" y="3299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7460438" y="3801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7493860" y="3254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7440391" y="3246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7403505" y="3300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7499782" y="3251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7400896" y="327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7415908" y="3318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7393143" y="3263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7435345" y="3297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7392398" y="3234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7426009" y="3280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7435958" y="3316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7533888" y="3268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7485100" y="3244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7449313" y="3243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7436464" y="3277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7514750" y="332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7473425" y="3250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7453241" y="3052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7546691" y="3266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7524072" y="323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7381982" y="3302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7478297" y="3262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7508871" y="328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7454629" y="3261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7453209" y="3280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7448436" y="3279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7380374" y="3319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7382135" y="3141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7432855" y="3265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7434032" y="3324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7441714" y="3226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7452280" y="3257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7518902" y="3275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7438480" y="3275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7462273" y="3271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7481426" y="297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7435653" y="3254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7394315" y="3492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7405790" y="3339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7445390" y="324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7472542" y="3248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7483894" y="3217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7443667" y="3046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7451650" y="3111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7429185" y="3069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7458382" y="3276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7503988" y="3269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7496174" y="3267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7380008" y="334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7375686" y="3304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7424409" y="328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7416861" y="3303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7404485" y="3309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7440255" y="330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7449110" y="3257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7444407" y="3285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7475245" y="3250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7443814" y="3261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7401659" y="3316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7389180" y="3281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7450991" y="3226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7495183" y="3147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7342554" y="3299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7407396" y="3343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7466148" y="3253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7418020" y="3316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7386788" y="3374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7464930" y="3236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7387751" y="3248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7438346" y="3422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7512148" y="3268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7390264" y="3293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7472821" y="3207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7301736" y="3271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7520159" y="3258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7446760" y="320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7464840" y="3276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7443958" y="3280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7408518" y="3259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7474768" y="326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7430051" y="3252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7471161" y="323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7321776" y="341490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7444545" y="3134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7501390" y="3253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7454827" y="3425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7394005" y="3449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7509167" y="3270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7452029" y="3294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7342372" y="3282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7405783" y="3201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7514110" y="3264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7481955" y="3176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7345218" y="3254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7459627" y="3283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7390699" y="3271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7502361" y="3295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7410292" y="326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7442555" y="3238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7375083" y="3253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7445115" y="3269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7447911" y="3249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7452992" y="3316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7422307" y="326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7398179" y="3255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7395778" y="3284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7434416" y="3318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7305947" y="328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7425123" y="3293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7499401" y="3271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7412302" y="329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7294428" y="3307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7484451" y="3261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7503214" y="3269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7450663" y="3125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7458395" y="3618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7483224" y="3306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7451355" y="3275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7376369" y="330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7513640" y="3279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7473572" y="3354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7479956" y="3301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7460280" y="3232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7426980" y="3423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7377933" y="3260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7382067" y="3055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7493199" y="3016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7464637" y="326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7469870" y="330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7300615" y="3285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7429756" y="3310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7396759" y="3293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7451143" y="3171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7541706" y="3194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7467177" y="3250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7370062" y="3323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7417937" y="3288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7447017" y="3294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7398126" y="3242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7424594" y="3276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7197791" y="3272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7363359" y="3299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7326181" y="3322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7409212" y="3294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7493837" y="323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7468220" y="3287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7607752" y="3241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7479345" y="3416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7442042" y="3308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7441165" y="3220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7515584" y="326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7425438" y="3275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7479805" y="3214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7480895" y="3251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7426471" y="327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7422469" y="3298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7384745" y="3276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7389323" y="3251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7546692" y="3261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7356641" y="327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7469562" y="3294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7456651" y="321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7370752" y="328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7449119" y="3250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7320742" y="334880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7433447" y="3261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7446289" y="3114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7391373" y="3272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7402964" y="3253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7422284" y="3108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7372990" y="3294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7353826" y="3304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7364550" y="3271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7465790" y="328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7422403" y="3294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7453374" y="3280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7502470" y="3260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7378751" y="3177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7445597" y="3264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7444950" y="3238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7410245" y="3240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7365691" y="3432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7381947" y="331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7397482" y="326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7396784" y="329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7446833" y="3260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7432016" y="3303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7444368" y="3285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7443933" y="3320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7389639" y="3291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7436244" y="3283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7443392" y="3311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7463771" y="3249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7472504" y="3248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7479140" y="3332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7487328" y="3235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7443772" y="3308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7574314" y="3249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7471627" y="336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7383076" y="3277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7398859" y="3296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7489140" y="3262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7421338" y="3277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7401276" y="3341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7436325" y="3458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7433001" y="3211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7377982" y="3240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7383931" y="3101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7426191" y="329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7453514" y="336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7467625" y="318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7469262" y="326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7545017" y="3282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7441960" y="3264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7462800" y="3290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7412778" y="2925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7387030" y="3331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7482180" y="3481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7439276" y="3740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7419921" y="3236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7478802" y="3411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7539523" y="3266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7483131" y="3296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7394811" y="3207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7452560" y="3289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7387787" y="3253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7500045" y="3255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7362869" y="3319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7508674" y="3342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7465408" y="3453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7471646" y="299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7384957" y="3297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7427457" y="3278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7149428" y="3312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7393858" y="3249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7397414" y="3305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7382709" y="3306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7453248" y="3296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7401007" y="330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7419916" y="3233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7466566" y="329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7349284" y="332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7220652" y="331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7431501" y="3239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7464796" y="3282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7407677" y="328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7547972" y="3223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7428634" y="3267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7424025" y="326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7380135" y="3258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7424140" y="3086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7452247" y="3172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7493574" y="3241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7429530" y="3303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7470261" y="3252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7459407" y="3314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7464714" y="3219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7425402" y="3282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7439450" y="3178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7446504" y="3286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7451267" y="3159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7494826" y="326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7432392" y="330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7482568" y="3253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7342137" y="3263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7365316" y="3311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7369178" y="3268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7488111" y="3310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7399481" y="3304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7366423" y="3282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7450643" y="3214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7487750" y="3297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7339793" y="334885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7457567" y="3252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7399505" y="3209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7510258" y="3222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7406729" y="3258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7481743" y="3155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7435133" y="3260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7469506" y="306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7253823" y="3283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7490529" y="3363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7396085" y="330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7431400" y="3278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7474541" y="3356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7368846" y="3304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7477169" y="3268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7447905" y="3279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7408709" y="325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7474114" y="3250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7427767" y="3181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7327502" y="3306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7479199" y="3306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7330600" y="3280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7436781" y="3298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7406028" y="3266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7307821" y="3252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7445853" y="3293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7500583" y="3245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7436659" y="3252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7497308" y="3281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7484088" y="3286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7429911" y="3245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7531439" y="3290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7432408" y="3282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7437509" y="3336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7459145" y="3212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7481389" y="326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7439019" y="3326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7385687" y="331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7424205" y="3421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7382812" y="3274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7436044" y="2161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7397245" y="3078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7488090" y="3201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7449013" y="3304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7453919" y="3308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7432350" y="3341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7420027" y="3306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7489075" y="3298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7431837" y="3275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7437732" y="3350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7458884" y="321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7394659" y="3283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7453985" y="3272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7491236" y="3287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7441419" y="330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7462459" y="329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7393648" y="3294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7453530" y="3240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7371930" y="3267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7489594" y="328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7460133" y="3298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7409887" y="3286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7417790" y="324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7429178" y="329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7312544" y="333354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7433787" y="3271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7393649" y="3314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7464492" y="3258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7587294" y="3333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7323442" y="3343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7467200" y="3236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7439978" y="327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7454866" y="322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7420937" y="3253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7424323" y="3282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7468012" y="3199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7458303" y="329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7358226" y="3317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7391843" y="3303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7385669" y="3293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7431855" y="3289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7453690" y="3150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7431046" y="3241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7436377" y="3262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7441573" y="3308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7430015" y="3322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7348610" y="3287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7389000" y="3389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7465577" y="328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7437662" y="3343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7415182" y="3250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7387948" y="3229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7374220" y="3305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7413445" y="3326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7402139" y="3285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7391900" y="3283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7504193" y="3261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7516335" y="329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7473840" y="3292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7383489" y="3332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7394607" y="3273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7497883" y="3280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7462813" y="3177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7476835" y="3279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7467543" y="3267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7420484" y="3300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7366249" y="332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7367964" y="3289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7508675" y="3284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7453058" y="3302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7383245" y="3238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7391075" y="3282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7367503" y="3375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7420845" y="3463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7451978" y="3924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7506725" y="3306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7481358" y="3249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7480865" y="325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7321896" y="308590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7386176" y="3264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7460249" y="3245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7414788" y="3385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7437474" y="3319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7488849" y="3254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7426387" y="3247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7419634" y="330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7469839" y="3083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7466851" y="3289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7478889" y="3331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7435162" y="3267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7489577" y="3278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7509531" y="326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7397499" y="2985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7430762" y="3271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7510661" y="319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7458357" y="3240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7412123" y="3217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7395183" y="3276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7431928" y="3081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7475650" y="3191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7397211" y="3250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7439321" y="3522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7368336" y="3288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7473685" y="3108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7449766" y="3271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7484739" y="330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7457819" y="4035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7447581" y="3053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7418918" y="3308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7414636" y="3262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7400768" y="3328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7492976" y="3289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7456114" y="3787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7475316" y="3320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7444068" y="3245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7383993" y="3319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7519483" y="3215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7410195" y="3260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7457319" y="3270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7432727" y="3282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7422175" y="3272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7431857" y="3283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7355926" y="3296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7412985" y="3352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7436616" y="3534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7457334" y="3300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7459339" y="3270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7476174" y="3266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7435278" y="329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7490598" y="3258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7498961" y="3257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7485778" y="3252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6581474" y="3276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7360376" y="3295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7470262" y="3251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7505992" y="329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7254322" y="335026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7450434" y="3324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7450272" y="332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7413491" y="322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7388966" y="3298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7488686" y="3316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7466187" y="3291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7483835" y="3247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7427973" y="324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7467421" y="3286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7465145" y="3271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7464424" y="321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7372220" y="3249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7432668" y="3266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7447025" y="3289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7426458" y="3252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7432808" y="3296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7467817" y="3112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7382961" y="3304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7517569" y="3260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7542548" y="325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7495944" y="3260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7407594" y="330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7464987" y="3267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7375649" y="3332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7486404" y="3253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7511620" y="3297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7364480" y="3298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7340735" y="3363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7446006" y="3224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7478084" y="3340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7381711" y="3303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7424923" y="3327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7409789" y="3303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7391241" y="3265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7567685" y="329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7383657" y="3177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7455698" y="3226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7454926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7441699" y="3120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7409542" y="3281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7437359" y="3258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7406809" y="3244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7356692" y="3294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7451240" y="3262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7495973" y="3291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7494254" y="3253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7501185" y="3284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7480133" y="3271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7394529" y="3296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7437422" y="3265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7515422" y="3261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7498776" y="3298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7345182" y="3310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7480386" y="3254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7370857" y="3256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7417426" y="3186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7478568" y="3243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7432516" y="4241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7437839" y="3386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7369022" y="327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7352072" y="3277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7441308" y="3449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7429660" y="3277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7434862" y="3288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7480000" y="3189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7457747" y="3251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7458662" y="3271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7448180" y="3264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7483933" y="3354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7625392" y="3272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7396668" y="329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7486577" y="3281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7427406" y="3285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7403861" y="3260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7424228" y="3257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7419052" y="3293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7383631" y="3307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7357117" y="316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7350568" y="3343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7476784" y="3300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7338683" y="3287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7487285" y="3271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7326274" y="3283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7463550" y="3319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7297422" y="337519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7421993" y="3256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7443910" y="3254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7461286" y="328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7382381" y="3291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7455283" y="3280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7371044" y="3371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7405896" y="3293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7396145" y="332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7486541" y="3287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7333843" y="3324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7421068" y="3274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7458283" y="3184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7481307" y="328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7494188" y="3267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7332304" y="3281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7439365" y="3212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7419623" y="3322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7394020" y="3311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7421290" y="3282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7443349" y="328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7434769" y="3275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7412705" y="3312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7411576" y="3268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7450662" y="323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7421214" y="3404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7404945" y="318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7466605" y="3295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7480452" y="3254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7428919" y="3873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7362183" y="3342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7468159" y="3292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7449042" y="2930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7383030" y="335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7351756" y="335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7501257" y="3257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7448213" y="3271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7470980" y="3309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7414713" y="3161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7482519" y="3229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7342812" y="3317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7518372" y="3250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7421963" y="3292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7454228" y="3131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7511357" y="3275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7414571" y="3278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7469076" y="329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7527367" y="3272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7449686" y="3261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7449501" y="3261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7420555" y="3283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7438667" y="328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7592518" y="3229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7417345" y="3224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7214839" y="3285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7488294" y="3324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7478179" y="4999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7445462" y="3276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7387281" y="3284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7405994" y="3303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7422340" y="3278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7357559" y="3214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7369417" y="3243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7417840" y="3237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7412673" y="3288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7300160" y="3306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7467275" y="3269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7370791" y="3347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7446364" y="3368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7500612" y="3305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7401564" y="3292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7413951" y="3256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7442656" y="3240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7458707" y="3254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7375118" y="3286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7361327" y="3378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7305242" y="3323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7385086" y="3291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7366786" y="3274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7446242" y="326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7476609" y="3486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7446166" y="3005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7494375" y="3240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7388688" y="3283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7479559" y="3273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7464212" y="2931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7399478" y="3293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7438212" y="329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7477653" y="3207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7413420" y="3213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7419452" y="3329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7403200" y="3284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7337149" y="3323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7423645" y="3239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7434501" y="3387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7485152" y="313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7445998" y="3171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7468655" y="3301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7468874" y="3238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7458872" y="3256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7440955" y="3258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7466548" y="3201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7417574" y="3222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7364335" y="3293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7500795" y="3277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7459528" y="3281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7379961" y="3241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7372727" y="3358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7473481" y="322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7480476" y="3250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7324504" y="3294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7395475" y="3325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7388628" y="3316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7483792" y="3285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7453805" y="3343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7435400" y="3235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7473664" y="3269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8118777" y="46511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7434249" y="3264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7445817" y="3284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7460090" y="3272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7429702" y="3274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7413823" y="2811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7456711" y="3298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7399696" y="3279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7356413" y="3272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7384928" y="3306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7449856" y="3301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7426950" y="3243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7500992" y="3119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7463603" y="3258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7351406" y="3340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7428955" y="3316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7520585" y="3263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7481874" y="3265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7384791" y="3251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7347525" y="3374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7431470" y="3272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7572836" y="3272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7505591" y="3292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7490898" y="3293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7551831" y="3292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7499511" y="3309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7478324" y="3197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7407865" y="2982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7384176" y="3851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7412116" y="3297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7461538" y="3301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7459939" y="3359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7369256" y="3253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7377173" y="3158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7474548" y="3305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7468942" y="3290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7382772" y="3286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7437627" y="3256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7465370" y="3175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7401299" y="2938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7461734" y="3339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7319773" y="318231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7350364" y="3323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7417128" y="328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7322181" y="3286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7449737" y="2956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7507230" y="319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7433569" y="3265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7527075" y="3232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7360726" y="327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7362654" y="326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7442400" y="3340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7355410" y="3430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7360436" y="3237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7424082" y="3247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7383153" y="3276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7469523" y="3249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7467467" y="325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7442222" y="3267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7405202" y="3182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7463555" y="3033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7430235" y="3284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7454055" y="3233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7414701" y="3267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7402846" y="3264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7444959" y="3298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7420759" y="328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7526184" y="3162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7418578" y="329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7329050" y="3327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7335784" y="3372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7464979" y="3287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7336204" y="324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7388599" y="3341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7440163" y="3238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7449305" y="4036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7391716" y="3296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7385904" y="3230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7432191" y="3267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7432170" y="3292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7446325" y="3121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7461518" y="3297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7397297" y="3333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7434706" y="3246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7510073" y="3297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7438809" y="3271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7419866" y="3304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7437899" y="3341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7462898" y="3265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7497135" y="3273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7306743" y="3302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7419994" y="3274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7433765" y="321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7493200" y="326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7517902" y="325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7433457" y="3299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7485472" y="3269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7519069" y="331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7420525" y="327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7438878" y="3245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7545663" y="3281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7414936" y="3313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7399534" y="3291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7473059" y="3301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7391627" y="3283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7380445" y="3261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7435272" y="3326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7377512" y="3289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7359851" y="3306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7396419" y="3308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7397527" y="329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7405737" y="3353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7448141" y="3296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7348579" y="3300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7442172" y="3240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7426482" y="3290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7378935" y="3322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7454320" y="3296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7406510" y="329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7541522" y="3196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7438559" y="332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7422043" y="331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7369167" y="3260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7467795" y="3254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7468961" y="3263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7436866" y="3343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7276205" y="34245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7469844" y="3281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7368478" y="3442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7441001" y="3355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7389077" y="3302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7470649" y="3270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7381659" y="329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7418829" y="336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7439080" y="3283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7692858" y="335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7460996" y="3275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7520645" y="3271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7349545" y="331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7478854" y="3283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7449665" y="3322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7431997" y="3267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7437814" y="3336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7526176" y="3325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7424028" y="3291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7454633" y="319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7467092" y="327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7389498" y="3216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7423640" y="3317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7426521" y="3302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7347200" y="3277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7508873" y="3234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7483337" y="3265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7466626" y="323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7406515" y="3405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7464499" y="3369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7367204" y="3359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7446046" y="3161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7430302" y="3289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7468361" y="3286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7400789" y="3344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7342688" y="3321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7420137" y="331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7498666" y="3459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7390681" y="3295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7457651" y="3262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7473710" y="350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7412315" y="325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7394059" y="3287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7208775" y="3252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7450474" y="3308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7335508" y="3282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7476673" y="4036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7374626" y="315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7392491" y="3329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7409179" y="3812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7428294" y="3273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7376441" y="3235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7456399" y="3353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7412127" y="326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7378659" y="325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7441378" y="3271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7395496" y="3266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7269045" y="3316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7466901" y="3520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7425346" y="328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7474118" y="332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7539588" y="3196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7447736" y="297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7397766" y="3303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7440348" y="3313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7507392" y="3270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7436730" y="3300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7363229" y="3306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7424795" y="3278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7423906" y="3078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7436761" y="3330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7425957" y="3285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7440690" y="3265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7428001" y="3288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7391005" y="3274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7469802" y="393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7516361" y="3443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7477889" y="3208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7401853" y="3327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7450851" y="3290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7413445" y="3285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7441137" y="3298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7134828" y="330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7467051" y="3275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7447101" y="3305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7265028" y="3313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7369298" y="3285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7532214" y="3263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7447423" y="331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7493508" y="3888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7474621" y="3257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7429383" y="3233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7355860" y="3358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7409763" y="326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7412840" y="328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7438900" y="3255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7418946" y="3304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7457837" y="3309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7451373" y="2730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7496261" y="322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7444706" y="3297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7431248" y="3272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7548952" y="3329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7429603" y="3234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7430195" y="3266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7496805" y="3283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7449555" y="3279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7459912" y="4601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7500394" y="3348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7450150" y="3299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7465650" y="3283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7475382" y="326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7454282" y="312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7385975" y="3314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7506527" y="3308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7442764" y="3302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7384342" y="3216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7383002" y="3246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7464423" y="3321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7310483" y="3190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7497480" y="3258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7433314" y="3297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7478645" y="3294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7467686" y="3948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7417892" y="330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7408703" y="31567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7549511" y="3252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7511348" y="3246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7465295" y="3274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7420036" y="3236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7457682" y="327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7426370" y="3266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7425584" y="3281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7443455" y="3278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7498122" y="3279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7508778" y="3009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7419508" y="3262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7417043" y="331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7455820" y="3233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7470953" y="3521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7409928" y="328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7466984" y="353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7430868" y="3296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7457344" y="3326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7450435" y="3278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7459888" y="3237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7455589" y="3509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7438615" y="3247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7458407" y="3298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7314892" y="3252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7449394" y="325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7480420" y="4095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7357411" y="3262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7389505" y="3257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7507551" y="3244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7449234" y="3321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7399041" y="3311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7379618" y="3243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7491380" y="3234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7376134" y="3252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7441859" y="330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7422608" y="3298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7382373" y="3305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7442883" y="328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7428389" y="3322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7439137" y="3233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7344850" y="3283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7468164" y="3383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7430181" y="3274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7415874" y="3248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7348810" y="3261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7410307" y="3262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7406544" y="3334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7368151" y="3310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7463201" y="3272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7422238" y="3309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7368662" y="3251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7462460" y="3090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7440322" y="324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7480123" y="3220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7497111" y="3246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7428335" y="3269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7453814" y="3291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7455976" y="3334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7451217" y="3305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7474375" y="3245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7481079" y="321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7456087" y="3275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7451192" y="3210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7211131" y="3257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7352141" y="3290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7358000" y="331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7455975" y="3237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7514507" y="3387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7421536" y="3290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7467509" y="325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7199810" y="3272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7350826" y="2736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7444297" y="313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7434231" y="3255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7441962" y="3262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7426654" y="3267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7402838" y="3253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7470250" y="3259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7448872" y="3287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7467565" y="329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7461374" y="330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7437977" y="3269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7422529" y="3296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7403632" y="3251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7471033" y="3308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7417908" y="3326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7386852" y="3344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7417969" y="330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7444964" y="3291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7390221" y="3260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7427344" y="3299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7459838" y="3292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7386401" y="3306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7431442" y="3258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7375283" y="3270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7453785" y="319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7492061" y="3323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7471518" y="330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7398237" y="3284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7483820" y="328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7510349" y="3239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7418877" y="3366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7439301" y="3275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7456310" y="3121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7422270" y="3296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7447088" y="3222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7447774" y="3102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7410540" y="3306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7463454" y="3275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7429257" y="328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7386972" y="3266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7464319" y="3293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7424920" y="3258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7410903" y="2752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7454492" y="3210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7420446" y="3253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7461543" y="3280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7417911" y="326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7401887" y="3268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7532802" y="3245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7502251" y="3655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7417790" y="3192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7634354" y="366434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7441306" y="3293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7381270" y="3200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7441290" y="4072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7460170" y="328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7447112" y="3600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7443798" y="3273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7465287" y="32395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7484530" y="3309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7387682" y="3292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7459930" y="3339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7400784" y="3275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7410862" y="328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7453411" y="3553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7467852" y="3239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7525649" y="331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7444592" y="3253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7561455" y="3280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7464393" y="333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7445605" y="3267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7396498" y="3284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7359917" y="3325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7458659" y="379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7432183" y="3279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7427944" y="3296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7505359" y="3292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7471138" y="3294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7429467" y="336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7436207" y="3238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7447356" y="3322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7435426" y="332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7452333" y="3307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7527554" y="3343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7453243" y="3281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7455849" y="3220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7391758" y="3242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7427458" y="3210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7447571" y="3232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7499293" y="3276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7455199" y="3298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7392362" y="3310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7430525" y="3275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7504024" y="321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7397207" y="3293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7383274" y="3272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7487539" y="3223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7457381" y="4838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7334702" y="3232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7427406" y="3282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7430929" y="3279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7418558" y="3239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7393756" y="326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7466045" y="3052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7310791" y="3236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7461457" y="3288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9263458" y="38971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7423776" y="3031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7466650" y="3306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7500358" y="3326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7411909" y="3286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7317496" y="3266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7422010" y="3244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7364300" y="3265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7349720" y="3312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7424011" y="3302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7310553" y="3341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7476640" y="3299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7425429" y="326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7457097" y="3275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7448122" y="3259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7464945" y="3287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7318030" y="3207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7421450" y="3267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7456833" y="3264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7462088" y="3297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7425294" y="3089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7457058" y="3301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7473884" y="3291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7436545" y="3279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7384691" y="3251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7419088" y="3258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7477409" y="332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7342631" y="3291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7407036" y="343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7490337" y="3536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7445040" y="329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7440968" y="3273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7467652" y="3254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7457625" y="3277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7409276" y="3400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7436485" y="3287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7541909" y="3324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7381377" y="2971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7436411" y="3413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7444393" y="3473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7420064" y="3245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7422688" y="3249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7431524" y="3235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7369037" y="3259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7462435" y="3282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7384064" y="3302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7481134" y="3292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7475700" y="3301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7452136" y="3172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7458690" y="3252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7394316" y="3266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7437312" y="3268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7435456" y="3283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7297703" y="3298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7528466" y="3274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7376779" y="3234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7446128" y="327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7404989" y="3329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7428396" y="3820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7480023" y="3337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7471128" y="3140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7448011" y="4004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7396518" y="324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7519047" y="2932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7485958" y="3411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7470138" y="3193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7453346" y="3293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7368871" y="3067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7408520" y="3217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7426477" y="3333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7418174" y="328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7461883" y="3250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7460587" y="3256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7446521" y="3289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7398004" y="3262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7436080" y="3200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7422982" y="3291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7421330" y="3296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7465852" y="3241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7488596" y="3273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7414177" y="3245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7462107" y="3280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7435115" y="3265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7400500" y="328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7466195" y="3062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7388422" y="3311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7472634" y="2703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7463491" y="3291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7417826" y="3273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7302633" y="328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7442230" y="3239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7445252" y="3290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7418270" y="3174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7442993" y="3108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7490208" y="3445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7460430" y="3256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7458265" y="3279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7472211" y="328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7453763" y="3244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7433016" y="3274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7467607" y="3284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7502158" y="3289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7500214" y="3273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7434596" y="3255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7431381" y="3284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7450497" y="327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7534686" y="3238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7431544" y="3253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7446196" y="3261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7469121" y="3274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7435228" y="3261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7453984" y="3249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7468075" y="3267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7563382" y="3259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7451099" y="3244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7458226" y="3229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7480489" y="3249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7478718" y="3265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7434511" y="2538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7451538" y="358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7466862" y="3265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7493178" y="3242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7447034" y="3226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7455914" y="3119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7458526" y="3262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7456987" y="3255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7494685" y="3275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7280562" y="3278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7479085" y="3235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7448136" y="3233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7445262" y="3265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7475143" y="3271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7444240" y="3403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7947275" y="3236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7402741" y="3130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7393612" y="3606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7427154" y="3269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7483635" y="3262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7454800" y="3264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7483879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7450683" y="3408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7737176" y="3296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7528675" y="326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7503282" y="3273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7685772" y="3293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7454004" y="3258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7441335" y="3312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7439457" y="3255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7446258" y="3242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7454719" y="3282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7436707" y="3262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7471671" y="3242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7424002" y="3259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7478831" y="3294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7486289" y="2984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7467116" y="3256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7454329" y="3820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7438278" y="3344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7499878" y="328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7487263" y="3264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7474256" y="3319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7436074" y="3301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7467157" y="3303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7460017" y="3268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7467743" y="3202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7450776" y="3267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7445513" y="330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7473739" y="3279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7387596" y="3253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7474323" y="3287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7430435" y="3269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7427711" y="325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7399734" y="3281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7423448" y="3242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7485941" y="3245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7483627" y="3270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7438443" y="3275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7447995" y="2935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7444823" y="3260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7453592" y="3260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7463379" y="3270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7460836" y="2704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7418784" y="3279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7457222" y="3273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7500874" y="3277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7499191" y="3281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7457583" y="3241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9301245" y="326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7461539" y="3268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7493268" y="3217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7429313" y="3301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7484340" y="3208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7506971" y="3255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7467486" y="325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7463029" y="3290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7479396" y="3274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7473070" y="3283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7464759" y="3259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7465270" y="3260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7453989" y="3267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7589001" y="3276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7486169" y="3267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7489944" y="3269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7491884" y="3272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7470386" y="3267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7490098" y="3224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7477871" y="3215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7503805" y="318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7423971" y="3401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7480779" y="3297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7437826" y="3309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7458526" y="3324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7429982" y="3332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7458095" y="3270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7444014" y="3248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7439787" y="3343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7399756" y="3373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7449137" y="3273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7501748" y="323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7443183" y="3264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7454026" y="3291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7492212" y="3247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7438810" y="3301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7447631" y="3110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7442009" y="3255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7417939" y="3288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7449033" y="3295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7455361" y="2823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7415234" y="3944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7463898" y="3274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7463532" y="3276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7394604" y="3185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7449080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7451113" y="3338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7717663" y="3250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7517017" y="3253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7475977" y="327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7489470" y="328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7537010" y="3241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7510276" y="3260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7410615" y="3296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7487545" y="3341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7394635" y="3273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7482249" y="328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7489816" y="3240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7489750" y="3266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7484928" y="3239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7490841" y="3266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8330015" y="3227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7463457" y="323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7441989" y="329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7464633" y="3275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7558755" y="299270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7469331" y="3229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7458407" y="3281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7496921" y="327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7393041" y="3368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7398798" y="3249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7463810" y="3265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7464812" y="3284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7495703" y="3260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7473461" y="3276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7513141" y="3278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7493877" y="3272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7474083" y="3261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7521558" y="3304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7545345" y="311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7480052" y="3264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7485055" y="3282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7493536" y="3247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7461239" y="3296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7426898" y="3434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7413279" y="3400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7488526" y="3278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7425743" y="3248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7425681" y="3466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7447370" y="3328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7444996" y="3290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7448286" y="3415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7457318" y="2883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7568342" y="331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7451525" y="327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7468476" y="3295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7441402" y="3267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7467219" y="3170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7393287" y="2664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7425601" y="3806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7453084" y="3321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7491521" y="341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7422078" y="3271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7458456" y="3249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7456434" y="3283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7468268" y="3263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7475292" y="3299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7466676" y="3268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7492351" y="3274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7436685" y="3250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7459904" y="3272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7493206" y="3274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7455271" y="3264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7553884" y="3274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7495555" y="3271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7490981" y="3261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7447624" y="3266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7462512" y="329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7415034" y="3268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7410367" y="3263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7453484" y="3291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7416924" y="3276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7434786" y="3274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7514397" y="3240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7464333" y="3262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7472944" y="326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7451481" y="3264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7449901" y="3283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7482932" y="3309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7406385" y="3266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7449519" y="3259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7453478" y="3307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7464628" y="3279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7477333" y="328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7501850" y="3271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7521830" y="323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7449687" y="3248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7441368" y="3350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7446612" y="3265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7451512" y="2551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7489035" y="3259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7466127" y="3248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7445583" y="3298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7440830" y="3236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7484166" y="3244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7491501" y="3237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7484868" y="328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7436317" y="3276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7517583" y="335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7484254" y="3334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7447491" y="3364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7475338" y="3280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7540624" y="3252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7971980" y="3254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7463043" y="3274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7454853" y="3280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7470895" y="3315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7411937" y="326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7485376" y="3260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7419498" y="3397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7498053" y="3276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7506699" y="3273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7619096" y="3259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7479444" y="3278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7711381" y="3260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7453315" y="328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7555459" y="327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7145260" y="3268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7449886" y="3264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7497354" y="3249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7472968" y="3264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7511386" y="3276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7437739" y="3269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7461248" y="326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7457606" y="3250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7482061" y="3262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7447687" y="3265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7456551" y="3116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7428930" y="3291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7443904" y="3364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7433947" y="3271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7378501" y="3316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7448079" y="3370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7411890" y="3290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7488095" y="3358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7481493" y="3241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7434502" y="3269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7418650" y="3294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7480651" y="3275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7495542" y="3276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7403585" y="323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7474580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7429930" y="3061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7421600" y="3297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7507248" y="3289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7480029" y="3282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7466579" y="327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7485616" y="3256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7465514" y="3289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7472165" y="3296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7450492" y="3302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7458939" y="3281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7471461" y="3259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7499689" y="3290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7416255" y="3305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7475521" y="318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7459918" y="3292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7460635" y="3296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7431103" y="3321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7456680" y="3307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7448978" y="3294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7444643" y="3271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7536385" y="3279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7464331" y="3264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7439290" y="3369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7373338" y="3264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8069618" y="3275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7455442" y="329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7994813" y="3259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7779571" y="3290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7462592" y="3281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7446511" y="3277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7456100" y="257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7439311" y="2604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7435318" y="3271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7508905" y="3268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7575728" y="329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7496105" y="3177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7459286" y="3277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7426647" y="3201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7453974" y="2511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7439598" y="3267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7428712" y="3280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7456352" y="3296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7464410" y="3276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7459519" y="3259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7513510" y="3251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7434244" y="3260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7490232" y="3300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7487270" y="3312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7461402" y="3280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7356535" y="315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7458639" y="3259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7455394" y="3280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7435290" y="3264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7453357" y="3272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7586014" y="3255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7514531" y="3258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7474806" y="3258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7415795" y="3610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7363145" y="3275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7503372" y="3265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7472608" y="3228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7453186" y="3233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7485743" y="2846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7493710" y="3211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7375850" y="3382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7421062" y="3168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7411307" y="3263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7513566" y="323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7453985" y="3284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7483540" y="3263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7465561" y="3260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7437730" y="3247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7358104" y="329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7468979" y="32897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7472978" y="3261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7431781" y="325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7378893" y="3273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7489556" y="3252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7419623" y="3407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7425893" y="3281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7467893" y="314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7411559" y="327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7490671" y="3286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7355638" y="325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7440781" y="3269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7451651" y="3222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7425272" y="3267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7435312" y="3284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7404764" y="325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7465720" y="3258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7511422" y="3247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7569734" y="3224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7456203" y="3272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7428110" y="3284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7448419" y="326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7446582" y="3259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7451375" y="3263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7423284" y="326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7450706" y="3249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7463235" y="327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7428804" y="3298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7499390" y="3278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7503822" y="319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8047986" y="3264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7470025" y="3248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7441680" y="3281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7427315" y="3248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7441514" y="322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7457911" y="3555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7491343" y="2973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7467795" y="328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7479892" y="3286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7483349" y="3288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7496107" y="3295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7485670" y="3293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7444568" y="3306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7378127" y="3279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7451854" y="3440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7404732" y="3280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7450018" y="3233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7454427" y="3319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7407973" y="3291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7496570" y="326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7489566" y="3229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7479516" y="3294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7476832" y="326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7469161" y="3244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7485353" y="318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7494596" y="3233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7538489" y="3263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7811774" y="3267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7477644" y="324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7476788" y="3240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7418069" y="3223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7424836" y="3256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7471177" y="3299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7451068" y="3238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7473263" y="3241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7485590" y="3269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7447964" y="3236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7490710" y="3303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7473154" y="2793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7539159" y="3269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7499792" y="327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7411232" y="3256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7437212" y="3261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7441329" y="3273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7392965" y="3289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7510000" y="3277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7450214" y="3273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7477447" y="3289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7465502" y="3372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7561943" y="3278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7447508" y="3321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7438913" y="327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7445422" y="3596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7435676" y="3283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7395694" y="3264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7491561" y="325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7446429" y="3285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7418811" y="3269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7472510" y="3283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7531906" y="3256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7422766" y="3236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7425322" y="3285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7480988" y="3260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7364385" y="3247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7372490" y="3325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7493506" y="326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7430763" y="3276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7448508" y="3271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7440552" y="3387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7460883" y="3272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7447896" y="3267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7472845" y="3290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7494181" y="3262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7506853" y="3243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7464905" y="2938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7469996" y="3177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7442983" y="3206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7426480" y="3258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7516391" y="327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7498365" y="3315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7382106" y="321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7449819" y="3273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7480329" y="3337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7478200" y="3275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7449322" y="3276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7457413" y="3238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7498741" y="3255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7474610" y="3271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7463083" y="3304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7392294" y="3298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7476693" y="3343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7447960" y="3241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7442642" y="328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7435990" y="3307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7385817" y="3250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7406219" y="332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7514765" y="295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7480631" y="3297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7442300" y="3255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7461411" y="3281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7533041" y="315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7422126" y="326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7436738" y="3289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7420519" y="3289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7450593" y="3275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7530142" y="3183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7501667" y="3257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7443469" y="332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7539290" y="3275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7348093" y="3317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7460839" y="3309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7426875" y="3276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7474450" y="3257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7472402" y="327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7638736" y="3279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7780235" y="3271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7439103" y="3288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7469164" y="3318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7481403" y="325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7446074" y="3285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7452360" y="3328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7448268" y="3273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7474145" y="3269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7483441" y="3304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7459905" y="3254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7345135" y="3266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7479398" y="3203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7414739" y="3274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7480332" y="3236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7482480" y="3272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7440405" y="3271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7398341" y="3366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7420638" y="3307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7486706" y="3345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7480432" y="3259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7478682" y="3283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7542915" y="3273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7450923" y="3291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7454690" y="3374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7425964" y="3280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7494714" y="3258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7437823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7464117" y="3274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7448752" y="3283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7528398" y="324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7492656" y="3264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7463924" y="3270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7473743" y="3281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7488899" y="3290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7467365" y="3219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7444694" y="3274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7449546" y="3282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7450003" y="3272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7448543" y="327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7422091" y="3273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7437328" y="3278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7447812" y="3251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7476805" y="3299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7473026" y="3268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7446900" y="3291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7447209" y="337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7436395" y="3300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7457353" y="3442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7428408" y="3307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7446229" y="3152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7438386" y="3257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7410188" y="3278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7445257" y="3267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7441184" y="3339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7442105" y="326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7508863" y="3231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7441122" y="3257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7451831" y="3282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7527747" y="3277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7434730" y="3250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7457069" y="3254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7488034" y="3242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7456857" y="3244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7492177" y="3262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7485439" y="3226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7453424" y="3285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7449105" y="3341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7495116" y="3281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7504790" y="3232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7487288" y="3289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7428603" y="3274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7471715" y="3281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7520104" y="324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7425064" y="322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7462174" y="3268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7454542" y="3264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7436446" y="3341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7493150" y="3272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7480698" y="3264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7488550" y="3304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7495400" y="3268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7477113" y="3250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7500881" y="3247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7434197" y="3302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7456456" y="3271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7486659" y="3257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7462469" y="3257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7535391" y="3272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7489627" y="3277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7456348" y="3269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7449508" y="3279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7463679" y="326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7453329" y="3308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7482238" y="3278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7440523" y="3419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7432749" y="326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7438117" y="3161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7452993" y="321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7460202" y="3267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7470865" y="3233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7496512" y="3252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7473172" y="3311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7410530" y="3270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7543560" y="3260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7492475" y="3252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7519599" y="3250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7451385" y="329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7442536" y="3017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7476156" y="3279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7569166" y="326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7459429" y="3267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7435905" y="3259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7787879" y="321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7525981" y="3283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7434004" y="327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7508980" y="3229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7455204" y="3260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7548554" y="325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7380807" y="3365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7897052" y="3267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7469437" y="3279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7471948" y="3317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7461055" y="325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7451638" y="3222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7446747" y="3306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7450956" y="3278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7419475" y="3257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7471150" y="3282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7453816" y="3265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7454061" y="327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7467595" y="3251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7427509" y="3324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7458471" y="3314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7474947" y="3299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7472918" y="3283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7455184" y="3267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7499442" y="3302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7421585" y="3253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7472047" y="3279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7440730" y="3282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7370057" y="3321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7435499" y="3109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7438521" y="3264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7482249" y="3266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7504850" y="3286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7333010" y="325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7384180" y="307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7547136" y="3251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7453829" y="3273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7484464" y="3279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7377401" y="3211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7463447" y="3254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7409803" y="3269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7471976" y="3244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7414979" y="3229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7522380" y="3284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7460342" y="334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7431638" y="3294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7473598" y="3273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7502224" y="3269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7428178" y="3259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7460931" y="3280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7491132" y="3302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7390176" y="3264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7472771" y="3273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7421155" y="3278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7489956" y="3226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7506999" y="326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7483322" y="3263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7370059" y="3267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7426838" y="3231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7431218" y="327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7350473" y="3340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7432609" y="3278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7418058" y="3269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7433897" y="3241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7414734" y="3225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7439083" y="3228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7410912" y="3253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7452839" y="3256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7448395" y="325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7427494" y="3309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7518238" y="3265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7519925" y="3265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7506328" y="3257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7418515" y="3325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7419689" y="3291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7453143" y="3278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7473401" y="3248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7521208" y="3271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7450905" y="3371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7385460" y="3281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7397765" y="3307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7426879" y="332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7452272" y="3320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7491162" y="3265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7498495" y="3267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7455542" y="3257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7525191" y="3316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7439193" y="3258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7492498" y="3280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7492642" y="3277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7468404" y="3318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7402108" y="3230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7389549" y="326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7444605" y="3267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7446179" y="3259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7451382" y="3190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7479984" y="3297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7495786" y="3201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7504415" y="327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7452588" y="327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7488857" y="3270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7447190" y="3355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7456907" y="3259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7424655" y="3215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7466334" y="3263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7431575" y="3225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7487395" y="3236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7446543" y="3297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7491259" y="3135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7443327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7449531" y="327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7509554" y="3305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7477466" y="3261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7481590" y="325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7462445" y="3260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7476160" y="324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7467173" y="3297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7443416" y="3259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7471293" y="3274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7468436" y="3388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7436331" y="3266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7458086" y="3261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7403836" y="327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7470898" y="3259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7463677" y="3275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7494048" y="331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7491278" y="3286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7462749" y="3230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7466701" y="324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7475076" y="3246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7451761" y="3288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7370969" y="3288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7414490" y="3274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7496712" y="3299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7449199" y="3263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7462833" y="3276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7469219" y="3133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7516890" y="3273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7452392" y="328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7493880" y="3248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7427309" y="3255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7514018" y="3288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7515067" y="3254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7445431" y="3016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7409291" y="325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7454312" y="328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7512034" y="3254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7455543" y="3299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7433944" y="3435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7480595" y="3270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7451039" y="3273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7519539" y="3258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7421621" y="3226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7403110" y="3257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7444426" y="3277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7491339" y="3278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7425142" y="326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7382192" y="3302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7454273" y="324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7472327" y="3305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7471870" y="3342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7493420" y="3263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7452806" y="3273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7515487" y="3287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7494654" y="332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7524276" y="3251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7466330" y="3262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7473440" y="3273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7466605" y="325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7452633" y="3271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7414515" y="3252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7402710" y="3166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7468396" y="3247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7468270" y="3249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7542208" y="3231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7506659" y="3170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7394455" y="3276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7460010" y="3287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7405109" y="3299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7479769" y="3272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7459639" y="3227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7782327" y="3244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7442573" y="3278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7530347" y="327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7453358" y="3231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7467155" y="3300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7382745" y="3284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7399075" y="3341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7403662" y="3248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7450457" y="3272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7396503" y="3258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7459699" y="3269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7476124" y="3268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7415062" y="3269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7435056" y="329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7449638" y="3278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7465720" y="3253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7481198" y="3265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7479801" y="296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7474430" y="3285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7500801" y="3260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7425701" y="3290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7446235" y="3255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7468943" y="3222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7349343" y="3250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7469301" y="3246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7463358" y="325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7503361" y="3272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7473642" y="326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7442370" y="3284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7486428" y="3273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7420595" y="3267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7493115" y="330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7459081" y="323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7458339" y="3270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7468215" y="3193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7467890" y="3261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7412141" y="3206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7497098" y="3260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7462039" y="324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7430836" y="3235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7443948" y="3291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7419713" y="324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7439655" y="3287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7480467" y="3249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7426313" y="3258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7475103" y="325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7492750" y="327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7501793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7461110" y="325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7461989" y="3198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7462018" y="3272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7397437" y="3261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7417102" y="3276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7454086" y="3276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7416448" y="3290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7410348" y="3273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7373626" y="318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7423440" y="327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7499185" y="3262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7478439" y="3266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7406104" y="3191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7498742" y="3281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7482164" y="3273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7325729" y="3256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7451185" y="3284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7468131" y="3270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7396835" y="322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7421511" y="3335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7452480" y="3324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7392270" y="3207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7434242" y="3285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7479506" y="330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7436374" y="3241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7502204" y="3285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7450689" y="3242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7459803" y="3259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7449584" y="3243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7490851" y="2987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7457468" y="3307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7496299" y="3265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7429585" y="327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7429767" y="3282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7462957" y="3274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7481369" y="3288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7405655" y="3246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7412082" y="3294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7452946" y="3214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7511027" y="328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7523647" y="3256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7512831" y="3225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7399387" y="3311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7545954" y="3278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7406405" y="326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7407896" y="3297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7440098" y="3293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7412434" y="3256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7436875" y="3082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7410172" y="3215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7387289" y="3286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7471856" y="3264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7507022" y="3281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7481849" y="3273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7464207" y="330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7391982" y="3313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7382766" y="3283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7406340" y="3282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7413025" y="328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7446005" y="3271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8005373" y="3276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7415782" y="3214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7436253" y="3253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7428059" y="326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7430130" y="328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7423114" y="3424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7503578" y="3247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7432423" y="3233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7409951" y="3231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7449969" y="3266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7439319" y="3309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7447400" y="3296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7480312" y="3261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7536347" y="3261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7405878" y="3287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7432758" y="3265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7476246" y="3317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7430208" y="3353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7387916" y="331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7461633" y="3241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7459426" y="3265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7512010" y="3323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7411840" y="3247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7628332" y="3274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7407596" y="3331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7495739" y="3253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7380026" y="3278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7468961" y="3276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7431666" y="3423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7405137" y="3260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7605245" y="3265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7441353" y="3247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7439759" y="3278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7448870" y="3271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7458337" y="3269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7427827" y="330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7488150" y="325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7481008" y="3269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7465876" y="3269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7440771" y="328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7452121" y="3269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7456315" y="3304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7511388" y="331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7463036" y="3270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7488433" y="3246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7439254" y="3251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7505485" y="3266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7436515" y="3348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7486006" y="3311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7337088" y="3278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7415659" y="327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7456460" y="313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7484218" y="3249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7451209" y="323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7356448" y="318916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7402807" y="3230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7464613" y="325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7506123" y="3300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7472784" y="327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7402372" y="3818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7368891" y="3321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7471739" y="328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7443335" y="316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7506116" y="3266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7460146" y="327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7440716" y="3265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7489348" y="329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7372889" y="3316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7455172" y="322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7476720" y="3281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7458229" y="326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7415875" y="332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7503857" y="326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7474142" y="3645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7471789" y="3276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7446735" y="3271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7436528" y="328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7462089" y="2769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7424033" y="3266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7422694" y="322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7428210" y="3260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7445181" y="3270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7560746" y="3280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7423779" y="3273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7489678" y="3266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7396335" y="3269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7581909" y="3229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7436609" y="3190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7415188" y="3268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7471545" y="3257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7443397" y="3277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7466228" y="3282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7444894" y="3263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7483178" y="3307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7490101" y="326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7398185" y="3216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7936976" y="3254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7397260" y="3291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7431973" y="326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7478339" y="3277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7459574" y="3272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7477223" y="3257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7463220" y="3373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7435257" y="3288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7427794" y="3265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7420254" y="326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7476872" y="3224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7421492" y="3258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7433382" y="3231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7524844" y="3268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7507213" y="3255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7537089" y="3241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7413735" y="3249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7497507" y="3317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7463671" y="325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7503774" y="3319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7405825" y="3270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7399578" y="3257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7482761" y="324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7463554" y="335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7454984" y="329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7391452" y="3271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7417285" y="324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7471924" y="334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7484381" y="3161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7409778" y="3255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7468180" y="3243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7413940" y="3188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7460923" y="3283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7474119" y="3272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7469589" y="3269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7474714" y="3297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7449857" y="324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7440446" y="3285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7457861" y="3235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7440424" y="3280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7454459" y="3269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7409565" y="3287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7404199" y="3311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7446212" y="3246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7444631" y="325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7457338" y="331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7444452" y="3270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7473291" y="3263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7445152" y="3431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7378972" y="3295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7444774" y="3286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7455966" y="3296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7447010" y="3286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7437372" y="3243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7471276" y="3262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7454740" y="3278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7478114" y="3300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7422435" y="3680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7405873" y="3343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7467307" y="3282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7401130" y="3295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7494851" y="329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7458869" y="3267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7491050" y="3367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7357532" y="3253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7383178" y="3281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7476882" y="3280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7451443" y="3275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7515457" y="3273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7427674" y="326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7421131" y="3289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7466003" y="3277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7492310" y="3275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7438089" y="3261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7426711" y="3272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7397820" y="3393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7465901" y="3267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7484107" y="3286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7377736" y="3297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7503326" y="3261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7425086" y="3297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7519138" y="3268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7428975" y="316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7396225" y="3285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7441685" y="3281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7452724" y="3521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7426923" y="3303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7474568" y="3238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7442256" y="3006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7432072" y="3264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7452345" y="3278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7654640" y="3236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7492194" y="328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7440369" y="3281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7503330" y="3283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7422480" y="3227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7432408" y="3240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7417085" y="3335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7471828" y="3259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7436992" y="3286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7427176" y="3271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7425286" y="3292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7400336" y="326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7414819" y="3256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7475638" y="3279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7463056" y="3254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7385389" y="3269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7378618" y="3329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7434020" y="3249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7500054" y="3393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7423296" y="323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7471745" y="3277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7492440" y="3256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7455577" y="3328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7386996" y="2596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7428180" y="3246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7465042" y="3286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7451169" y="3258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7487145" y="3258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7495718" y="3158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7383876" y="3264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7455423" y="327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7444063" y="3259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7463347" y="3316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7435301" y="3216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7445429" y="3238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7432031" y="3265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7418249" y="3251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7539910" y="3280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7454233" y="3268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7423900" y="3236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7529213" y="3020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7717749" y="316786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7424017" y="3293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7406541" y="3285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7420468" y="3306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7452572" y="3299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7463030" y="3260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7460156" y="3299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7407408" y="3261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7424615" y="3338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7473355" y="3270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7457829" y="3257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7679085" y="3267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7483818" y="3281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7416488" y="3349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7394852" y="328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7505741" y="3184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7458909" y="269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7427552" y="3280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7474033" y="3256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7434358" y="257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7379115" y="3239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7464152" y="3261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7459943" y="3267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7513530" y="315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7448946" y="3270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7461837" y="3431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7440116" y="3253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7493161" y="3255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7517238" y="325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7417379" y="3273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7457046" y="3276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7434582" y="3282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7397587" y="3287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7427332" y="3295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7489470" y="3268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7435448" y="3321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7459679" y="3200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7446494" y="3337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7442008" y="3244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7444256" y="3229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7451913" y="3228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7419263" y="3229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7425258" y="3284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7419280" y="3273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7366691" y="3260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7347084" y="3274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7425187" y="3292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7480073" y="3276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7411180" y="3251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8208400" y="3271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7484180" y="3272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7440718" y="3275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7397227" y="3302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7416047" y="3253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7421116" y="327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7522135" y="3248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7465684" y="3554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7450018" y="3254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7422381" y="3282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7388554" y="3255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7505546" y="3255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7445937" y="3258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7427251" y="3327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7437715" y="3402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7455963" y="3288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7464739" y="3175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7414345" y="3242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7439018" y="3287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7377052" y="3261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7487272" y="3149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7401024" y="3281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7454125" y="3259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7424564" y="3178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7434746" y="324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7445366" y="3275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7401098" y="326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7432546" y="3243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7489574" y="3268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7448145" y="3272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7406341" y="3300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7482080" y="3225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7466545" y="3158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7365133" y="3337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7441215" y="3270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7445583" y="3271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7430801" y="3216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7451589" y="3188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7417525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7464178" y="326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7491973" y="3662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7412593" y="3259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7404335" y="3338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7458454" y="3271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7458769" y="3275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7495365" y="3220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7389868" y="3271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7328869" y="316199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7437324" y="3275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7442915" y="3296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7434850" y="3282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7423677" y="3283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7526310" y="3265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9665157" y="3263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7467791" y="322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7401418" y="325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7405865" y="3171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7392279" y="3525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7450283" y="3272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7449978" y="3278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7492959" y="3304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7442355" y="325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7449378" y="3267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7455662" y="3276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7432171" y="3281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7493698" y="3106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7449536" y="3306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7396949" y="3259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7480055" y="3240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7494512" y="3266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7348095" y="3303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7382722" y="327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7495886" y="3248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7464753" y="3730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7424668" y="326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7475718" y="3259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7472224" y="3270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7457403" y="3336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7415372" y="3315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7440670" y="325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7400398" y="3270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7478625" y="3290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7468196" y="3292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7458920" y="3267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7420532" y="3269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7447416" y="3280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7456239" y="329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7437597" y="3273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7421716" y="3287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7355821" y="3339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7490697" y="3223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7472315" y="3234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7476743" y="324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7480481" y="3291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7421387" y="3265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7404782" y="3282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7472083" y="3312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7418999" y="3288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7449154" y="325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7436871" y="3256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7423718" y="2808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7425402" y="3314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7410876" y="3492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7386674" y="324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7452726" y="3282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7492921" y="3283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7476335" y="3252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7485508" y="3165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7343599" y="3280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7450348" y="3198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7384589" y="3187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7449657" y="3267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7467523" y="3236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7451155" y="3231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7420484" y="3304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7413321" y="3252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7425950" y="3284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7428381" y="3284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7448955" y="339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7436365" y="3312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7450219" y="3243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7425381" y="3298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7299390" y="3237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7484695" y="2882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7466095" y="325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7497828" y="3277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7455525" y="3271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7453074" y="3265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7383247" y="3337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7413451" y="3265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7438235" y="3244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7441796" y="3121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7424439" y="2697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7444943" y="3250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7539769" y="3259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7490495" y="3284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7468430" y="3270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7479644" y="3267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7525607" y="3284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7506036" y="3274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7427038" y="3270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8083630" y="326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7468871" y="3243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7811906" y="3297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7467444" y="3268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7426767" y="3384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7425400" y="3304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7436695" y="3209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7461034" y="3243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7455113" y="3247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7485701" y="3229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7469923" y="3261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7442375" y="3287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7392678" y="3315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7457615" y="3356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7504793" y="3268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7484947" y="3265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7434822" y="3317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7456952" y="3280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7494045" y="330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7519589" y="3252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7461104" y="3277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7392953" y="3324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7455534" y="3232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7404743" y="323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7435282" y="3266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7457895" y="3307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7437840" y="313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7487775" y="3155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7513473" y="328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7471911" y="3273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7462580" y="3277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7406690" y="343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7472248" y="3270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7450288" y="3251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7463121" y="3268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7480341" y="3275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7445449" y="3274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7492567" y="326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7377168" y="3279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7463575" y="329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7453129" y="3266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7488492" y="3247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7443738" y="327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7382137" y="3190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7388534" y="3301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7531248" y="3266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7432893" y="3239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7480911" y="3257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7497652" y="3249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7548979" y="324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7453252" y="3240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7493848" y="3081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7455714" y="3265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7427454" y="322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7482230" y="322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7462259" y="3317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7404718" y="3259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7494941" y="3263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7432614" y="3257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7452299" y="3303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7466995" y="3252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7459120" y="3245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7428215" y="328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7414121" y="3350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7489705" y="3272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7381789" y="3263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7401085" y="3271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7484848" y="324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7411403" y="3149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7470418" y="3243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7447783" y="3244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7501109" y="3270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7452993" y="3271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7463510" y="3262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7493100" y="3261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7472250" y="3251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7435038" y="3288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7431138" y="3283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7469046" y="3317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7468057" y="3252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7469794" y="3279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7407329" y="325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7380338" y="3205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7475073" y="3272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7388853" y="3255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7412441" y="3293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7439665" y="3293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7435137" y="3242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7427786" y="3278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7423407" y="3212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7500155" y="3272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7512930" y="3278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7472510" y="3272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7487960" y="3526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7479877" y="3247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7498744" y="3227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7421782" y="3292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7419171" y="3232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7419655" y="3266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7480841" y="3252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7418383" y="3253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7510797" y="3264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7419311" y="3281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7271675" y="328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7365965" y="3268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7397471" y="3383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7466793" y="3321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7428319" y="3275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7461172" y="3262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7477358" y="3184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7412159" y="3277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7385159" y="3332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7456599" y="329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7443548" y="3358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7380877" y="3263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7467677" y="3260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7427616" y="3259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7426589" y="333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7416110" y="3253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7327086" y="3273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7371254" y="3270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7495412" y="3245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7434298" y="3244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7456472" y="3246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7415239" y="3322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7350219" y="3360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7486559" y="3267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7415302" y="3248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7401154" y="326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7458662" y="3288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7381382" y="3335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7468799" y="3276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7467402" y="3228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7452989" y="3255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7464390" y="329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7477906" y="3244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7442532" y="3272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7527799" y="3256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7435623" y="3249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7457635" y="3248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7447457" y="2468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7381436" y="3276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7454891" y="3245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7420644" y="3271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7427117" y="3303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7437573" y="3278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7435714" y="292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7448766" y="3238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7461355" y="3282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7477623" y="3305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7496269" y="3246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7447971" y="3255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7472948" y="323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7460663" y="3269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7479213" y="329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7478112" y="3258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7477066" y="3258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7469005" y="3255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7376318" y="324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7461426" y="3275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7381596" y="3389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7429671" y="3273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7402981" y="3292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7533587" y="3246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7444068" y="3252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7383057" y="3218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7505371" y="3263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7511753" y="3279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7440001" y="3173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7477363" y="3256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7457112" y="3310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7439456" y="3329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7465983" y="325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7450505" y="3312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7432100" y="3253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7446622" y="3304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7422732" y="3269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7416884" y="3265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7464136" y="322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7514940" y="3278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7409965" y="3282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7406459" y="325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7529627" y="320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7383179" y="3368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7419986" y="3308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7469170" y="3094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7386333" y="327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7508046" y="3258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7431394" y="3310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7448835" y="3273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7468818" y="3285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7418760" y="328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7482618" y="3276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7425257" y="3290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7470773" y="3278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7515525" y="3284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7427834" y="327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7416591" y="3283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7466128" y="3257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7489054" y="3232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7433764" y="3315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7382972" y="3291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7436572" y="3298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7494576" y="3244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7461527" y="3258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7374754" y="3274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7454365" y="323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7480826" y="3306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7419166" y="3272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7445020" y="3256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7436999" y="3266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7376774" y="332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8804976" y="3274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7429689" y="3254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7425603" y="3285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7476400" y="334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7415557" y="3298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7462527" y="3258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7515758" y="3253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7412474" y="3262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7512401" y="3297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7440621" y="3262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7444063" y="3272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7364109" y="3273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7396165" y="3244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7437497" y="3256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7494298" y="3267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7431760" y="3297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7480583" y="3232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7473304" y="3261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7402119" y="3292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7447226" y="3286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7479272" y="3307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7471614" y="3253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7400605" y="3282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7480283" y="3278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7469311" y="3271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7442029" y="3263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7516767" y="325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7503615" y="3233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7474387" y="3279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7465763" y="3277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7420733" y="314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7444126" y="3257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7482557" y="3266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7396884" y="327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7355567" y="3254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7502520" y="324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7479616" y="325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7448157" y="326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7496386" y="3259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7439491" y="3278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7489350" y="3282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7437466" y="3260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7506909" y="3329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7453814" y="323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7522253" y="3319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7472767" y="3261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7481909" y="3288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7521238" y="3275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7470707" y="3290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7398133" y="3267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7402706" y="3278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7410153" y="323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7416379" y="3274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7453870" y="3166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7452515" y="3276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7487137" y="3252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7443775" y="3296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7379276" y="3266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7456070" y="3254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7466234" y="3266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7469597" y="3246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7465126" y="3254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7499462" y="3307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7506558" y="331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7477179" y="3257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7376911" y="3227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7527854" y="3302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7467893" y="3254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7484386" y="3293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7502164" y="329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7458078" y="3255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7465664" y="3275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7464238" y="3261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7536648" y="3238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7440235" y="327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7471701" y="3264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7352880" y="322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7368076" y="3251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7469325" y="3294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7353607" y="3316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7453345" y="3311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7467562" y="331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7464722" y="3271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7409626" y="3344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7398631" y="3273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7368460" y="3314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7439238" y="327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7452824" y="3268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7473030" y="3261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7506469" y="329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7455634" y="3260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7458261" y="3269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7473181" y="3261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7442370" y="325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7480263" y="3267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7492565" y="3286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7448242" y="3234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7454007" y="3220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7389344" y="3316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7442796" y="3339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7468730" y="32194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7401768" y="3278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7518723" y="3298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7471115" y="330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7505757" y="326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7479688" y="326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7514109" y="3256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7406751" y="329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7448835" y="330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7491512" y="3246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7488708" y="3270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7495975" y="3286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7468967" y="328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7488800" y="3211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7404223" y="326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7438463" y="3297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7394642" y="3347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7390039" y="3293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7492888" y="3271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7454516" y="3229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7397766" y="3248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7569654" y="3274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7464086" y="3259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7421495" y="3282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7460170" y="326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7482287" y="3290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7443933" y="3234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7446821" y="3258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7449801" y="3265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7471903" y="3076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7461562" y="3285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7483333" y="3276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7436608" y="3476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7494904" y="32536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7454505" y="3365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7436235" y="2804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7455329" y="3243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7460139" y="3275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7380066" y="3248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7339721" y="3294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7495613" y="3239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7452661" y="3280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7512304" y="3230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7540075" y="3285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7504498" y="3296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7394182" y="3340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7447583" y="3288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7426923" y="3280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7486263" y="3257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7508775" y="3267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7473649" y="3298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7467386" y="3337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7519492" y="3296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7454617" y="3248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7465967" y="3318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7429815" y="3282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7442852" y="3278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7500177" y="3270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7507893" y="3134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7484249" y="3298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7445787" y="3241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7493456" y="3271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7470003" y="3258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7404783" y="3286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7538875" y="327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7465664" y="3279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7505500" y="3255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7459314" y="3290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7559502" y="3279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7420895" y="3254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7486775" y="3276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7475746" y="3230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7460721" y="3311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7473705" y="3260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7440681" y="3260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7449990" y="3331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7426017" y="3281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7459584" y="3269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7470867" y="3305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7452716" y="3399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7457965" y="3267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7486916" y="3271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7492984" y="3241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7400386" y="3263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7488647" y="3297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7454476" y="3279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7477514" y="3262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7431194" y="326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7460460" y="3300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7506313" y="307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7442589" y="3230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7470813" y="327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7406670" y="3287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7477143" y="3276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7504869" y="3237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7468186" y="3269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7456387" y="3222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7481055" y="3260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7432539" y="329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7459279" y="3268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7492143" y="328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7466097" y="3271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7410879" y="3289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7408901" y="3255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7499023" y="3228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7427322" y="3256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7434864" y="326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7444994" y="3207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7456928" y="3222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7396799" y="3297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7489551" y="3148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7496049" y="3238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7455251" y="327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7512761" y="3241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7477060" y="3255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7367723" y="3250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7414071" y="3265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7497196" y="3267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7488356" y="3235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7459497" y="3289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7466772" y="3271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7367561" y="3214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7382533" y="3311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7891968" y="3256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7520478" y="3282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7365956" y="3194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7395763" y="3281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7529060" y="3261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7436752" y="3269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7497096" y="3265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7606913" y="3241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7489351" y="3264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7469604" y="326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7476454" y="3257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7412537" y="3270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7452793" y="326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7419109" y="3278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7454941" y="3255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7406551" y="3281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7453757" y="327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7494223" y="3266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7504311" y="3223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7473305" y="3272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7507893" y="327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7429570" y="328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7492749" y="3232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7475690" y="3277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7447533" y="3390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7483311" y="3257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7415657" y="3288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7457928" y="3280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7429034" y="3267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7452807" y="3276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7402245" y="329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7460253" y="3284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7490085" y="3346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7459284" y="3248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7488421" y="3279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7413853" y="323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7463752" y="320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7448615" y="3266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7436886" y="3250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7470017" y="3303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7433958" y="3254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7462055" y="323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7513580" y="3274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7457008" y="3246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7411115" y="3274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7475935" y="3257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7471081" y="3288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7857932" y="319142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7456113" y="3242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7493758" y="3267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7441022" y="3278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7432275" y="3263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7469744" y="3273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7457413" y="3267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7497533" y="3280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7484427" y="3291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7470263" y="3258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7504679" y="3273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7453460" y="3259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7470373" y="3277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7464445" y="3256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7431641" y="3270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7483062" y="3269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7427988" y="3284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7484549" y="325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7437328" y="3254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7379767" y="3261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7423439" y="327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7469842" y="3277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7435412" y="3287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7464793" y="3263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7512324" y="3215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7520556" y="329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7453987" y="3291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7416004" y="3236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7385149" y="3255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7475122" y="3301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7476982" y="329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7513148" y="3234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7473635" y="3253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7492260" y="3324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7459376" y="3249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7408231" y="3193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7408236" y="324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7453094" y="3279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7488638" y="3269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7472921" y="3258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7474351" y="325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7483693" y="3269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7454760" y="3241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7395534" y="3244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7449361" y="3256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7452067" y="3269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7450728" y="3272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7573654" y="3291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7477449" y="3260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7400449" y="3287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7457559" y="3207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7476019" y="3252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7493874" y="290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7467288" y="3271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7425414" y="3315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7425883" y="3509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7475443" y="3543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7480516" y="3246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7471462" y="349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7456032" y="3264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7586839" y="3246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7470969" y="3257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7534195" y="3171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7460583" y="3232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7460131" y="3265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7463884" y="324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7455040" y="328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7463195" y="3321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7478092" y="3236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7510024" y="3202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7475761" y="3265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7509740" y="3265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7469685" y="3270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7479844" y="3261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7514756" y="3255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7410953" y="3244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7484577" y="33566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7494064" y="3265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7389665" y="3220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7461983" y="324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7456341" y="3261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7449934" y="324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7495861" y="3276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7486730" y="3233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7534722" y="3284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7449886" y="3270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8337963" y="3252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7487916" y="3309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7540517" y="326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7424466" y="3280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7490950" y="3258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7486653" y="327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7498516" y="3289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7475607" y="3380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7490214" y="3620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7544759" y="3233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7452057" y="3281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7441183" y="3452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7456464" y="3307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7451945" y="3269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7422671" y="3308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7459062" y="3193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7493695" y="3272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7426420" y="3310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7492022" y="3307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7452523" y="3337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7472397" y="3241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7476580" y="320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7445894" y="334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7462880" y="3246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7444911" y="3301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7439574" y="3243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7471725" y="3248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7434267" y="3317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7398570" y="3305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7453800" y="3194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7385118" y="3332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7444314" y="3282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7486481" y="3029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7417564" y="328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7450771" y="3265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7387122" y="3292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7466789" y="327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7442458" y="3371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7506247" y="3247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7455115" y="3283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7476150" y="3256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7449568" y="3276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7448481" y="355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7472834" y="329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7450197" y="3299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7468676" y="3258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7509552" y="3308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7445048" y="327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7461849" y="3253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7445776" y="3307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7436293" y="3213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7460319" y="3287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7378720" y="3234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7452760" y="322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7450334" y="3280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7520817" y="3278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7463343" y="3230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7456265" y="3273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7488956" y="3274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7466016" y="3149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7472039" y="3242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7403746" y="3218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7480899" y="3267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7446798" y="3304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7434527" y="3276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7451841" y="3293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7472490" y="3292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7396731" y="3274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7447664" y="3485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7427001" y="3293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7465827" y="3302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7461281" y="3268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7450699" y="3275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7467274" y="3284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7428127" y="321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7457922" y="3268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7426947" y="3322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7457369" y="3225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7447263" y="325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7520726" y="3278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7476651" y="3292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7487121" y="3284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7479256" y="3269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7455874" y="3285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7486175" y="3292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7335574" y="3320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7437582" y="3260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7416056" y="3292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7474129" y="331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7489331" y="3265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7457918" y="3253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7417295" y="3304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7406124" y="3274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7460534" y="3180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7474094" y="327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7452273" y="3299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7467934" y="3250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7431412" y="3289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7489423" y="3265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7462797" y="3245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7467723" y="3156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7499409" y="325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7508447" y="3259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7458818" y="3264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7492699" y="3431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7363917" y="3119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7482197" y="3247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7433232" y="3285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7444834" y="3274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7486264" y="3190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7426378" y="3230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7436031" y="330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7447736" y="3263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7475350" y="3252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7428278" y="3193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7480574" y="3215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7514931" y="3252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7410593" y="324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7424870" y="3291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7368490" y="3264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7349900" y="3303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7483019" y="3266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7458619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7472003" y="3335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7484978" y="309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7460491" y="3308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7444792" y="3271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7499711" y="3253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7454020" y="325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7414127" y="3272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7492792" y="3256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7464047" y="3262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7461253" y="3285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7521845" y="3242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7496018" y="3265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7436781" y="3308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7489300" y="3249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7452537" y="3178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7467101" y="3303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7528155" y="3285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7351914" y="3427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7472333" y="3267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7622294" y="3233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7392092" y="3275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7447741" y="335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7464570" y="3278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7486136" y="3338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7467076" y="3304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7462854" y="3251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7448599" y="3352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7461267" y="3292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7393784" y="3281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7455173" y="3287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7437208" y="3269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7434670" y="331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7526954" y="3164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7453983" y="3284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7415835" y="3294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7495165" y="3203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7410914" y="329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7466915" y="3288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7469744" y="3276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7489850" y="3255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7446974" y="3308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7450692" y="3259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7431603" y="3262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7428622" y="3270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7450936" y="346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7473794" y="3199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7478531" y="3305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7460006" y="3266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7464017" y="3273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7360627" y="3247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7491748" y="3280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7518541" y="3209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7498623" y="3287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7530458" y="3274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7465038" y="325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7477157" y="323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7361112" y="3326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7428003" y="3213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7422699" y="3268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7471209" y="3308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7517896" y="327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7391586" y="3272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7461872" y="323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7480231" y="328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7450286" y="3293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7370581" y="3310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7446510" y="3284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7411135" y="3299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7484399" y="3256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7449322" y="3268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7437070" y="3249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7387680" y="3241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7459644" y="3297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7441089" y="3208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7430975" y="3247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7475092" y="324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7462804" y="3320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7476702" y="3263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7489068" y="3344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7439990" y="319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7472373" y="3244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7437337" y="3366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7444029" y="3275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7482433" y="3240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7461937" y="327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7311863" y="3237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7458735" y="3172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7456503" y="3274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7442869" y="3278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7597859" y="3262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7477385" y="327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7450481" y="3286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7497789" y="3267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7525956" y="3279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7442315" y="3316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7446061" y="3277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7487489" y="3275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7481807" y="3274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7403867" y="3255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7487916" y="3263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7429897" y="3278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7407193" y="3329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7458121" y="3291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7456033" y="3449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7434148" y="3244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7429739" y="3278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7496598" y="328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7442634" y="3250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7410119" y="3354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7501177" y="3282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7501963" y="3216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7491115" y="3264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7403930" y="3297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7501928" y="3244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7426998" y="3261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7462396" y="3371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7472458" y="3287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7499343" y="3233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7461008" y="3223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7491641" y="3277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7549668" y="3278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7431081" y="3242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7425874" y="3310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7430537" y="3279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7488544" y="3203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7466019" y="3215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7475670" y="3203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7479030" y="3284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7459303" y="3215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7403757" y="3145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7435995" y="3267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7545574" y="319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7382300" y="3265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7359152" y="3234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7583802" y="3283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7517993" y="3346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7507855" y="330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7568694" y="315112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7368989" y="3288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7418593" y="339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7458444" y="3235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7459678" y="3272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7468972" y="3213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7375448" y="3246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7470412" y="3318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7414132" y="3406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7513094" y="323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7475391" y="3268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7438694" y="2580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7517768" y="3299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7463466" y="3252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7486071" y="327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7395073" y="3253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7481213" y="3265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7447536" y="324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7458111" y="3261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7484091" y="3309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7486759" y="335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7472977" y="3278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7476414" y="3262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7495533" y="3260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7380262" y="3314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7462515" y="3288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7452472" y="3255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7448334" y="327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7417621" y="3333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7447188" y="3273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7407285" y="3275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7474077" y="327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7513496" y="331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7503820" y="3287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7452849" y="3278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7336169" y="3235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7461127" y="348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7458306" y="3253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7477495" y="3271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7410881" y="3241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7466642" y="3230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7460553" y="324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7458684" y="3171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7394605" y="3287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7377576" y="3244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7456598" y="3254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7463258" y="327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7503697" y="3240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7453475" y="3269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7449117" y="3268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7496354" y="3301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7501897" y="3321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7532851" y="3262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7450806" y="3259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7527471" y="3252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7531513" y="3254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7487577" y="3278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7478319" y="3271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7510372" y="3278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7451536" y="3274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7529222" y="3171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7501097" y="3270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7503726" y="3285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7486044" y="3268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7469932" y="3316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7472884" y="3283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7420214" y="3271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7433612" y="3246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7490040" y="2313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7452779" y="3261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7512082" y="3243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7394361" y="3247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7486391" y="3274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7506172" y="3235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7507238" y="3269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7513440" y="3290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7472438" y="3249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7530527" y="3214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7484840" y="3259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7452980" y="3260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7478408" y="3307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7466105" y="3283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7421333" y="3321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7461280" y="3310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7479860" y="329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7426841" y="3258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7459179" y="3129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7474921" y="3250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7455244" y="3274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7436429" y="3285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7474810" y="3255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7509718" y="3306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7469671" y="3274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7403372" y="3262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7531605" y="3241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7492878" y="3256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7442598" y="3264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7407005" y="3276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7442686" y="3206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7471208" y="3252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7455232" y="321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7409988" y="329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7397327" y="3258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7516328" y="324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7415779" y="3287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7387340" y="3270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7428719" y="325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7481419" y="3266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7469506" y="3199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7434826" y="3312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7491747" y="3283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7470067" y="3270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7506669" y="3284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7405974" y="3253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7398800" y="3272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7492793" y="3267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7414809" y="3214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7425120" y="3283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7479339" y="3264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7462049" y="3241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7484995" y="329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7451407" y="3282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7432198" y="3271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7408136" y="324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7468380" y="3303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7443158" y="3306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7369842" y="3328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7446989" y="323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7411698" y="3249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7444766" y="3291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7423831" y="3287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7516593" y="3205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7496506" y="3304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7432728" y="3242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7504752" y="3268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7442644" y="3307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7478648" y="3271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7400311" y="3243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7395846" y="3270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7472799" y="3277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7455543" y="3093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7477167" y="3295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7465304" y="3211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7474501" y="3292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7437453" y="3349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7512560" y="3291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7463619" y="3308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7455139" y="3267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7421518" y="3261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7391036" y="3205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7517758" y="327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7453962" y="3279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7488641" y="3279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7428806" y="3271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7533680" y="3265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7453757" y="3243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8083974" y="3174670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7384570" y="326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7439681" y="3264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7477354" y="3283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7465487" y="3345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7448612" y="3298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7487735" y="3278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7505263" y="3253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7421225" y="3243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7468398" y="3267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7494003" y="3261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7510694" y="3269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7512909" y="3277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7420161" y="326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7387175" y="326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7430423" y="3399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7485644" y="3262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7453294" y="3277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7413349" y="3232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7384712" y="3264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7427575" y="329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7458565" y="3216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7494021" y="3289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7456108" y="3277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7463429" y="325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7618284" y="3306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7449837" y="3260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7392153" y="3256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7404695" y="3271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7482858" y="3262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7428247" y="3277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7381460" y="3248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7443535" y="3612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7421517" y="3273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7349530" y="3267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7505912" y="3282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7563789" y="3267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7445004" y="3269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7459020" y="3245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7451666" y="3231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7415406" y="3273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7450107" y="3255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7477534" y="2982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7376869" y="323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7519586" y="2867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7472311" y="328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7424956" y="327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7431399" y="3274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7452577" y="3264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7430626" y="3279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7520756" y="3298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7447328" y="3362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7464028" y="3264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7422364" y="3255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7494904" y="3286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7455312" y="3285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7460176" y="3173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7442154" y="3241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7441597" y="3279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7461718" y="3278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7442484" y="329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7405500" y="3290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7414886" y="331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7512634" y="327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7405237" y="3216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7453264" y="3219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7390601" y="3138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7443952" y="3251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7454170" y="327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7384884" y="3261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7374721" y="3152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7446072" y="3271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7495893" y="336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7329693" y="323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7489213" y="3266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7442793" y="3274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7544519" y="3217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7466233" y="3296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7417053" y="325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7514143" y="3243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7468073" y="3257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7442746" y="3201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7417379" y="3238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7476482" y="3066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7422838" y="3295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7463001" y="3281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7517233" y="3257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7457579" y="3301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7445148" y="3268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7432034" y="3267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7459760" y="3294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7445711" y="3255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7395160" y="3260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7778904" y="326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7486011" y="3257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7370465" y="3267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7493827" y="3261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7418158" y="3226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7406777" y="3266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7413442" y="3303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7437048" y="3191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7417096" y="3288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7440710" y="3349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7372238" y="3278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7485279" y="3255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7483572" y="3282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7449765" y="3273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7456408" y="3279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7473475" y="3263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7516876" y="3274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7452137" y="3241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7451466" y="3258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7513099" y="3272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7495110" y="344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7424585" y="3287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7464400" y="3258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7502126" y="3253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7417549" y="3289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7455696" y="3265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7411386" y="327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7453633" y="3328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7371051" y="328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7367227" y="3320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7430744" y="3269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7438200" y="3251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7343690" y="3295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7447695" y="3329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7463774" y="3281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7434655" y="3339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7414687" y="3320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7467968" y="3282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7441560" y="3277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7401570" y="3275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7433534" y="3278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7445708" y="3233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7465955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7519936" y="3266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7458207" y="327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7471753" y="3321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7379682" y="3245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7296209" y="333666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7408737" y="325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7456511" y="3256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7501582" y="3270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7515108" y="3267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7478193" y="3367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7319032" y="3324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7428099" y="3359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7436012" y="3260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7405236" y="3260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7480425" y="325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7482992" y="3179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7439636" y="3253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7488496" y="316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7434255" y="3264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7446136" y="3294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7466616" y="3266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7486189" y="3344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7428288" y="3245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7514291" y="323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7391676" y="3281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7411515" y="3256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7488303" y="329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7466996" y="337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7472717" y="3287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7448755" y="3279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7409419" y="3275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7452673" y="3209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7530720" y="3271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7470667" y="3238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7483486" y="3157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7440088" y="3264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7366549" y="3404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7445643" y="3251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7456917" y="3635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7439530" y="3278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7517905" y="3269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7447359" y="3247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7367652" y="3315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7377420" y="3324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7477334" y="3298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7420832" y="3242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7496373" y="3261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7480304" y="3359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7395783" y="331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7466342" y="3249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7451951" y="321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7454709" y="3193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7426413" y="3261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7450993" y="3300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7452462" y="3279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7468824" y="3227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7409888" y="3239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7449819" y="3287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7536522" y="3185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7476248" y="3262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7476526" y="3256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7403900" y="335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7442444" y="327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7455137" y="3300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7473856" y="3256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7417768" y="3260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7404952" y="3245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7456319" y="3464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7455350" y="3359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7451534" y="3275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7376295" y="324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7391780" y="3269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7357500" y="3297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7495659" y="327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7443727" y="3265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7451030" y="3315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7520169" y="3299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7422594" y="3274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7486134" y="3299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7454963" y="3186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7466885" y="3268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7465233" y="296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7580066" y="3285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7457142" y="3244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7358383" y="3269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7451571" y="3296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7412502" y="328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7458490" y="3270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7472220" y="3264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7478480" y="3259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7613174" y="3229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7436201" y="3220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7440032" y="325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7429540" y="3183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7384327" y="3317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7449590" y="3303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7412148" y="3231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7410805" y="325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7426732" y="331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7395842" y="3266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7486089" y="3278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7456298" y="3198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7455184" y="3255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7464538" y="2673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7482634" y="325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7403003" y="3286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7448982" y="3301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7511973" y="3248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7490596" y="3254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7396466" y="3278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7489900" y="3191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7382622" y="3256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7481492" y="3254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7436411" y="3231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7426722" y="3278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7497124" y="3295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7448242" y="3259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7410309" y="3347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7477703" y="327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7436232" y="327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7439730" y="3257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7519067" y="327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7411196" y="3263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7421928" y="3274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7422448" y="3269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7396751" y="3276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7470452" y="3203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7559643" y="325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7437977" y="3277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7405563" y="3279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7427089" y="3227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7596455" y="3250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7497275" y="3453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7442643" y="325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7428225" y="3349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7524002" y="3302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7473630" y="3278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7453509" y="3276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7491357" y="3320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7464718" y="3267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7432567" y="3230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7405088" y="3260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7457753" y="319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7454128" y="3260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7513488" y="3259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7407170" y="3280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7351496" y="3218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7420632" y="3261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7500477" y="3216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7507182" y="3327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7475289" y="3255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7485791" y="3258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7495691" y="3283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7468495" y="3274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7369303" y="3247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7450550" y="3302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7448907" y="3277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7464470" y="3243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7474356" y="3058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7464435" y="3278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7471700" y="3272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7530918" y="322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7550839" y="3263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7450352" y="3246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7473613" y="3267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7394274" y="2767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7421858" y="3277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7460063" y="327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7500726" y="3289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7493904" y="3221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7435055" y="3242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7493202" y="326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7450391" y="325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7460985" y="3264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7446048" y="3245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7439464" y="3262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7502234" y="329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7435176" y="3415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7459130" y="3284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7470802" y="3303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7507276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7458628" y="3265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7430866" y="3259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7411017" y="3276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7419862" y="322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7505160" y="3238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7518323" y="3258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7464138" y="3267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7446899" y="3290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7484330" y="3245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7397428" y="3281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7442821" y="3283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7427967" y="3284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7463240" y="3272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7465065" y="324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7394187" y="3258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7444636" y="310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7553659" y="328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7458891" y="3346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7422932" y="3294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7390721" y="3317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7345422" y="3312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7442593" y="3282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7464375" y="3265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7427869" y="3174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7377154" y="3341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7444967" y="3247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7522631" y="328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7507788" y="3234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7438336" y="3270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7465760" y="3253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7525090" y="3262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7453094" y="320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7484877" y="324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7408884" y="327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7483185" y="3272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7479726" y="3255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7466403" y="3273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7431642" y="3095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7453527" y="3262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7477457" y="3250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7337592" y="3292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7426694" y="3408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7505586" y="3263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7474203" y="3287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7499999" y="3301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7505255" y="3285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7391235" y="3283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7443116" y="3272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7440106" y="3279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7422512" y="3314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7409176" y="3221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7316688" y="3292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7473132" y="3239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7513726" y="3256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7474430" y="3330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7481598" y="3251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7406049" y="3271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7449788" y="3263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7458435" y="3267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7465608" y="321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7394785" y="326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7463804" y="3282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7356594" y="3277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7464905" y="3336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7480188" y="3363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7380822" y="3214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7481152" y="3274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7508931" y="3275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7363245" y="3311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7464105" y="3265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7460457" y="3254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7455349" y="3226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7435830" y="3294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7482874" y="3295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7478481" y="3338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7457453" y="3293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7479889" y="3185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7474388" y="3242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7412035" y="3276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7431130" y="3258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7416706" y="324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7509640" y="325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7422208" y="3277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7439111" y="320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7500071" y="327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7467024" y="3261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7499833" y="3271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7448474" y="3273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7484595" y="3281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7421470" y="3233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7376636" y="3322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7386885" y="3291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7469869" y="3372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7474161" y="3262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7374909" y="3281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7451529" y="327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7393832" y="3256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7374999" y="324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7486689" y="3271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7411348" y="3333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7458586" y="3250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7379725" y="325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7445300" y="3303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7514100" y="3294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7463430" y="3421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7429491" y="3265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7442766" y="3344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7463982" y="3274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7484430" y="326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7474795" y="323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7488994" y="3266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7476832" y="327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7528812" y="3315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7406980" y="326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7440185" y="3267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7808650" y="326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7431456" y="3240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7458696" y="328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7458179" y="3255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7464766" y="3246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7559190" y="329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7452121" y="3289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7479554" y="329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7500386" y="3308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7435976" y="326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7427180" y="3239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7346553" y="328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7452053" y="3260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7438629" y="3270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7408930" y="3339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7448855" y="3291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7462150" y="3150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7374366" y="3269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7489469" y="3370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7533339" y="3272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7404153" y="3304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7453073" y="3255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7510968" y="3266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7498702" y="3242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7446018" y="3257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7432314" y="3277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7471787" y="3277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7539241" y="3320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7466466" y="3244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7454752" y="3263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7461547" y="3237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7472342" y="3252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7430319" y="3325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7504489" y="3276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7519810" y="3277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7409632" y="3224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7479384" y="3241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7484394" y="3231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7494033" y="3252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7459819" y="3198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7412808" y="3306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7449558" y="3255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7470863" y="3304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7340024" y="3259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7422031" y="3323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7476542" y="3285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7475727" y="3278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7492745" y="3320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7481053" y="3328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7472348" y="323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7434045" y="3300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7427223" y="3257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7402320" y="3252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7428355" y="3310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7410808" y="3306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7400727" y="3258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7490126" y="3261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7407843" y="3214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7473233" y="330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7491299" y="3255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7467136" y="3272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7385295" y="329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7412777" y="3251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7310113" y="326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7477838" y="3179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7442276" y="3792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7433818" y="3232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7412523" y="3258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7418068" y="3270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7495698" y="327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7454638" y="3264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7436343" y="3278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7510970" y="3218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7402957" y="3282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7433904" y="3351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7500966" y="3254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7419992" y="3295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7432671" y="3262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7517531" y="3253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7404211" y="3286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7437757" y="3303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7446932" y="3280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7459228" y="3239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7482454" y="3332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7449895" y="295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7406269" y="335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7429172" y="3280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7467882" y="3276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7431839" y="3306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7508980" y="3259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7442146" y="322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7455802" y="3271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7435876" y="326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7476538" y="328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7434524" y="3263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7471000" y="3243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7490211" y="3292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7482815" y="3300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7536877" y="3302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7417695" y="3291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7507375" y="3269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7367333" y="3255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7437880" y="3240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7470829" y="3294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7466877" y="3276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7421481" y="330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7414767" y="3291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7397868" y="3250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7435920" y="324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7430023" y="329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7397255" y="3253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7431975" y="3270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7440461" y="3242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7485311" y="3365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7338605" y="327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7586886" y="3368498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7425275" y="3203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7381044" y="3245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7446553" y="3282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7478925" y="3294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7475041" y="3268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7619021" y="3233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7437698" y="3196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7488386" y="3380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7440299" y="3265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7391423" y="3377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7464667" y="3143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7390697" y="3300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7399067" y="3264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7475072" y="3277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7498947" y="3347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7416816" y="3321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7466891" y="3262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7432574" y="3278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7424304" y="3380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7444266" y="3254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7408610" y="326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7451567" y="3215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7469164" y="3284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7406475" y="3258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7457795" y="3328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7463072" y="3297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7461005" y="3269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7419669" y="3269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7424587" y="3250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7463286" y="324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7493017" y="3276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7446176" y="3311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7468123" y="3233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7366627" y="3261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7434973" y="3334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7447078" y="325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7419317" y="3276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7478570" y="3248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7403462" y="3341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7370919" y="3296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7413192" y="3189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7421645" y="3355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7408828" y="3269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7377457" y="3299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7434867" y="3253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7450210" y="3290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7455790" y="3251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7427133" y="3261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7393582" y="3240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7445537" y="3240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7477129" y="3279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7385892" y="3309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7440385" y="3307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7396998" y="3319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7431717" y="3261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7515249" y="3266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7409180" y="3255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7426934" y="3295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7431578" y="3219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7414095" y="3292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7418459" y="3305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7443780" y="328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7450724" y="3227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7470616" y="3269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7400381" y="3298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7445217" y="3371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7504043" y="3263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7388200" y="3319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7448552" y="3307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7400723" y="3219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7374625" y="3253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7414752" y="321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7486273" y="3203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7448925" y="3274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7420866" y="323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7464940" y="3247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7520155" y="3291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7466481" y="330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7461557" y="3251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7391475" y="3249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7465381" y="3203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7343332" y="3273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7423144" y="3192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7425902" y="3238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7512275" y="3256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7483427" y="3316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7412936" y="3281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7393215" y="329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7474736" y="3260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7504205" y="3281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7475495" y="3370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7407262" y="336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7487114" y="327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7367159" y="3351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7404486" y="3245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7471360" y="3262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7464162" y="324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7470334" y="3270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7460831" y="331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7490227" y="3293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7478417" y="339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7461576" y="3274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7469111" y="3200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7463383" y="3271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7431782" y="3285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7444014" y="3270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7425754" y="3287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7436245" y="3273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7444806" y="3304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7441259" y="3264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7448260" y="3257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7441243" y="321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7407022" y="3337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7521967" y="3274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7439781" y="3298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7483889" y="3266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7353043" y="3261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7481751" y="3289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7409272" y="328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7494549" y="3316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7457969" y="3231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7507966" y="325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7437008" y="3305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7475461" y="323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7438999" y="325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7464306" y="3286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7465743" y="3289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7475769" y="3279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7472818" y="3259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7432920" y="3281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7460913" y="3272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7451840" y="3237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7472027" y="3284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7427144" y="3268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7488255" y="3273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7464540" y="3262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7493550" y="3276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7429112" y="3254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7448340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7487200" y="3263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7424547" y="3260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7485570" y="3273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7412117" y="2997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7435166" y="3300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7458048" y="3291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7469548" y="3283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7408592" y="3242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7423120" y="326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7455843" y="3309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7484006" y="3274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7463656" y="3268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7499880" y="3269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7474652" y="3258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7815143" y="3269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7451409" y="3251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7500831" y="3239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7440517" y="3271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7468228" y="327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7429482" y="325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7455833" y="330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7428349" y="3316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7419962" y="3249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7430527" y="3201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7405679" y="3250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7414314" y="3281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7422776" y="3283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7474158" y="3283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7384824" y="329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7410389" y="3243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7477558" y="3278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7428513" y="3266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7410992" y="3283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7413989" y="3279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7434891" y="3258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7456934" y="330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7423255" y="3289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7448850" y="3274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7398873" y="3275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7449029" y="3254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7468274" y="3243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7452795" y="3267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7393891" y="3267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7381379" y="3263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7400416" y="3243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7463468" y="3308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7401660" y="323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7389361" y="3243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7419973" y="3261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7456699" y="3269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7423098" y="3274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7429461" y="3260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7501531" y="326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7450914" y="3280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7377419" y="3290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7461999" y="321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7440317" y="3327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7462477" y="3305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7453995" y="3288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7437203" y="3308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7448796" y="3209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7411341" y="3295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7491836" y="3280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7454555" y="3292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7483998" y="3277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7503071" y="326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7453106" y="335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7463033" y="3283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7482912" y="3343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7439154" y="3272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7476132" y="3228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7504833" y="3286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7461539" y="3262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7432776" y="3285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7385699" y="3278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7408752" y="3293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7473219" y="3278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7482997" y="326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7459446" y="3234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7451800" y="328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7468343" y="3268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7423877" y="327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7436015" y="3312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7501164" y="3295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7401357" y="3350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7453643" y="3264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7434927" y="3274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7382597" y="3277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7473225" y="3217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7447621" y="3296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7391314" y="3290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7421462" y="3264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7415424" y="326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7423760" y="3263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7413340" y="327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7485747" y="3165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7432885" y="3265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7443299" y="3297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7488703" y="329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7527308" y="327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7392907" y="3309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7499552" y="3259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7497703" y="3207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7466363" y="3269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7437932" y="3267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7444808" y="3334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7436212" y="3278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7556472" y="3275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7462451" y="3367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7498097" y="3294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7392837" y="3254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7472597" y="3300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7483900" y="3292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7496203" y="3251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7462272" y="3262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7436650" y="325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7420288" y="3368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7372641" y="328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7489413" y="3306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7325563" y="3296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7462427" y="3276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7404951" y="3347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7508874" y="3140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7451916" y="3278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7445450" y="3343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7464236" y="3282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7492343" y="329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7455463" y="3281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7497838" y="3272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7441389" y="325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7463348" y="3187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7527266" y="323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7426357" y="3356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7517301" y="3253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7446455" y="3338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7407933" y="3296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7446366" y="331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7503300" y="319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7474566" y="3283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7355590" y="3250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7475201" y="3256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7492354" y="328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7452443" y="3266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7467587" y="3305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7481956" y="3241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7468444" y="3281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7418672" y="329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7506582" y="3245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7447581" y="3329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7403269" y="3272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7414089" y="327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7349201" y="3235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7422276" y="3244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7372593" y="3255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7450619" y="3179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7512987" y="3223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7389717" y="3302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7469219" y="3191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7520821" y="331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7594991" y="3252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7451712" y="3173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7468951" y="3276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7441868" y="3265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7442633" y="3250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7361895" y="3280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7452980" y="3307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7477254" y="3266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7460515" y="3232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7437710" y="3275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7473480" y="327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7531298" y="3326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7489421" y="3250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7425581" y="327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7529505" y="3279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7442063" y="3262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7468964" y="3264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7452077" y="3383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7410204" y="3249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7438133" y="3391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7416645" y="3211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7445924" y="329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7460901" y="3232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7501571" y="3255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7400456" y="3269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7400190" y="3272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7439607" y="3276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7419766" y="3258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7474371" y="3269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7481159" y="3311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7416920" y="3327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7465280" y="328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7429321" y="3260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7407389" y="3272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7429376" y="3252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7451147" y="3296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7358579" y="3283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7337976" y="328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7458045" y="325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7487346" y="3308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7457082" y="3305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7441702" y="3208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7426729" y="3298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7414630" y="3265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7407702" y="3253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7473066" y="3266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7382009" y="3256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7482918" y="3267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7452950" y="3241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7469924" y="3242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7470882" y="3282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7445657" y="3253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7446276" y="329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7368534" y="3276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7446767" y="3299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7507907" y="3318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7417343" y="326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7442778" y="320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7446978" y="3307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7391213" y="3308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7523405" y="3265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7469701" y="327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7449899" y="3229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7462154" y="3349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7394691" y="3283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7453931" y="3294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7481348" y="3250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7441681" y="3264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7468748" y="3273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7442482" y="327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7408879" y="3292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7403486" y="3255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7397880" y="3289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7542678" y="3257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7467675" y="3230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7450407" y="324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7445138" y="3260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7439940" y="3239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7449847" y="3275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7415184" y="3269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7446562" y="3317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7431422" y="324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7462549" y="3259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7558992" y="3249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7412017" y="332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7428967" y="3190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7433406" y="3286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7423941" y="325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7450696" y="3271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7420925" y="3289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7426174" y="3272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7466222" y="3254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7413083" y="3290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7406055" y="3258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7438283" y="320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7525126" y="3251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7474455" y="3291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7439346" y="3241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7432624" y="3279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7494248" y="3280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7419172" y="3346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7453187" y="3253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7462014" y="3276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7412842" y="3244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7417212" y="3249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7433406" y="3233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7524991" y="325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7418564" y="3213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7442475" y="3275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7438437" y="3221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7469915" y="3261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7427682" y="3217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7429619" y="329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7427316" y="3247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7434809" y="3214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7417863" y="326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7386493" y="3282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7455880" y="3243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7419664" y="3219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7447484" y="3273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7460864" y="3267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7389015" y="330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7412757" y="3271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7450434" y="3278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7451160" y="3280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7437131" y="3291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7419343" y="3246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7442476" y="3388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7525744" y="3271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7418701" y="3291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7494176" y="3267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7461760" y="3252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7435724" y="3362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7434177" y="3271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7501185" y="3247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7651891" y="3292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7424070" y="3178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7439286" y="3200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7474843" y="3295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7470711" y="3287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7424747" y="3256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7408911" y="3252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7501394" y="3269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7423044" y="3300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7454639" y="3287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7454158" y="3264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7491717" y="3154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7431933" y="3268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7510024" y="3277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7391998" y="3293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7515779" y="326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7509047" y="3274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7456826" y="3278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7385836" y="3267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7383851" y="3335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7480345" y="3280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7488530" y="325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7412936" y="328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7471017" y="319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7463449" y="3390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7461753" y="3366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7427881" y="3261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7471469" y="3219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7546350" y="3109428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7444723" y="3257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7380305" y="3266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7405609" y="3270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7422486" y="326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7455673" y="3267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7493706" y="3278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7404409" y="3286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7372806" y="3284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7474746" y="3249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7449789" y="326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7460321" y="3238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7481382" y="3257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7498789" y="3264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7404946" y="3364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7433579" y="326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7447925" y="3266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7430743" y="3320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7494373" y="3361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7378237" y="327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7467891" y="3308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7431243" y="3251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7499474" y="3284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7403717" y="3312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7446813" y="3246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7389514" y="321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7506682" y="3269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7507556" y="3311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7486971" y="3270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7451163" y="3293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7439156" y="324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7407340" y="325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7420056" y="3286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7462574" y="3254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7464207" y="3252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7404092" y="3244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7457207" y="3239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7432422" y="3270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7430045" y="3314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7461980" y="3257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7469905" y="328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7422718" y="2593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7480407" y="3240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7384011" y="3284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7410260" y="3195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7493549" y="3303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7363218" y="3337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7472662" y="3230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7475188" y="334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7475983" y="326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7535535" y="3264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7473578" y="3264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7453721" y="3245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7437359" y="325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7404115" y="322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7481382" y="3286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7415340" y="3251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7430577" y="3281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7361712" y="3269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7439029" y="3259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7398813" y="3100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7467286" y="326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7418967" y="3274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7450408" y="328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7387846" y="3288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7531170" y="3252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7483647" y="3231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7496328" y="2966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7421931" y="3265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7359834" y="3259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7392775" y="3386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7484613" y="3286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7533673" y="3259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7463618" y="3250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7488427" y="3314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7481591" y="3232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7471823" y="3277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7456536" y="328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7475707" y="3225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7418116" y="3345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7439220" y="3278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7508642" y="3281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7442652" y="3240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7419492" y="3315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7397527" y="3269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7439047" y="3272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7406795" y="3253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7433708" y="3261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7457236" y="3254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7487276" y="3258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7410927" y="3269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7487704" y="3253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7480461" y="3249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7436343" y="328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7429543" y="3266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7469132" y="3398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7463231" y="3285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7437530" y="3237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7451063" y="3253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7524409" y="3288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7486894" y="3286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7449521" y="3254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7448331" y="3161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7470032" y="3281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7472401" y="3273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7383007" y="329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7442580" y="3273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7457201" y="3324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7459004" y="330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7449839" y="3300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7426215" y="3256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7541807" y="3232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7376259" y="3296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7555436" y="3292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7403634" y="325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7431793" y="3251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7486140" y="331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7434460" y="3280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7386035" y="3280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7478434" y="3275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7493732" y="3342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7419495" y="3232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7492665" y="324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7451122" y="325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7443801" y="3341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7484104" y="3319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7462701" y="3334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7399293" y="3274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7470889" y="3258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7392078" y="3241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7446240" y="3211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7413364" y="324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7460192" y="3271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7446433" y="333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7483946" y="3244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7507269" y="3261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7650915" y="329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7428784" y="3220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7435777" y="3327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7493815" y="3287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7410468" y="3280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7499703" y="334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7458423" y="3267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7562423" y="3290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7511574" y="3233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7461408" y="3159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7500844" y="3246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7482172" y="3205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7427718" y="3370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7561663" y="316953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7470038" y="3230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7466634" y="3439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7421442" y="3271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7378663" y="3269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7495009" y="324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7404819" y="3268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7465994" y="328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7478529" y="3249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7419075" y="3301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7481428" y="3250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7467728" y="3276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7472382" y="3235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7422718" y="3255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7418122" y="3269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7464976" y="3225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7395229" y="3243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7465472" y="3267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7478063" y="326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7453043" y="3281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7466435" y="3237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7471151" y="3286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7414962" y="323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7497629" y="3259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7438458" y="3320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7456496" y="3277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7463530" y="3268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7375075" y="3270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7501531" y="3273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7480608" y="3262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7500186" y="3270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7446293" y="3273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7438396" y="3261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7399852" y="3299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7421604" y="3250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7439021" y="3275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7493362" y="330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7455975" y="3279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7419582" y="3277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7448988" y="3279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7475368" y="3267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7393044" y="3250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7449161" y="3275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7454516" y="3363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7512597" y="3276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7489797" y="3302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7376613" y="3194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7440253" y="332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7486119" y="3328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7390403" y="3265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7459980" y="3270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7405448" y="3237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7473143" y="3293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7496751" y="3331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7465296" y="3249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7483395" y="328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7483888" y="3303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7413499" y="327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7475748" y="3283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7421337" y="3302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7510600" y="3256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7385963" y="3292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7434023" y="3301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7479952" y="326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7432425" y="3272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7410697" y="326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7429881" y="3472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7485893" y="3285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7475214" y="3148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7383789" y="3294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7417183" y="3304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7431855" y="3265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7449970" y="338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7394098" y="3256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7463275" y="327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7345823" y="3287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7397684" y="3324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7389305" y="3267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7450746" y="3301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7491881" y="3231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7446974" y="3271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7486756" y="329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7491675" y="3289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7455029" y="335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7431846" y="329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7473800" y="3268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7447130" y="3248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7469649" y="3235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7422007" y="3318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7468904" y="3269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7406186" y="321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7421340" y="3324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7452399" y="3204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7502737" y="3264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7492285" y="3290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7435745" y="323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7467126" y="3262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7413948" y="3266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7431471" y="3381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7468985" y="3274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7405627" y="3338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7515542" y="334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7426166" y="323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7431768" y="3268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7466955" y="3259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7458091" y="3274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7329809" y="325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7462839" y="3269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7437607" y="3246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7519273" y="328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7490243" y="32574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7496145" y="3241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7372830" y="3280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7420006" y="327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7422446" y="3339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7377421" y="3273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7472107" y="3275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7493725" y="3231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7432297" y="3327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7466105" y="329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7460388" y="3272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7406629" y="3231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7393164" y="3267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7434677" y="3250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7437061" y="331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7519918" y="3262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7446289" y="3312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7463900" y="3294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7456208" y="3272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7406891" y="3294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7447067" y="3274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7412763" y="3342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7440824" y="3264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7419214" y="3276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7421565" y="3271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7361798" y="331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7402982" y="3250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7503205" y="3022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7465367" y="3291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7470242" y="3183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7435515" y="3285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7432969" y="3240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7402789" y="3275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7473745" y="3230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7438205" y="328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7421217" y="3311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7474721" y="337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7467523" y="3308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7473420" y="3243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7384958" y="3344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7461796" y="3482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7446843" y="3238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7371233" y="3320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7417856" y="3288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7447440" y="3261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7490418" y="3267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7502723" y="3275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7396612" y="3252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7373267" y="3187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7467731" y="3310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7415341" y="329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7387943" y="3277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7445128" y="3274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7430921" y="3322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7505678" y="3297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7431560" y="3273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7458491" y="3239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7431619" y="324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7386305" y="326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7422065" y="328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7457343" y="3269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7477710" y="3258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7360642" y="337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7433235" y="3283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7437985" y="3330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7413608" y="3286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7474419" y="3290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7416934" y="3237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7438798" y="3368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7431367" y="3267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7495694" y="328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7433749" y="3214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7499240" y="3273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7485386" y="331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7497413" y="323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7358380" y="3317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7451693" y="334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7472748" y="332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7421461" y="3270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7421589" y="3306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7438748" y="323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7496952" y="3285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7481333" y="3277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7472645" y="3293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7506040" y="3245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7448654" y="3220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7474683" y="3271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7434921" y="3264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7431200" y="3344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7474371" y="3352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7435333" y="3289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7419286" y="3236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7453578" y="3235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7458228" y="3282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7508410" y="3227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7468207" y="3263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7488442" y="3305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7395288" y="3301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7465676" y="3329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7431120" y="3245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7418239" y="3296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7453819" y="3271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7405397" y="331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7464777" y="3282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7411019" y="3218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7513113" y="3226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7475238" y="3291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7413668" y="3283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7383225" y="3278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7437687" y="328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7388033" y="3232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7454442" y="3270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7446461" y="3257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7454141" y="3278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7475069" y="3307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7405902" y="326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7456317" y="3237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7480419" y="3256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7485256" y="3230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7474789" y="3260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7427913" y="3266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7448644" y="3208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7480816" y="3289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7389437" y="3342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7453983" y="3284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7466200" y="3273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7433145" y="3276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7455001" y="3290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7433656" y="3253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7382087" y="3175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7449015" y="3214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7419322" y="329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7402432" y="330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7442932" y="3272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7426160" y="325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7426054" y="3234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7338831" y="3265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7450646" y="3253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7350733" y="327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7441615" y="3300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7449174" y="3288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7409169" y="3330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7465785" y="3296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7480281" y="3259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7612400" y="3248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7439055" y="3227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7415524" y="330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7443867" y="3234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7438989" y="3251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7452832" y="3222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7398005" y="3258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7412593" y="3280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7433737" y="3292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7450552" y="3227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7417581" y="321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7422320" y="3269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7500423" y="3258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7437588" y="3247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7470245" y="3273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7503472" y="3185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7453918" y="325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7415175" y="3305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7430353" y="328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7504375" y="3306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7443348" y="3203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7456608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7444952" y="330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7483038" y="3265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7471595" y="3264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7441459" y="3277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7416994" y="3278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7455426" y="3270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7435907" y="3290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7446078" y="3261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7380422" y="3260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7439470" y="324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7389877" y="3295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7456062" y="3285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7423309" y="3299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7506411" y="3294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7376774" y="3242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7517349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7462305" y="3272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7448994" y="3310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7469588" y="3276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7415965" y="3262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7404851" y="3303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7454335" y="3353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7435693" y="2845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7451771" y="3270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7456562" y="3268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7453353" y="3193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7458957" y="325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7532212" y="3280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7485035" y="3343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7378555" y="3334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7425059" y="3270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7437407" y="3254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7440988" y="3256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7463423" y="3254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7407609" y="3301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7462375" y="3185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7406220" y="3234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7370535" y="325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7432633" y="3217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7410295" y="3291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7444558" y="328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7464408" y="3269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7405784" y="3273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7426275" y="3250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7393999" y="3367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7444238" y="3254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7431156" y="3190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7419689" y="3268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7436700" y="3236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7470378" y="3306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7456976" y="3299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7459530" y="3207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7455943" y="3228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7457695" y="3278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7476767" y="3323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7377663" y="3281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7397833" y="3254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7437581" y="3290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7387593" y="3338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7432406" y="3277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7396353" y="3278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7400319" y="3289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7407403" y="3339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7496314" y="3286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7508727" y="3304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7479456" y="3247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7465998" y="3350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7446885" y="3282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7475066" y="3178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7459217" y="3225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7470194" y="3254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7460908" y="3342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7481574" y="3296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7476524" y="3326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7401269" y="3317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7492044" y="3240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7447015" y="3273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7519246" y="3226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7435674" y="3234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7490735" y="3204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7404860" y="3292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7389424" y="335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7462389" y="320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7395859" y="3273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7447708" y="3227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7405316" y="328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7493062" y="326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7439689" y="3324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7444338" y="3227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7529541" y="3256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7378443" y="3264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7542717" y="3240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7522770" y="3057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7413648" y="3285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7385496" y="335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7454006" y="3277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7404697" y="329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7479405" y="3205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7426733" y="3273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7427316" y="3257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7458327" y="3266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7427253" y="3264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7388456" y="3316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7449592" y="3255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7410524" y="3339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7374267" y="325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7415076" y="3343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7488584" y="3267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7413379" y="3277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7491526" y="3291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7449152" y="3277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7423004" y="3276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7445179" y="3287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7422464" y="3316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7522437" y="3276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7444720" y="334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7474156" y="3199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7433869" y="326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7401442" y="3273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7461870" y="326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7437027" y="3267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7445650" y="3269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7447305" y="325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7484987" y="3304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7504554" y="3291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7466308" y="3252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7442871" y="3354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7486248" y="326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7450913" y="323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7479404" y="3292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7526246" y="3272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7524144" y="3267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7434097" y="3211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7442346" y="3258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7384982" y="3282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7487272" y="3280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7404415" y="329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7423928" y="3260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7493599" y="3265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7326265" y="3272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7421270" y="330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7413911" y="3224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7498815" y="330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7423121" y="3312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7436733" y="3292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7504634" y="3268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7507282" y="3259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7489358" y="3280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7432410" y="3242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7433598" y="3255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7375935" y="3258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7414466" y="3209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7471578" y="3311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7471481" y="3394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7415059" y="3237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7414686" y="3272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7399744" y="3238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7511907" y="331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7383242" y="3338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7482085" y="3369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7419485" y="3346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7458313" y="326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7512309" y="325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7379088" y="3295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7394447" y="3269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7429559" y="3291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7439252" y="326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7507236" y="327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7478020" y="325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7487556" y="3282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7442526" y="3266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7416073" y="3276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7482554" y="3284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7464891" y="3260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7484646" y="3362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7503205" y="3261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7474464" y="3242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7444536" y="3259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7407146" y="3288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7435786" y="3260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7386338" y="3257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7443505" y="3308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7483399" y="3289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7474366" y="3274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7385246" y="3222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7339213" y="3331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7513735" y="3242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7424276" y="3313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7524021" y="333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7390049" y="3283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7416146" y="333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7446144" y="3373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7485002" y="330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7443037" y="3274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7465494" y="3284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7452344" y="3298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7403644" y="3318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7440906" y="321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7454859" y="3264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7341119" y="3245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7416996" y="328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7402321" y="327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7447122" y="3280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7425908" y="332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7453385" y="3256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7495682" y="3265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7376166" y="3255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7402598" y="3273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7406273" y="3277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7509220" y="3230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7425110" y="3343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7418150" y="3250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7465816" y="3277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7507403" y="3339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7461680" y="3262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7488249" y="326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7410757" y="3250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7515030" y="328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7553558" y="3267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7450305" y="3254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7520744" y="3259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7455966" y="327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7489634" y="326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7379274" y="330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7442580" y="329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7509427" y="3229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7462949" y="3247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7428453" y="3261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7453927" y="3240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7468653" y="3166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7444926" y="3277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7493591" y="326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7479942" y="3301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7450237" y="3266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7446422" y="3250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7457753" y="3268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7395494" y="3312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7533938" y="332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7503784" y="323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7435573" y="3247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7429757" y="3230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7459771" y="3345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7497553" y="3275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7426785" y="3297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7385224" y="3211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7435490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7544519" y="311816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7452627" y="3315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7426161" y="3250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7367900" y="3257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7467946" y="3300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7511177" y="3138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7567143" y="3217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7453997" y="3258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7428754" y="3260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7475672" y="3007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7395134" y="3177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7386828" y="3260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7469545" y="3259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7426902" y="3297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7472331" y="3264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7476383" y="3281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7482523" y="327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7441009" y="3265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7422996" y="3313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7411372" y="3278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7412729" y="3271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7438542" y="3267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7540327" y="326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7407006" y="3246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7440323" y="327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7450420" y="3365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7494088" y="3269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7440975" y="3248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7401956" y="3195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7463099" y="3210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7473106" y="3274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7449932" y="3328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7468844" y="327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7492447" y="3333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7441883" y="3236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7422452" y="3253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7458101" y="3343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7444447" y="3299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7428352" y="3288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7400700" y="3326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7444946" y="3286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7451877" y="3239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7374186" y="3293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7530650" y="3253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7445145" y="3238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7403025" y="3285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7447532" y="3338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7429030" y="3281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7414325" y="3290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7416132" y="3353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7405650" y="3284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7415612" y="3276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7501820" y="3282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7391303" y="3283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7407647" y="326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7499053" y="333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7406025" y="3289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7442405" y="3191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7457755" y="3217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7445156" y="3275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7411404" y="329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7470958" y="3288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7490754" y="3290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7399171" y="3308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7392396" y="3245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7431785" y="3256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7433070" y="3181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7419840" y="3299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7403110" y="3304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7404161" y="326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7502583" y="3303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7468718" y="3341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7508797" y="3266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7533162" y="3247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7444505" y="3246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7448362" y="3207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7375895" y="331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7478348" y="3273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7436144" y="3240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7384097" y="3266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7462354" y="3270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7400664" y="3265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7409505" y="3271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7432950" y="3276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7475479" y="3188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7493579" y="328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7461231" y="323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7434272" y="334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7514932" y="3317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7489750" y="3289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7486052" y="3305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7426273" y="3302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7435106" y="3266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7478601" y="3253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7382454" y="3310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7470330" y="3290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7491472" y="3301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7444668" y="3264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7387236" y="3303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7441378" y="3270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7426414" y="3248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7431231" y="328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7430509" y="3375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7385194" y="324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7384252" y="3237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7393011" y="3242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7413390" y="3248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7457545" y="3259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7415697" y="3270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7410189" y="3253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7394142" y="333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7440233" y="326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7416537" y="3455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7441113" y="3329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7393808" y="3296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7432123" y="3247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7445509" y="324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7440981" y="3282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7378497" y="3286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7626256" y="3274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7485360" y="3254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7442958" y="3236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7398173" y="3293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7441241" y="3289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7480440" y="3258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7455247" y="3210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7440006" y="325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7479414" y="3381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7464870" y="3279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7536066" y="3262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7497830" y="3273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7480125" y="3325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7516556" y="3259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7427114" y="3260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7437895" y="327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7526665" y="3209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7457998" y="3270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7431097" y="3247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7413450" y="3287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7489376" y="3261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7445671" y="3269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7546372" y="327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7385339" y="3213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7367482" y="3268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7448304" y="3298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7418907" y="3270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7480641" y="330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7412088" y="3301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7461625" y="3345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7400171" y="318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7390495" y="3295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7449985" y="3279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7441610" y="3238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7430128" y="3571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7457699" y="3338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7420006" y="3265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7472057" y="3263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7442937" y="3263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7379405" y="3282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7393165" y="331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7357081" y="3311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7396401" y="3144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7399547" y="3309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7450427" y="3271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7449514" y="3306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7445845" y="3258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7437155" y="3252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7479860" y="3292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7423434" y="330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7411863" y="3302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7468730" y="3264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7453660" y="3267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7403540" y="3161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7410223" y="329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7435565" y="327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7411836" y="3248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7471180" y="3241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7423532" y="3271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7417469" y="3276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7339339" y="3318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7496167" y="3269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7386214" y="3173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7444734" y="3198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7480399" y="327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7387418" y="335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7397293" y="3276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7402887" y="3280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7423957" y="3250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7399144" y="329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7381444" y="326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7441903" y="3357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7492158" y="3247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7403584" y="330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7379956" y="3243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7530094" y="329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7474681" y="3351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7457496" y="3295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7417514" y="3261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7416970" y="3365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7422255" y="3218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7406676" y="3319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7388760" y="3258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7397676" y="3283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7436877" y="3279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7454722" y="3272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7450229" y="329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7440427" y="3298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7413458" y="3278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7468553" y="3291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7444316" y="3286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7459933" y="3322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7419167" y="3276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7347478" y="3286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7447763" y="324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7445023" y="337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7415685" y="3279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7369791" y="3277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7524631" y="3257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7476456" y="3282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7457349" y="3235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7441286" y="3261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7423808" y="3274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7420194" y="3347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7456353" y="33160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7444563" y="3284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7380371" y="327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7382828" y="3285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7459577" y="3280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7449171" y="3262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7389896" y="3296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7447962" y="3225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7448156" y="322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7316996" y="3232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7445365" y="3264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7460208" y="3338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7409691" y="323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7459055" y="3263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7387952" y="3262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7391631" y="3212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7439869" y="3281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7401890" y="3292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7427680" y="3286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7435759" y="3262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7419637" y="325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7396739" y="3286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7406709" y="327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7436455" y="326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7440888" y="327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7412703" y="3282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7443831" y="3283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7419528" y="3299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7443291" y="3278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7462190" y="323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7440800" y="3271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7383332" y="3327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7424124" y="3290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7472105" y="3241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7467174" y="3248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7426008" y="3290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7475970" y="3289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7448995" y="326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7445353" y="3268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7453711" y="3254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7517852" y="3240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7443763" y="3269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7466092" y="329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7412766" y="3240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7473698" y="3274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7423440" y="3251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7436690" y="323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7500935" y="3306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7404501" y="3382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7442361" y="3363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7453401" y="3264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7428224" y="3264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7471604" y="3298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7466479" y="3262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7471951" y="3301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7464052" y="3262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7404336" y="3201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7486758" y="3219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7461543" y="3230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7448614" y="3298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7428750" y="332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7422766" y="3270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7503383" y="3249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7451419" y="3224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7495962" y="3339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7421719" y="3285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7487015" y="3237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7381204" y="3281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7468723" y="3311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7454719" y="3281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7421735" y="3328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7481137" y="3275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7467832" y="3280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7403243" y="328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7488468" y="326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7485639" y="3272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7416827" y="328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7446429" y="3240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7954622" y="3271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7412977" y="3316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7445421" y="3260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7434543" y="3271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7481978" y="3286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7448172" y="3258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7430493" y="3287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7438940" y="3302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7419699" y="3282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7459272" y="3253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7428801" y="3217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7411088" y="3226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7441630" y="3282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7524459" y="3265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7458795" y="3262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7439957" y="3245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7404505" y="3293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7456739" y="3302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7447226" y="326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7523267" y="327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7382734" y="3285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7423698" y="3225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7400234" y="3278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7415575" y="3249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7410522" y="3285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7443480" y="3279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7438221" y="3223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7506656" y="3236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7475270" y="3272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7518318" y="3268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7417552" y="3313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7426012" y="3353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7480142" y="3269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7410275" y="3261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7460574" y="3284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7465795" y="3258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7468913" y="3160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7453258" y="325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7486841" y="3248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7502454" y="3316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7484575" y="3264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7474819" y="3354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7394166" y="3311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7435366" y="3242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7388697" y="3295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7440461" y="3301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7402260" y="3302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7524899" y="3288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7448775" y="3255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7474577" y="327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7462527" y="3248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7534586" y="326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7396194" y="331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7406050" y="3222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7505721" y="3256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7484709" y="3259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7421616" y="3248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7411311" y="3253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7286022" y="3298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7441791" y="3300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7526500" y="3258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7387704" y="3286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7374949" y="3285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7426655" y="3254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7473102" y="3257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7421730" y="3285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7452962" y="3259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7435200" y="3148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7459320" y="3260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7440761" y="329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7436600" y="3221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7506656" y="328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7450096" y="3315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7480484" y="3241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7448793" y="3248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7417625" y="3377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7491013" y="3321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7443222" y="3245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7440783" y="3276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7444086" y="3277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7492010" y="3330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7444644" y="3223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7491982" y="3270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7485572" y="327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7518207" y="3240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7430674" y="328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7498604" y="3198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7440127" y="3267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7451827" y="306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7467160" y="3225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7423408" y="3254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7472463" y="3278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7448841" y="3270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7355485" y="333187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7449136" y="326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7406710" y="3315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7410926" y="3430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7384178" y="3349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7453391" y="3285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7467313" y="3283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7355002" y="3294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7450104" y="3269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7466181" y="3260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7491760" y="3265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7427634" y="3284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7479547" y="3241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7395374" y="328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7387485" y="3280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7447515" y="3283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7411066" y="3296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7469906" y="3278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7468837" y="3287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7498807" y="333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7436821" y="3249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7501662" y="3218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7436115" y="3221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7459220" y="3349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7438192" y="3330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7460014" y="3310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7435814" y="3188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7485655" y="3263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7430919" y="3230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7499996" y="329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7386783" y="3285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7430475" y="336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7443947" y="330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7435895" y="3240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7468151" y="330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7455066" y="3291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7477095" y="3173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7409812" y="326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7460753" y="324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7417030" y="3283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7493658" y="3282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7427329" y="3264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7464360" y="3271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7448325" y="327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7391666" y="3281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7494127" y="3255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7489326" y="3274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7446369" y="326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7420746" y="3336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7416049" y="3246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7384817" y="3273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7420189" y="3367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7402247" y="3259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7425023" y="3274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7434451" y="3270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7417875" y="324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7399840" y="3269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7514258" y="327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7468918" y="3278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7651749" y="3227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7411458" y="3255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7457116" y="3307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7484577" y="3265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7437739" y="324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7485025" y="3235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7498576" y="3244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7402627" y="329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7446426" y="3253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7454315" y="3322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7451558" y="3258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7447121" y="3311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7397788" y="3276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7426141" y="3312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7448422" y="3271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7400109" y="3326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7394807" y="3336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7402076" y="322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7440664" y="3240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7451520" y="3265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7452847" y="3222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7395033" y="3252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7507415" y="3250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7434725" y="3254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7379715" y="325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7408434" y="3327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7494303" y="326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7480290" y="3208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7480287" y="3237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7433622" y="3014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7461542" y="325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7471979" y="3204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7486899" y="3292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7433135" y="3255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7423221" y="3244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7431876" y="3246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7382325" y="3289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7444251" y="3312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7391350" y="3233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7396838" y="3287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7419179" y="331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7464720" y="3290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7417126" y="3254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7391003" y="3230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7453199" y="3278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7495531" y="3285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7388845" y="3259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7479672" y="326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7471207" y="329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7375223" y="3263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7379297" y="3337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7429459" y="3247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7399443" y="327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7404799" y="336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7429160" y="3223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7401566" y="327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7855971" y="3270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7469676" y="3286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7375041" y="3260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7471481" y="3310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7375217" y="327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7499241" y="3331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7440455" y="3231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7411782" y="3256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7413895" y="3263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7406244" y="3246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7424442" y="3246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7450362" y="3276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7404549" y="3227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7324949" y="335820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7435420" y="3258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7525944" y="3252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7491788" y="322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7429984" y="3325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7528642" y="3318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7424907" y="3283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7446039" y="3266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7480097" y="3265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7441497" y="3245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7470527" y="3283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7399342" y="3293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7441556" y="3251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7424173" y="3284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7451584" y="3282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7399574" y="3267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7447043" y="3295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7388934" y="3297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7412104" y="3271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7449537" y="327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7444373" y="3291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7397098" y="3258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7420516" y="3257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7396377" y="3273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7441396" y="3320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7373069" y="3299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7470714" y="3280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7446068" y="326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7423649" y="3280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7372563" y="3268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7406431" y="3307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7461791" y="3295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7490418" y="3250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7481266" y="3239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7442262" y="3288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7407965" y="326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7376455" y="3262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7453121" y="3258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7469927" y="3290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7432954" y="3321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7446676" y="3252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7371661" y="3321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7369331" y="3295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7420225" y="3280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7498410" y="3029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7418901" y="325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7473203" y="3283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7304956" y="3240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7403303" y="328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7500499" y="3290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7474430" y="326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7472211" y="3271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7454377" y="3232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7437989" y="3272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7453131" y="3297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7432673" y="3294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7447855" y="3287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7454216" y="3283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7446985" y="3280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7438450" y="3263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7373981" y="3294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7391151" y="3252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7419276" y="3277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7493923" y="3275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7490590" y="323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7429384" y="3483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7420266" y="3319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7407365" y="3219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7468219" y="3253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7414642" y="3286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7468202" y="3292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7443160" y="3255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7473579" y="3321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7392064" y="3238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7409468" y="3271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7420910" y="3248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7537149" y="3296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7423218" y="3252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7409852" y="3265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7448421" y="3278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7399246" y="3289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7412701" y="3259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7379309" y="3315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7409350" y="3278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7457300" y="3281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7349870" y="3261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7382898" y="3240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7444878" y="3228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7404485" y="3270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7370037" y="3281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7378627" y="3274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7440350" y="3282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7444407" y="330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7514020" y="3394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7430934" y="325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7455678" y="314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7486706" y="3264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7494488" y="3261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7464400" y="3295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7393363" y="3291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7404036" y="3305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7399710" y="3269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7419826" y="3290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7419006" y="326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7426328" y="3276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7460820" y="3191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7442634" y="3310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7371200" y="3273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7416604" y="3274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7416325" y="3293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7455769" y="3272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7413029" y="3273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7436815" y="3281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7459567" y="3257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7448565" y="3308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7468279" y="3266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7461915" y="33140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7423080" y="3288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7373095" y="3312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7451381" y="3295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7408891" y="3260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7438006" y="3353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7393906" y="3375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7449794" y="3269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7383999" y="3315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7466036" y="3283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7403296" y="3306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7380914" y="329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7464712" y="317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7442474" y="3275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7579668" y="3219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7435887" y="3246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7425301" y="3259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7443809" y="3173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7416048" y="3433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7429492" y="3450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7462869" y="3276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7435816" y="3230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7519209" y="330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7459710" y="3255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7462599" y="328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7443595" y="3235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7430519" y="3285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7371007" y="3232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7467268" y="3251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7376420" y="327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7482531" y="3330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7458615" y="3347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7477969" y="3260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7435782" y="3316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7406339" y="3280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7323331" y="3276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7392623" y="326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7401106" y="3277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7390245" y="3275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7379284" y="3274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7365072" y="3287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7424831" y="3234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7512481" y="3266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7219422" y="337313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7292558" y="3274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7469003" y="3254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7477339" y="3281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7410814" y="3243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7456252" y="3182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7376592" y="3259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7377230" y="3263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7456900" y="3281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7440425" y="325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7461059" y="3262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7423146" y="3274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7433402" y="3284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7471766" y="3270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7426450" y="3296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7451160" y="3317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7361931" y="3351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7442160" y="3286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7441044" y="325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7460949" y="3281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7466517" y="3284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7386285" y="326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7527547" y="3298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7193338" y="3258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7399736" y="3290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7488475" y="3279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7439711" y="3287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7446209" y="3372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7443947" y="3342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7490299" y="3270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7514237" y="3272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7389443" y="3326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7466719" y="3260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7402144" y="3235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7454634" y="325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7345821" y="3237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7471712" y="3297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7461355" y="3329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7506120" y="3264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7405856" y="3264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7431028" y="3322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7384621" y="3315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7400188" y="3292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7452608" y="3333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7406826" y="3283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7515614" y="3279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7416277" y="3273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7386732" y="3291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7437256" y="3232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7424642" y="326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7337934" y="3278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7522590" y="3273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7401279" y="3229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7438028" y="3281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7430617" y="3277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7422269" y="329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7432765" y="3260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7474208" y="3259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7419415" y="325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7457392" y="328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7435096" y="3293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7452579" y="3267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7453714" y="3284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7448441" y="3246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7470687" y="3265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7496575" y="3250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7407161" y="3290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7464548" y="335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7406155" y="3323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7493109" y="3267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7394483" y="3346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7433543" y="3126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7469634" y="3267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7495917" y="3295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7437722" y="3293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7405895" y="3273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7425272" y="3350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7420983" y="3279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7448173" y="3293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7429969" y="3238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7404557" y="3418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7450022" y="3244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7396958" y="3277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7430325" y="3277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7471068" y="3374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7451205" y="3305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7418763" y="3232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7405003" y="3285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7477870" y="3279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7404404" y="333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7475903" y="3274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7384502" y="3258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7402219" y="328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7423391" y="3246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7412341" y="3294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7340458" y="3290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7463810" y="323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7416916" y="3326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7427243" y="3263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7521020" y="326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7367871" y="3327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7441457" y="3202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7418767" y="3252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7473729" y="3202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7420159" y="326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7406064" y="3251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7433646" y="3188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7437742" y="3267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7419395" y="3307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7404889" y="3356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7399191" y="3258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7395035" y="3241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7447068" y="3277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7389506" y="3243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7430715" y="322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7425741" y="3301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7457190" y="3304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7377129" y="3280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7389983" y="3397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7415918" y="3290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7434414" y="3385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7439836" y="325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7422276" y="3301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7462073" y="3277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7420748" y="3280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7404214" y="3242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7411807" y="327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7463182" y="3277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7496156" y="3284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7440134" y="3285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7413965" y="327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7477405" y="3267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7444753" y="3276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7433001" y="3278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7453386" y="328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7461464" y="3292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7395598" y="3263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7421716" y="3292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7410997" y="3319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7450703" y="3269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7427839" y="3352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7352820" y="3216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7401019" y="3248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7367032" y="3377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7464964" y="3283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7471355" y="3272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7393776" y="3479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7424622" y="326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7456830" y="330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7466940" y="3294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7397476" y="3256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7488676" y="326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7492224" y="3269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7445034" y="3301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7407908" y="3297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7490420" y="3261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7398541" y="328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7560390" y="3242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7432918" y="332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7456712" y="3263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7495067" y="3273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7473258" y="3272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7439756" y="3264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7434577" y="3236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7406026" y="3266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7459408" y="3187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7474528" y="3226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7410781" y="3263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7410912" y="3264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7395472" y="3143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7458989" y="3268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7427603" y="3289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7475094" y="3273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7416034" y="3227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7487248" y="3233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7510191" y="3151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7456553" y="3316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7511935" y="327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7458561" y="3260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7377517" y="3307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7389521" y="3279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7407230" y="328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7452665" y="3290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7496462" y="3257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7431736" y="3294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7405074" y="3225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7409421" y="3314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7465765" y="3159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7388344" y="3294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7425166" y="3272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7381734" y="327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7428959" y="3250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7442542" y="337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7480436" y="3280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7402072" y="336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7413223" y="3488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7465447" y="3289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7427781" y="3261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7438628" y="3240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7436053" y="3274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7449413" y="324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7462929" y="3267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7466719" y="3268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7426687" y="3278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7400585" y="3281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7454779" y="3252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7456773" y="328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7397952" y="3315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7422813" y="3306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7444599" y="3285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7443394" y="3308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7387093" y="3278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7468063" y="3314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7557213" y="3275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7423288" y="3252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7409820" y="3255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7479176" y="3253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7427137" y="3270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7448752" y="3275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7431018" y="3290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7421971" y="3266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7419824" y="3268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7486506" y="3272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7400385" y="3299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7456345" y="3271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7412445" y="3276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7487887" y="3253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7450784" y="3284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7412189" y="3295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7428139" y="3377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7438991" y="3273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7419915" y="3289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7442959" y="3240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7467550" y="329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7405807" y="3360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7414346" y="3307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7459531" y="3278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7476681" y="3360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7418118" y="3261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7384930" y="3316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7396460" y="3336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7443195" y="3258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7454293" y="3262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7449443" y="3264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7423268" y="3278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7457585" y="3219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7427196" y="3268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7398987" y="3272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7383681" y="3231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7383664" y="3244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7445226" y="3309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7458731" y="3293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7453156" y="3299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7432493" y="3257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7465971" y="3300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7477799" y="3313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7403703" y="328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7496704" y="3207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7472349" y="3279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7494072" y="3311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7416738" y="3297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7536195" y="3228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7392215" y="3282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7414173" y="3293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7419377" y="3205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7474501" y="3274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7415896" y="3280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7395689" y="3271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7398589" y="325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7475155" y="3334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7440095" y="3287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7438652" y="3307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7439423" y="3202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7434982" y="3260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7400748" y="3243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7442140" y="3284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7428591" y="3325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7500621" y="3290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7391429" y="3252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7451654" y="3269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7463282" y="322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7430890" y="325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7420218" y="3239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7437331" y="3274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7352907" y="3305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7460960" y="324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7374851" y="3293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7421409" y="3293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7384577" y="327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7430981" y="3233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7335512" y="3286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7499432" y="328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7369317" y="3280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7415651" y="322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7417210" y="3296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7526052" y="3259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7383643" y="3278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7441997" y="3305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7451662" y="3293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7466783" y="3290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7393447" y="3308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7449881" y="3333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7418996" y="3282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7450347" y="321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7459929" y="3294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7433647" y="327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7524596" y="3257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7357684" y="3262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7468124" y="328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7454027" y="328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7390254" y="3293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7436979" y="3279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7400158" y="3284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7461379" y="3272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7422012" y="3258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7392360" y="3282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7455379" y="3245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7641469" y="360161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7467044" y="3242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7446485" y="3296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7459077" y="3253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7521144" y="327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7405420" y="3281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7466546" y="3273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7452942" y="3243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7389869" y="3297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7352395" y="331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7407175" y="3214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7461754" y="3259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7436867" y="3277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7438834" y="325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7470746" y="3258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7388302" y="3509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7586132" y="3253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7463724" y="3230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7468866" y="327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7430135" y="3263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7418416" y="328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7436068" y="327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7444718" y="3299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7460687" y="3262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7410576" y="3237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7370107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7392841" y="3270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7509062" y="328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7484759" y="3282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7363025" y="3263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7412273" y="3366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9884000" y="3264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7396476" y="3267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7405552" y="328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7434670" y="331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7380869" y="3265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7467775" y="3257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7372225" y="3251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7436114" y="3267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7446930" y="325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7378532" y="3229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7439281" y="322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7373443" y="332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7477468" y="328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7501767" y="3346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7338470" y="3320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7490358" y="331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7465648" y="3280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7404356" y="3250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7393052" y="3264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7367063" y="3300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7342217" y="3306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7396621" y="3327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7415588" y="3257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7422632" y="325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7463683" y="3290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7509201" y="324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7430671" y="3227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7402972" y="3279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7452086" y="3241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7470643" y="3249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7421765" y="3276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7506678" y="3264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7469999" y="3260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7430952" y="3199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7400375" y="331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7399268" y="3313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7376663" y="3331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7431201" y="326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7404296" y="3445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7510271" y="3263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7462188" y="325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7438108" y="3421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7466187" y="3254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7415212" y="328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7423334" y="329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7461863" y="3272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7448591" y="3236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7346422" y="3322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7474085" y="3267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7513903" y="3239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7405474" y="3249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7358918" y="330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7465018" y="3257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7433763" y="321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7371077" y="327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7358922" y="3338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7414909" y="333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7432068" y="3277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7478563" y="3299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7462400" y="327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7432947" y="3257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8223148" y="3276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7407648" y="3270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7422835" y="3297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7463408" y="3264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7421543" y="3275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7434828" y="3262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7430654" y="3268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7382461" y="3272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7424744" y="3283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7416266" y="3287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7433726" y="3256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7431482" y="3229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7485053" y="2883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7412950" y="3206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7396170" y="3293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7424236" y="3291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7455230" y="3243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7424462" y="328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7393834" y="3239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7434076" y="3319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7415616" y="3245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7512057" y="3298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7396468" y="329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7451626" y="3271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7521437" y="3406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7493313" y="3401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7481185" y="3319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7498038" y="3290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7456015" y="3275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7401708" y="326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7446450" y="332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7433901" y="3295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7387286" y="3178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7482687" y="3232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7454472" y="329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7446748" y="3285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7315912" y="3226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7546760" y="3265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7488197" y="3237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7454614" y="324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7439219" y="3288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7421065" y="324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7384174" y="332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7401960" y="3291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7374494" y="3286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7459106" y="3243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7450065" y="325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7448106" y="3232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7501525" y="3239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7437033" y="3209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7373333" y="3255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7482741" y="3267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7427973" y="3312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7391818" y="3266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7426914" y="3249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7397807" y="326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7440179" y="3259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7493575" y="3291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7445616" y="3245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7387159" y="3245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7473642" y="3226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7461789" y="3281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7501111" y="3145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7420644" y="3291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7409921" y="3333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7429387" y="3278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7340119" y="3264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7467322" y="3187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7393500" y="3338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7433080" y="329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7356983" y="3312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7444010" y="3282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7424389" y="3280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7411853" y="3292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7461843" y="3261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7503632" y="3275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7408890" y="3346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7399560" y="3270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7410319" y="3267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7448042" y="3292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7401405" y="3259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7407325" y="326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7426622" y="3311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7460537" y="3277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7462527" y="3344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7422396" y="324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7437380" y="3254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7460992" y="3277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7434365" y="325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7506969" y="3318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7397492" y="3268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7390313" y="3241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7444988" y="3254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7452113" y="3272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7446994" y="3252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7490896" y="3256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7441045" y="327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7451627" y="3297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7410265" y="3276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7485511" y="3202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7516416" y="3270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7416446" y="3268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7361657" y="3256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7411144" y="3271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7398537" y="3280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7379962" y="3228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7469275" y="3311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7461945" y="3263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7372263" y="3287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7505829" y="330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7450451" y="3303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7417958" y="3324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7497337" y="3268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7372805" y="3296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7442109" y="3284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7430263" y="3284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7406327" y="3320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7481088" y="3273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7401379" y="327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7483401" y="2660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7430022" y="326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7408185" y="3290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7409812" y="3257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7434129" y="3249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7413279" y="3277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7452594" y="3251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7431645" y="3309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7439790" y="3288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7455635" y="3242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7451043" y="3350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7445230" y="328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7364820" y="3256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7381148" y="3268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7425716" y="3364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7437456" y="3267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7494933" y="3249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7435132" y="3270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7539848" y="332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7409009" y="3303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7453583" y="3294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7383923" y="3292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7477363" y="324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7402316" y="3299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7466647" y="3268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7449189" y="3262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7488431" y="3239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7453262" y="3271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7455759" y="3324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7409943" y="3299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7416261" y="3280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7408756" y="3275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7450025" y="3211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7448941" y="3244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7443734" y="3231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7430460" y="358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7408024" y="3325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7383291" y="3352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7418630" y="3284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7410566" y="3235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7451526" y="3287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7428886" y="3288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7396149" y="3278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7432882" y="330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7516625" y="328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7425305" y="3277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7427894" y="3277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7477311" y="3257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7454968" y="3260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7397937" y="3271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7426842" y="3300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7459471" y="3262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7462070" y="345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7481658" y="3254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7386833" y="3240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7396208" y="3272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7452505" y="325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7449521" y="3267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7363768" y="3261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7437903" y="3308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7385075" y="3268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7384422" y="3293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7482897" y="3269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7387657" y="3288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7471226" y="3342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7482959" y="3268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7393517" y="3303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7484343" y="3256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7510489" y="3186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7504448" y="324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7396044" y="3310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7398965" y="3308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7508879" y="3276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7445661" y="3314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7396383" y="3317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7407057" y="3253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7446835" y="3289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7424809" y="3325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7409745" y="3270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7419796" y="3291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7417362" y="3274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7383215" y="3266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7468697" y="3272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7457776" y="3422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7453495" y="323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7401069" y="3269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7432124" y="3264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7404245" y="3267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7439866" y="3393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7389932" y="3282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7486390" y="3267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7436287" y="3334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7372653" y="328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7375060" y="3296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7455618" y="3281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7449827" y="3288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7496841" y="3278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7526763" y="2818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7420904" y="323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7435743" y="3291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7393092" y="3285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7462648" y="3249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7450886" y="3251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7452883" y="3294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7451572" y="331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7457994" y="3279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7437197" y="3232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7416186" y="3290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7473740" y="3280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7479255" y="3304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7423873" y="3256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7431064" y="3248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7444639" y="3271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7423331" y="3262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7662988" y="327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7464674" y="326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7426273" y="327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7437167" y="3278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7438166" y="326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7439971" y="3133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7401855" y="3283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7503219" y="3238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7430219" y="3276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7440091" y="3323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7448342" y="3246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7446247" y="323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7394147" y="3211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7417120" y="3250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7412933" y="3286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7461776" y="3277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7506813" y="327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7416364" y="3265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7437944" y="3302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7477802" y="327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7442296" y="3181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7441399" y="3321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7419740" y="3206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7420796" y="3263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7509772" y="326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7441903" y="3275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7468118" y="3278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7493895" y="3257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7474046" y="3264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7409231" y="3272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7393576" y="3277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7483889" y="3259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7482506" y="3269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7410000" y="3286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7474405" y="3053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7405271" y="333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7433618" y="3313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7432217" y="325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7442904" y="3048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7457110" y="3266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7371055" y="3259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7422386" y="3305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7446677" y="3302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7428249" y="3230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7981972" y="3241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7403506" y="3292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7474142" y="2992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7431436" y="3280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7393192" y="3336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7435459" y="3274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7397372" y="3256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7444175" y="324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7419290" y="3256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7457351" y="3255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7459718" y="3306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7455505" y="327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7430956" y="3286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7388162" y="329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7431661" y="327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7386978" y="3334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7390438" y="3327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7417209" y="323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7488429" y="3280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7368785" y="3231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7429538" y="3261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7453889" y="3286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7377200" y="3257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7469486" y="3271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7361817" y="3273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7432757" y="3269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7461203" y="3146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7443567" y="3214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7440177" y="3264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7452100" y="3438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7406246" y="325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7420845" y="3272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7381975" y="3295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7419962" y="3255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7477190" y="324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7460187" y="3287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7440484" y="3269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7438606" y="327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7372481" y="3293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7396638" y="327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7371331" y="3302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7437657" y="3244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7440988" y="3288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7388399" y="3268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7439728" y="325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7440181" y="3310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7413345" y="3256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7443927" y="282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7427095" y="3236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7462699" y="332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7441012" y="3237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7388506" y="3269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7408875" y="3259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7432174" y="3282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7446118" y="3289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7403254" y="3275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7360595" y="318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7444617" y="3293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7406674" y="3257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7455886" y="3280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7379337" y="3332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7414803" y="3263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7424077" y="3318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7442798" y="3240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7426134" y="3265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7419236" y="324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7433658" y="3299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7420943" y="3312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7490619" y="3251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7425763" y="3255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7443206" y="3163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7431822" y="3272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7443127" y="3255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7427589" y="3323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7455983" y="3267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7463150" y="3372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7462642" y="3284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7468758" y="3279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7458847" y="3284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7416701" y="3269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7445896" y="328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7464294" y="3261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7406487" y="327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7448851" y="3267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7417222" y="3268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7378404" y="3301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7435770" y="3288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7448631" y="3289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7431957" y="326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7449569" y="3283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7424880" y="3257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7454880" y="331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7432818" y="3276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7379503" y="3256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7411463" y="324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7497818" y="3268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7480086" y="3237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7452347" y="326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7475772" y="3269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7438102" y="3201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7610423" y="3264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7422939" y="3273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7444913" y="3278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7441682" y="3286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7430195" y="321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7578113" y="334706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7462707" y="3282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7447941" y="3334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7408618" y="3285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7405476" y="3269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7462706" y="327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7500467" y="3167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7464362" y="3286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7449566" y="3350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7469932" y="3274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7469500" y="324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7405864" y="3245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7410048" y="3259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7384318" y="3295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7459043" y="3267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7444348" y="3277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7412156" y="3266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7462381" y="3231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7423690" y="3245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7446175" y="3261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7456948" y="3275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7422989" y="3339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7450861" y="3267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7434006" y="329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7447475" y="3304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7632105" y="3552160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7456939" y="3257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7427551" y="3283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7409774" y="3228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7479128" y="3188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7470174" y="3292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7429425" y="327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7406057" y="3286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7434528" y="328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7433877" y="3219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7401320" y="327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7371591" y="3250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7433736" y="322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8322900" y="3269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7353256" y="327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7410507" y="328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7445350" y="3254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7440620" y="3252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7438088" y="3278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7323831" y="3239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7144437" y="3271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7438253" y="3267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9314129" y="3274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7436678" y="327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7503378" y="3271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7472029" y="3334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7378111" y="3273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7433211" y="3306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7424656" y="3289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7457204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7375561" y="3269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7400197" y="3268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7385222" y="326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7498386" y="3246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7462977" y="3283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7449331" y="3282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7425375" y="3259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7417673" y="3275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7387982" y="3287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7458745" y="3267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7460954" y="2846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7412131" y="3268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7374435" y="3270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7471705" y="3525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7440865" y="3276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7438860" y="326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7490090" y="3259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7411340" y="327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7439198" y="3730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7411466" y="3284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7422914" y="3304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7457988" y="3271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7432944" y="327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7396352" y="3241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7440887" y="3295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7440611" y="3251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7433810" y="3329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7443175" y="326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7486221" y="327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7421185" y="3290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7366443" y="3350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7417953" y="3271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7434928" y="327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7362626" y="324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7440235" y="3264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7398752" y="328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7446055" y="329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7429569" y="3321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7446310" y="3288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7491953" y="3288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7465524" y="3274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7406129" y="3196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7450231" y="3244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7440133" y="3265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7435683" y="3302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7403380" y="3234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7460419" y="326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7370044" y="328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7438261" y="3268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7414347" y="3287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8249768" y="3268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7440780" y="3358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7523823" y="3267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7502025" y="3261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7412999" y="3271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7476492" y="2711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7435632" y="3291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7452603" y="3307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7426185" y="327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7437991" y="3253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7446176" y="3290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7431147" y="3284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7417564" y="324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7423388" y="3285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7377537" y="3247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7437913" y="3275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7425949" y="3261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7493437" y="3257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7459110" y="3272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7442923" y="3275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7485168" y="3297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7445248" y="3365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7348320" y="3295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7469984" y="3277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7443503" y="3080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7407283" y="3265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7457262" y="3232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7397448" y="330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7456957" y="3249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7386556" y="3300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7445853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7358964" y="3336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7406545" y="3245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7444155" y="3255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7430428" y="3282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7443363" y="3257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7459871" y="325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7453376" y="3279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7396183" y="3284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7575454" y="3285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7518967" y="3261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7523769" y="3276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7590765" y="3285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7565634" y="3316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7731234" y="3262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7707315" y="326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7447349" y="3285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7563689" y="3278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7643802" y="3234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7472301" y="3264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7523336" y="3262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8578511" y="3276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7417887" y="3280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7361801" y="3252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7450419" y="3258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7402268" y="3239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7346031" y="3246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7406217" y="2597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7387690" y="3246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7455751" y="3232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7488959" y="1991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7529771" y="3504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8244492" y="3319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7423011" y="2259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7419701" y="3267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7566642" y="1610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7406240" y="322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7512085" y="3613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7489465" y="3311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7293436" y="3274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7711095" y="3302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7626205" y="3261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7541073" y="3240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7833591" y="328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7398774" y="3279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7480502" y="3273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7396094" y="325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7388686" y="3271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7640837" y="3269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7521043" y="326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7494936" y="3270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7647260" y="2715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7329351" y="3506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7401674" y="3264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7373913" y="3263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7540911" y="3282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7515295" y="3282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7452451" y="3196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7440322" y="3262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7567968" y="326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7416460" y="3263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7484227" y="328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7534663" y="3266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7570833" y="3308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7485813" y="3278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7695748" y="3283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7836364" y="3233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7571344" y="3285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7404137" y="3325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7411843" y="3326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7457081" y="3269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7394333" y="3266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7563527" y="3282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7446510" y="3263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7654288" y="3264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7468386" y="3264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7471967" y="317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7390096" y="3270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7405729" y="3198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7529393" y="3260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7398312" y="3245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7450750" y="3303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7488270" y="327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7497282" y="3288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7428313" y="3298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7445114" y="3266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7336241" y="3288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8059830" y="3306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7832494" y="304437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7418140" y="3188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7598430" y="3292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7553870" y="3265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7952546" y="3288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7492416" y="296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7402809" y="3270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7359627" y="3238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7392425" y="3258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7326415" y="3257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7485868" y="3282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5506866" y="3273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7537860" y="326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7526758" y="2961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7555787" y="3303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7618680" y="3275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7658674" y="3289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7620532" y="3383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7513819" y="336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8305193" y="3254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7553349" y="3283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7454823" y="3262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7442391" y="3265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7491959" y="3281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7224898" y="3270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7376506" y="3268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7410997" y="3263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7451635" y="3266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7387544" y="3246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7572195" y="3271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7450815" y="3274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7791550" y="3314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7613359" y="3348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7540822" y="3296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7882224" y="3287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7419699" y="3267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7475151" y="3678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7634316" y="3229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7402258" y="3271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7550762" y="3297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7369866" y="3299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7429798" y="3267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7468637" y="2770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7409234" y="3219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7600921" y="3265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7391963" y="2691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7440734" y="3275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7392270" y="3249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7695297" y="327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7477479" y="2831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7430062" y="326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7667976" y="3216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7360603" y="329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7483868" y="3243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7411760" y="3257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7402709" y="328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7461883" y="3374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7418659" y="3293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7348855" y="3273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7200925" y="2886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7317884" y="3286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7317241" y="3285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7458103" y="3263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7320949" y="3246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7420786" y="3341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7422053" y="3330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7396513" y="3268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7508009" y="3282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7925679" y="3298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7544402" y="3293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7620244" y="3305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7787916" y="3272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7293169" y="3277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7456730" y="3260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7527286" y="3267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7497360" y="3320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7656828" y="3249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7639467" y="3275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7447972" y="3259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7566149" y="328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7355738" y="3260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7389586" y="3274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7488382" y="3288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7538836" y="3311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7390357" y="3278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7398603" y="3267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7371359" y="3268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7405015" y="3270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7611547" y="3290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7460164" y="3303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7416126" y="3189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7514473" y="3249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7569894" y="3308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7542372" y="3275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7921639" y="3282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7402548" y="3271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7379583" y="3315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7527296" y="3250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7397232" y="3243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7522969" y="3358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7572146" y="3303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7555713" y="3275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7512910" y="3298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5538560" y="314630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7585155" y="3295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7681390" y="334093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7367648" y="3393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7479576" y="324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7592616" y="3121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7955696" y="3281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7366072" y="3317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7332053" y="3309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8654092" y="3252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7563928" y="3265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7402587" y="327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7633406" y="3287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7474698" y="3293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7729443" y="3294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7497719" y="3327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7588956" y="3284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7412690" y="3255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7413705" y="3136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7360471" y="3258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7382946" y="3264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7412396" y="3233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7462082" y="3261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7336499" y="3246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7478389" y="3272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7513570" y="3302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7356769" y="3290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7474891" y="326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7414384" y="3229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7435260" y="3335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751538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7627227" y="326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7711601" y="3320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8361842" y="3296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7654467" y="3259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7549707" y="3260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7590911" y="3305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7214349" y="3273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7372318" y="3282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7509383" y="3283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7362504" y="325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7660143" y="3270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7467325" y="349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8009529" y="3282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7527972" y="3290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7526241" y="327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7462338" y="3261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7395751" y="3233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7420241" y="3275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7424065" y="3277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7517783" y="3283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7401540" y="3257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7544026" y="3175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7546337" y="3221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7510279" y="3231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7626942" y="3290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7381194" y="3282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7404942" y="3302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7531145" y="3334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7422264" y="3260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7615555" y="3275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7403690" y="3226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7472532" y="326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7496461" y="3271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7473373" y="3279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7239214" y="3339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7384750" y="3215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7413836" y="3275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7521612" y="3275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7528206" y="3287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7481810" y="321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8728148" y="3267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7578109" y="3251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7451484" y="3271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7397673" y="3246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7586403" y="3254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7410509" y="3256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7584685" y="3280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7515759" y="3288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7490039" y="330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7473316" y="326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7327621" y="3271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7385468" y="3265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7383843" y="3266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7412793" y="3276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7526146" y="3267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7480059" y="3273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7280845" y="3320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7415211" y="3284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7357601" y="3303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7660676" y="3295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7507804" y="3243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7441354" y="3300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7398504" y="3256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7593674" y="3280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7398631" y="3269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7633889" y="3276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7464110" y="3309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7489205" y="3262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7607408" y="3291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7349338" y="324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7555843" y="3269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7485229" y="3277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7565548" y="3265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7380101" y="3269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7351852" y="3270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7418968" y="3243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7502295" y="3283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7464904" y="3263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7346593" y="328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7389885" y="3271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7344344" y="3428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7400418" y="3668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7778088" y="3297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7927871" y="338594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7573465" y="3364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7434089" y="316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7489467" y="3232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7314004" y="3253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7687723" y="3250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7579545" y="3270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7489861" y="324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7607527" y="3287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7416875" y="3275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7443210" y="327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7579278" y="3260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7566485" y="3266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7395512" y="3272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7426309" y="3270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7354848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7428640" y="2603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7457092" y="2852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7464484" y="3249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7932376" y="3283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7600430" y="3341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7689516" y="3255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7612039" y="3285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7502176" y="3259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7556975" y="2284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7346907" y="3266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7617190" y="329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7632393" y="3294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7621144" y="3286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7496049" y="3271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7600053" y="3241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7527502" y="3199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7480246" y="327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7455571" y="3279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7451106" y="3280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7318135" y="3266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8441473" y="328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7682718" y="3283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7597598" y="3278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7446695" y="3271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7239670" y="3254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7575172" y="3287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7467164" y="326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7448642" y="3273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7451238" y="3259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7362734" y="3287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7529031" y="325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7442398" y="3228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7754104" y="276506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7383172" y="3262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7312566" y="326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7456752" y="3270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7385822" y="3278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7534951" y="3241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7489062" y="3270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7498943" y="327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7486141" y="3301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7558273" y="3313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7311567" y="3263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7531265" y="3306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7518508" y="3274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7396076" y="3290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7218706" y="3311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7468476" y="3279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7401275" y="3317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7251020" y="3276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7375691" y="331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7476757" y="3272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7444300" y="3266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7312208" y="3266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7459281" y="3129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7490620" y="3190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7402686" y="3276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7435941" y="3221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7398664" y="3270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7400353" y="3218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7385869" y="3285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7456992" y="3240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7549023" y="3279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7623566" y="3358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7471725" y="3251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7412655" y="3220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7488833" y="3230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7502124" y="3283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7493771" y="327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7514071" y="3271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7472924" y="324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7440836" y="3286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7595467" y="3198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7477109" y="3278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7511447" y="3221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7548088" y="3291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7446510" y="3264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7437848" y="3209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7525913" y="3281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7552314" y="3291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7470145" y="3260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7514172" y="325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7492178" y="3289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7668821" y="3273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7609575" y="3349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7599634" y="3272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7312910" y="3235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7490031" y="3280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7340123" y="3235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7596141" y="324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7582891" y="3267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7395678" y="3239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7334338" y="3273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7512846" y="322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7501540" y="3368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7459145" y="3267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7269448" y="319375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7391778" y="3174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7474430" y="3226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7381812" y="3268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7412440" y="3267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7695795" y="327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7674363" y="3267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7465083" y="3269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7473047" y="3276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7374326" y="325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7438399" y="3200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7389121" y="3266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7489539" y="3246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7345315" y="3274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7429308" y="3158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7465720" y="326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7261652" y="3270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7360698" y="3262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7330680" y="3259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7212251" y="3286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7459337" y="3264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7339380" y="3276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7418781" y="3280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7366473" y="3265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7393231" y="3307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7438055" y="3801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7298835" y="328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7496960" y="3242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7573696" y="3278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7474167" y="3287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7494101" y="325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7409737" y="328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8329854" y="3283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7379061" y="3296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7359947" y="3267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7593946" y="3278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7451669" y="3280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7443509" y="3268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7368612" y="3279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7518848" y="3344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7356676" y="3266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7312851" y="3264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7413370" y="327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7506023" y="3264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7462827" y="3263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7495566" y="3272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7355550" y="3346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7505719" y="3264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7354550" y="3275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7661347" y="3299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7527711" y="3313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7437911" y="2071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7461582" y="327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7698992" y="3248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7290840" y="328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7694377" y="3548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7445581" y="327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7290772" y="3211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7434610" y="3236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7364684" y="334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7471279" y="330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7568644" y="3278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7514423" y="326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7558382" y="3277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7404812" y="3262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7558773" y="3315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7378343" y="3321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7579215" y="3303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7558103" y="3271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7426705" y="325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7654889" y="3328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7379408" y="325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7494188" y="3347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7425788" y="2603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7842338" y="3292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7533794" y="3250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7576452" y="3257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7622382" y="3254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7487672" y="3291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7619154" y="324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7481804" y="3269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7407430" y="3230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7548943" y="3251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7445826" y="3242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7528219" y="327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7420460" y="3270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7119341" y="329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7558013" y="3268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7458155" y="3288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7420670" y="3257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7252574" y="3265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6948777" y="3266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7381169" y="3265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7484959" y="3300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7462001" y="3318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8623635" y="3306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7451902" y="3246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7422279" y="3290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7484528" y="3268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7375925" y="3292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7438704" y="3256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7637247" y="3184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7531602" y="327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7353093" y="3262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7621570" y="3292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7448825" y="3239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7450044" y="3233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7462540" y="3236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7479825" y="3277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7437144" y="3255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7532106" y="3285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7533621" y="3276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7530797" y="3299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7613356" y="3292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7365308" y="3255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7572348" y="3276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7623295" y="3284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7561181" y="3229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7579946" y="3398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7439097" y="3251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7498188" y="3288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7465147" y="3272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7174993" y="3262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7263164" y="3274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7334063" y="327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7423013" y="328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7471035" y="3273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7464792" y="3257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7696158" y="3266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7393341" y="3268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7400730" y="3269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7362414" y="3260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7418804" y="3274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7685556" y="3267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7462477" y="3276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7619141" y="3276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7463839" y="3251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7369359" y="3415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7708328" y="3281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7566723" y="3300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7403752" y="3258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7440805" y="3269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7423364" y="3270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7357527" y="3278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7543797" y="3292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7354137" y="3275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755590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7384122" y="3258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7449264" y="3445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7481345" y="3305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6895284" y="3269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7521425" y="3265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7561688" y="3276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7498960" y="3296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7618624" y="319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7557154" y="3311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8223428" y="336859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7482832" y="3450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7463983" y="3367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7541878" y="326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7489079" y="326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7468823" y="3260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7359362" y="3283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7557140" y="3282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7520961" y="3275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7420999" y="3253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7709127" y="3317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7574833" y="331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7765207" y="334703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7587382" y="324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7688827" y="3292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7351402" y="3330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7411882" y="3313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7428248" y="327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7513197" y="3271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7427819" y="3261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7479686" y="3280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7564484" y="3266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7583694" y="3261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7577068" y="3280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7501998" y="327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7427216" y="3266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7466902" y="3269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7357842" y="3271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7500148" y="3215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7362612" y="327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7613316" y="355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7416333" y="3280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7614111" y="2652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7395190" y="3493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7416129" y="324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7348110" y="3287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7516205" y="3264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7574510" y="3301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7172623" y="3281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7468712" y="3282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7530680" y="3269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7412695" y="3304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7586591" y="3293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7161331" y="323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7425153" y="3254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7619859" y="3380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7463894" y="3322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7543667" y="3269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7578408" y="324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7422301" y="327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7473652" y="3307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7523245" y="3265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7393995" y="3234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7439711" y="3297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7428527" y="3339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7393102" y="3264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7514847" y="3272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7542611" y="3273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7437048" y="3269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7392994" y="3240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7497424" y="3282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7590996" y="3268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7484707" y="3254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8367898" y="3244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7498246" y="3272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7509295" y="3266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7697256" y="3257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7459899" y="3334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7289283" y="330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7491894" y="328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7528165" y="3310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7468212" y="3273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7483951" y="3265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7420728" y="3281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7740571" y="330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7453715" y="3244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7223361" y="3303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7444243" y="2861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7498079" y="330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7556013" y="326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7622814" y="3266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7155166" y="3250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7285964" y="322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7467814" y="3700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7441749" y="3299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7508063" y="331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7338531" y="3258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7593784" y="3273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7439319" y="3245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7516148" y="3263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7502759" y="3267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7619430" y="3250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7494132" y="3296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7448045" y="3282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7438223" y="3276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7554425" y="3273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7522452" y="327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7428426" y="3291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7550077" y="3259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7519150" y="3273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7393855" y="3278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7625867" y="3275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7538024" y="3265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7578463" y="3295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7614320" y="3303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7432371" y="3161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7402166" y="3267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7338972" y="3273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7375725" y="3280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7369249" y="3270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7547812" y="3262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7807575" y="3264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7562579" y="3199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7519118" y="3250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7358977" y="3276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7326928" y="3250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7390319" y="3229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7563665" y="3319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7506645" y="3320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7554214" y="3262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7482730" y="3253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7516996" y="326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7374192" y="3301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7588674" y="3268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7436182" y="3268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7439409" y="3303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7525263" y="3321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7238236" y="3279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7447540" y="3229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7342790" y="3272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7717621" y="3285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7540560" y="3215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7774700" y="3304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7501341" y="3247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7313541" y="3389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7440559" y="3321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7680126" y="3278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7504786" y="324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7672818" y="3296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7374067" y="327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7233841" y="321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7405906" y="3252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7407597" y="325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7401216" y="3221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7512325" y="3275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7489475" y="3235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7502618" y="328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7530639" y="3266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7474630" y="322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7598534" y="3399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7487234" y="3248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7412711" y="3240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7613287" y="3253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7402295" y="3244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7416524" y="3251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7543086" y="330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8283885" y="3273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7484041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7457087" y="3264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7602738" y="3280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7694306" y="325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7623681" y="3283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7664144" y="3298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7582663" y="3248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7614823" y="3277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7601025" y="3223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7651478" y="3222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7480666" y="3337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7463431" y="3262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7598224" y="3264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7372956" y="3274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7473370" y="3304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7641677" y="3252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7473897" y="3316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7488569" y="328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7493754" y="327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7585822" y="3291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7717515" y="3271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7456229" y="328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7437840" y="3251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7494701" y="3260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7617925" y="3274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7653214" y="3261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7485006" y="3356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7611988" y="304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7552153" y="3281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7481420" y="3294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7809760" y="325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7348225" y="3255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7379554" y="3265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7536944" y="3276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7370026" y="325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7480735" y="3279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7357571" y="3307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7420528" y="3316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7498163" y="3291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7462243" y="3298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7347966" y="3265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7710650" y="3303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7381981" y="3266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7179755" y="324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7385511" y="3266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7411276" y="3282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7543629" y="375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7425724" y="3234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7343811" y="3289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7549873" y="3263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7594179" y="3314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7659836" y="3285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7560545" y="3272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7503233" y="3283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7541986" y="3319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7507500" y="3298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7577223" y="3252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7495318" y="3285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7598189" y="3270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7453679" y="3294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7575913" y="328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7359781" y="3185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7386030" y="3243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7325165" y="3268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8196057" y="3229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7612740" y="3228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7449760" y="3206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7305549" y="3259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7423605" y="3298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7489723" y="3274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7436615" y="329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7493160" y="3219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7574008" y="3247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7405586" y="3303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7544177" y="3330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7439073" y="3216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7541762" y="3298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7288030" y="3296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7457861" y="3276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7594765" y="3246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7523362" y="3283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7255299" y="3250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7516010" y="3304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7581803" y="3278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7438889" y="3251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7417540" y="326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7388730" y="3270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7504064" y="3287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7463371" y="3267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7434350" y="2806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7471143" y="3305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7406522" y="3298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7566497" y="330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7345149" y="3184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7547812" y="3264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7287089" y="3221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7447856" y="3160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7382504" y="3192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7537439" y="328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7508061" y="3305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7405284" y="327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7623513" y="3279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7467589" y="3268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7599724" y="329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7548092" y="325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7474015" y="3305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7282053" y="3234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7430823" y="3269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7344574" y="3256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7309421" y="3256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7571306" y="3222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7301107" y="3270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7502611" y="3234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7666179" y="326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7478465" y="3281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7638012" y="3254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7487359" y="3267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7479358" y="353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7520469" y="3295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7682051" y="3297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7424859" y="3251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7527820" y="3273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7504792" y="3370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7472914" y="3131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7421125" y="3284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7462260" y="3241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7449256" y="3283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7405598" y="3265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7552567" y="324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7583908" y="2659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7676849" y="3269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7668670" y="3278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7499642" y="2917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7421313" y="3274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7395909" y="3248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7423924" y="3303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7414503" y="3340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7234621" y="3268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7413392" y="3279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7493540" y="3272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7586397" y="3304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7393430" y="325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7525113" y="3273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7478903" y="3308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7410209" y="3270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7491560" y="3284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7503471" y="3253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7990856" y="3256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7551099" y="3270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7710729" y="325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7533918" y="3271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7496293" y="326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7610711" y="3279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7492048" y="3269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7390006" y="3255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7745205" y="3285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7443516" y="323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7580486" y="3246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7469203" y="2996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7602205" y="3238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7519655" y="3259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7605165" y="3272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7364039" y="3244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7501948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7245428" y="3241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7656552" y="3261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7578200" y="3275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7410870" y="3244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7558605" y="2879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7505299" y="3217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7406395" y="3191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7406188" y="3251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7742001" y="3277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7577655" y="3289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7563640" y="3211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7328765" y="3272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7378103" y="3269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7348703" y="326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7443693" y="3282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7593109" y="3281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7379143" y="3269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7285198" y="319764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7681167" y="3268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7579741" y="3598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7559948" y="3292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7419711" y="3246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7566525" y="3188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7386435" y="3245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7352602" y="3301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7404502" y="3271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7434384" y="3274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7585926" y="328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7495053" y="3310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7548726" y="3268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7426209" y="3270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7407209" y="3290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7538838" y="3230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7465069" y="3292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7169156" y="3256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8005874" y="3232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751273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7507303" y="3281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7289369" y="324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7315493" y="3283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7425740" y="3247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7576731" y="3263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7412682" y="3275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7556543" y="3265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7568267" y="3257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7479582" y="3265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7314301" y="3255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7314854" y="3216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7183802" y="3265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7468544" y="3262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7566051" y="326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7351914" y="3278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7410487" y="3265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8125542" y="3279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7441631" y="3292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7386301" y="3189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7529074" y="3278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7448197" y="3272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7433764" y="3305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7393934" y="3225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7403893" y="334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7647079" y="3283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7506664" y="3354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7487219" y="3287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7447274" y="3291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7277365" y="3273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7440538" y="3277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7354310" y="3249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7412011" y="322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7406212" y="3209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7310736" y="3250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7318595" y="3257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7451815" y="3264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7462356" y="3271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7317585" y="3274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7395970" y="3479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7096563" y="3265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7382953" y="327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7576415" y="3087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7443947" y="3278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7513222" y="3241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7499873" y="3193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7503553" y="3278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7152861" y="3295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7532640" y="3243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7461208" y="3267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7480500" y="3230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7390883" y="3276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7457284" y="327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7883001" y="3273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7471942" y="3258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7528792" y="3261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7280283" y="3255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7533484" y="286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7359586" y="3249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7417254" y="330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7484497" y="3213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7424315" y="3329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7401371" y="3292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7432989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7449634" y="3276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7428326" y="3250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7531964" y="3258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7455431" y="3254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7390176" y="3234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7524848" y="3266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7492515" y="3279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7486902" y="3308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7619357" y="3277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7403474" y="3269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7556274" y="3283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7347992" y="3244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7392035" y="3271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7390231" y="3271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7559680" y="3289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7558546" y="3291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7393782" y="3292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7524056" y="3263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7439843" y="3282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7324044" y="3224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7385783" y="3264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7428382" y="3275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7995943" y="326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7397819" y="323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7310691" y="3249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7602381" y="3264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7481134" y="3276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7640163" y="3305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7477370" y="3029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7509685" y="3259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7422728" y="3253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7525968" y="3320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7380738" y="3220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7542135" y="3285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7430307" y="3192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7534427" y="327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7487851" y="3265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7293122" y="3317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7246774" y="3267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7479101" y="3273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7611497" y="3267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7122641" y="327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7459611" y="3368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7352443" y="3220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7492850" y="3260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7524769" y="3266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7630953" y="3285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7612178" y="3284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7560174" y="3294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7392718" y="3223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7371327" y="3201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7400371" y="3294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7360904" y="3268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7379953" y="3270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7399863" y="3300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7420147" y="3226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7748887" y="3272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7547111" y="3308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7322469" y="3177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7538890" y="328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7375745" y="3310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7443276" y="3262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7436883" y="3270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7508919" y="3276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7666859" y="3287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7411311" y="3269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7603277" y="3268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7387471" y="3272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7461763" y="3281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7550175" y="3287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7262400" y="3272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7348171" y="3250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7276009" y="32528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7501293" y="3343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7451228" y="3277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7438565" y="3280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7175190" y="3242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7261797" y="3259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7512029" y="3270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7375869" y="3272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7663498" y="319363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7314609" y="325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7363944" y="3250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6531455" y="3272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7576901" y="3281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7462223" y="3286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7399772" y="3248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7507004" y="3279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7500240" y="3241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7442216" y="3278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7493439" y="3276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7700091" y="3278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7471066" y="3274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7423614" y="3216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7382791" y="3187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7336180" y="3259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7466173" y="327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7544561" y="3293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7292330" y="3280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7639111" y="3270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7441890" y="3075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7536000" y="327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7619850" y="3304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7380353" y="3277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7542025" y="330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7606489" y="3293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7313756" y="3291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7292701" y="3243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7317212" y="2837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7515043" y="333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7421223" y="3280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7503573" y="322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7521785" y="3279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7435913" y="3263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7421850" y="326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7319056" y="3164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7581867" y="3297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7581085" y="3272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7359905" y="3266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7401505" y="3277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7569424" y="320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7593803" y="329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7343025" y="3261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7383648" y="3268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7697789" y="3267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7359413" y="3289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7419246" y="2708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7462943" y="3270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7355743" y="3274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7595549" y="3281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7541029" y="3290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7456236" y="3279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7283139" y="3222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7413641" y="327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7608866" y="3320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7538603" y="328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7459028" y="3280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7503400" y="3255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7372548" y="3264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7499696" y="3269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7555055" y="3240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7441166" y="3278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7514280" y="3285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7681396" y="3266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7533952" y="3295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7396383" y="326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7361878" y="3261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7395958" y="3270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7405777" y="3282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7419628" y="3241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7453047" y="3247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7524788" y="3275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7398603" y="3246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7293264" y="3277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6734268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6811164" y="326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7412514" y="3246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7498638" y="3228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7369558" y="3290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7388153" y="3204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7398105" y="3224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7420150" y="3251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7507489" y="3151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7489355" y="2226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7361259" y="3255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7287717" y="3256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7092531" y="326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7509482" y="320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7431881" y="3270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7533066" y="3288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7522669" y="3388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7429633" y="3269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7594185" y="3271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7543482" y="3271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7392517" y="3255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7428858" y="32674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7446442" y="3283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7426909" y="3300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7417779" y="3257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7452880" y="3263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7276261" y="3235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7440837" y="3264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7453750" y="3243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7361450" y="3271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7455980" y="3289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7363062" y="3262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7310892" y="3255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7203500" y="3296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7422792" y="3242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7370943" y="3255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7294176" y="3258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6938054" y="3276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7405195" y="3261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7302631" y="327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7281378" y="3275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7557645" y="3686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7287863" y="3262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7403843" y="3241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7551003" y="3279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7425027" y="3271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7365053" y="3259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7934343" y="3280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7451031" y="3295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7436627" y="3283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7603487" y="3295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7434816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7421524" y="3288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7374494" y="3333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7516199" y="3342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7671984" y="323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7280249" y="3209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7342828" y="3243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7237920" y="3269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7345344" y="3290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7247303" y="3298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7456336" y="3282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7338225" y="3227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7367528" y="328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7440083" y="3257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7399774" y="3238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7497561" y="3336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7449460" y="327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7598424" y="3300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7368221" y="3320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7512497" y="3250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7289121" y="3263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7295608" y="3273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7509525" y="3259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7539381" y="3254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7501360" y="327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7561337" y="3021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7515723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7472145" y="3227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7733217" y="3269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7407705" y="3256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7350057" y="326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7500137" y="326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7480154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7406086" y="317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7496901" y="3283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7323496" y="3200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7406744" y="3263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7489505" y="3287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7402196" y="329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7200079" y="3287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7572536" y="3267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7312092" y="326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7481681" y="3275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7349868" y="3303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7457193" y="3234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7314949" y="3280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7689724" y="3271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7696079" y="327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7406437" y="3273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7437468" y="3275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7355875" y="3226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7392253" y="3238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7405911" y="3252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7498578" y="3272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7475711" y="3274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7384986" y="3282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7442409" y="3258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7608231" y="2913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7351417" y="3284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7441485" y="3266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7618561" y="3283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7468405" y="329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7364318" y="3253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7533989" y="3273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7490767" y="3269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7511356" y="3302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7345094" y="3310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7400750" y="3199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7349301" y="3257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7424201" y="329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7678290" y="3380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7351659" y="3262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7192060" y="324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7389272" y="3227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8031229" y="3265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7509163" y="3282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7380743" y="3256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7443404" y="3286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7475477" y="3278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7514345" y="3266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7480578" y="3293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7469023" y="3268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7390208" y="3242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7362334" y="3280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7461788" y="3324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7412843" y="3198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7758235" y="3272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7524666" y="3238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7495821" y="3250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7425376" y="3236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7480149" y="3366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7286636" y="3259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7622518" y="3283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7465107" y="3284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7732206" y="3303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7456643" y="325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7283335" y="330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7441972" y="3288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7356107" y="3242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7522099" y="3273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7441199" y="3239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7386474" y="3257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7377368" y="3271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7302788" y="3237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7441688" y="3268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7428807" y="3287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7717545" y="3258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7442635" y="3285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7559508" y="3216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7394735" y="3301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7309247" y="3259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7559882" y="3200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7627992" y="3227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7533030" y="3262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7403658" y="3285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7404382" y="3254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7339249" y="332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7367653" y="3265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7457451" y="3187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7355825" y="3135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7490221" y="3238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7513312" y="328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7354400" y="3278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7622989" y="3282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7283181" y="3273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7481094" y="3266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7628539" y="3311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7538114" y="3270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7255825" y="3308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7503296" y="3272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8478358" y="3295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7761771" y="3293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7736874" y="3280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7454486" y="3279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7663930" y="3249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7532460" y="3225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7379980" y="3275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7486633" y="3235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7670359" y="3260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7888864" y="3266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7434713" y="3286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7446281" y="3268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7491423" y="3334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7527564" y="3262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7671675" y="3258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7533817" y="3255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7426605" y="3244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7643968" y="3305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7708721" y="3262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7702094" y="3304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7355976" y="3263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7587777" y="3286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7460966" y="3106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7394970" y="3268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7383073" y="328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7517457" y="3159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7827735" y="3267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7511278" y="3290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7429122" y="3284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7469880" y="325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7274054" y="3272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7923161" y="3250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7645283" y="3305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7235790" y="3269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7493634" y="327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7446072" y="327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7525247" y="3271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7252099" y="3260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7524438" y="3287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7588331" y="3283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7938804" y="3258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7392098" y="3256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7334712" y="3260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7306552" y="3272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7412815" y="3279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7497281" y="3252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7587330" y="3263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7444666" y="3248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7633534" y="3271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7410231" y="3315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7465490" y="3267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7571629" y="3298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7074110" y="3275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7475405" y="3222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7394163" y="3271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7479513" y="3297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7649579" y="3274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7550965" y="3272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7390630" y="3279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7507182" y="3263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7322590" y="3240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7453078" y="327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7379038" y="3296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8423460" y="3294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7268282" y="3259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7426713" y="3266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7486554" y="3312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7360116" y="324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7443498" y="3265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7310342" y="324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7483908" y="3260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7395116" y="3269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7575103" y="327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7575372" y="3284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7523796" y="3270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7311145" y="3274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7412686" y="3243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7531359" y="3273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7452813" y="328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7695680" y="3288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7391867" y="3230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7288620" y="3220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7590466" y="3270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7467227" y="3288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7209221" y="3291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7534102" y="3268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7394987" y="3288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7331524" y="3282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7308887" y="3252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7615974" y="326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7473433" y="3286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7386082" y="3251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7639101" y="3273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7585173" y="3257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7563783" y="3294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7342608" y="3271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7443123" y="325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7533683" y="3268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7400942" y="3279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7436100" y="3269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7353852" y="326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7310389" y="322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7201484" y="3269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7297685" y="3236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7336189" y="3287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7484528" y="3240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7472157" y="3273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7485711" y="3276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7531225" y="323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7382093" y="3256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7377622" y="3257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7431174" y="3262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7434656" y="3287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7324574" y="3283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7462507" y="3286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7357869" y="3253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7514446" y="3247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7348101" y="320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7439094" y="3262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7458002" y="3269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7575546" y="3270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7367060" y="324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7568172" y="3265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7434495" y="3322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7509646" y="3279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7611486" y="3284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7359496" y="3290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7527651" y="3272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7595851" y="3263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7483761" y="3241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7473642" y="324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7587428" y="3257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7443060" y="3269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7655276" y="3263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7493773" y="3276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7547340" y="3298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7516240" y="328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7441171" y="3271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7670832" y="3299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7601786" y="3069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7311925" y="3247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8448644" y="3319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7463167" y="3273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7341519" y="3290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7414557" y="3259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7466460" y="294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7429478" y="3260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7518105" y="3278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7739203" y="3245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7470761" y="3287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7405782" y="3271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7564193" y="3260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7509770" y="3295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7678355" y="3281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7486170" y="3221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7518500" y="3275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7548692" y="3278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7285024" y="3217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7634423" y="3278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7406062" y="3264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7541436" y="3297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7410909" y="3271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7529069" y="3286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7422138" y="3186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7252298" y="319353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7540032" y="3275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7456561" y="3267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7414612" y="322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7541638" y="3226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7455168" y="3251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7514043" y="3281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7397425" y="3291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7390221" y="3255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7269744" y="3263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7563335" y="3185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7444464" y="3237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7385058" y="3218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7594297" y="3243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7689711" y="3263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7372517" y="3237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7501315" y="3251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7566216" y="3278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7371637" y="3310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7345514" y="3240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7500413" y="313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7315292" y="3274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7534763" y="3273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7367570" y="3246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7323762" y="3240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7631395" y="3292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7343760" y="3287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7480777" y="3320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7432272" y="3282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7420837" y="3181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7652729" y="328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7416762" y="3221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7454327" y="3301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7474102" y="3274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7622833" y="3308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7581832" y="328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7411770" y="3274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7663597" y="3314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7616107" y="3249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7436901" y="3240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7483930" y="3273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7581260" y="3294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7840601" y="3277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7401229" y="322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7550102" y="3285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7581983" y="3237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7257496" y="3281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7382287" y="3257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7451418" y="3231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7448303" y="325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7538118" y="3316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7465427" y="3301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7627930" y="3265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7696096" y="3272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7368683" y="3221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7668697" y="3295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7510196" y="3272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7458281" y="3286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7385716" y="3278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7356249" y="3259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7375301" y="3269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7463716" y="3293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7351325" y="328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7386842" y="3281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7545160" y="3283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7464739" y="3254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7599146" y="3295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7639824" y="3277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7817621" y="3277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7349485" y="323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7492547" y="3303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7411155" y="3289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7381888" y="3263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7431995" y="3266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7555829" y="3305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7688340" y="3303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7582201" y="3284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7405696" y="3235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7591875" y="3282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7522082" y="3279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7496884" y="3269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7352322" y="3265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7528182" y="329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7619569" y="3269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7480549" y="3251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7459567" y="328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7537473" y="327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7653158" y="3304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7647261" y="3259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7694574" y="333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7982905" y="3256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7645648" y="3302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7558624" y="3278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7570353" y="3294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7492380" y="3283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7415992" y="3293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7376069" y="3237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7385126" y="3209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7274729" y="3214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7513307" y="329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7459221" y="316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7650405" y="3320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7581566" y="3275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7644040" y="3269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7382448" y="3270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7418094" y="3262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7499830" y="3283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7603477" y="3281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7587888" y="3263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7284402" y="3274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7620962" y="3287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7557177" y="3274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7272147" y="3218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7338043" y="3247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7579838" y="3292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7530578" y="3278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7631237" y="3287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7652234" y="3285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7476343" y="3265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7485462" y="3281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7602237" y="328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7506089" y="3270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7432259" y="3273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7420424" y="3250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7477353" y="3265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7609508" y="330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7302794" y="3312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7398955" y="3289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7497198" y="326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7585145" y="3278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7477746" y="3260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7311764" y="3244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7364100" y="3273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7516981" y="328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7371527" y="3285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7434091" y="3292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7443186" y="3337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7394201" y="327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7813325" y="3324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7518562" y="3274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7367887" y="321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7474768" y="3261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7556199" y="328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7531154" y="3292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7531811" y="3320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7355858" y="3297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7520658" y="3265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7634883" y="3276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7393437" y="3274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7580348" y="3276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7618820" y="3281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7680736" y="3268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7537902" y="3263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7436964" y="3283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7384287" y="3312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7580095" y="3243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7501004" y="328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7522112" y="3288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7595948" y="3277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7586578" y="3289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7521546" y="3237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7361336" y="3229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7483919" y="3288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7197462" y="3306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7254266" y="3293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7536953" y="3281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7754732" y="3269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7387219" y="326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7374787" y="3276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7318916" y="3277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7412419" y="3298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7702628" y="3273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7410601" y="3317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7479061" y="3291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7459982" y="3286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7572217" y="3275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7559288" y="3197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7760882" y="3302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7991265" y="3277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7547235" y="3259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7551108" y="3288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7580626" y="3297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7409276" y="3003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7421590" y="3239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7440244" y="3227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7232857" y="3229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7306681" y="3299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7522069" y="3212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7524924" y="328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7505023" y="3277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7538076" y="3281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7608921" y="3295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7349000" y="3299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7572574" y="3267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7593926" y="3285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7592587" y="3292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7507663" y="3280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7570241" y="3256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7764102" y="330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7501915" y="3274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7561068" y="3266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7371747" y="3390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7693351" y="337808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7451583" y="3325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7495073" y="330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7485015" y="323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7405347" y="3278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7505371" y="3256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7470962" y="3297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7475914" y="3273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7428874" y="3253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7433553" y="326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7520545" y="3275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7630085" y="3290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7478878" y="327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7220774" y="3266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7500162" y="3281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7473252" y="3279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7575635" y="3160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7513815" y="3271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7663849" y="3285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7529492" y="3291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7570225" y="3275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7323018" y="3228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7462769" y="3287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7569764" y="3239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7393933" y="3287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7584444" y="326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7520502" y="3295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7582669" y="3262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7310290" y="3273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7552935" y="3341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7473039" y="3291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7557943" y="3283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7202936" y="3271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7341907" y="321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7527043" y="3252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7603591" y="3270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7525025" y="328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7391465" y="3236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7761345" y="3298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7437885" y="3258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7568522" y="3284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7516917" y="3251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7458140" y="3258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7551961" y="3277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7601965" y="329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7536298" y="3283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7642233" y="3296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7316043" y="326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7375655" y="3242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7635761" y="3251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7211173" y="3288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7318194" y="3212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7371375" y="276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7305094" y="3199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7330710" y="3280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7496969" y="3250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7324895" y="3283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7605449" y="3291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7463747" y="3287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7576542" y="3277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7185567" y="3266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7342666" y="3225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7641924" y="3288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7540506" y="3240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7587921" y="3304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7377688" y="3262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7397787" y="3260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7312044" y="3262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7631268" y="3265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7962622" y="3265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7104197" y="3254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7067471" y="3291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7597993" y="3280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7520123" y="3277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7383807" y="327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7491251" y="3242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7606464" y="326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7434606" y="3247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7483338" y="3239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7599454" y="3268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7605949" y="3315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7495988" y="3224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7676496" y="3278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7392582" y="3260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7482723" y="330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7856175" y="3273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7433004" y="3262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7441229" y="3277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7573597" y="3285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7216338" y="3263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7534273" y="3264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7596828" y="3290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7570729" y="3335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7552925" y="3275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7405651" y="3231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7488680" y="3260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7350499" y="3241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7450226" y="3286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7266365" y="322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7433223" y="3260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7524097" y="3353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7724438" y="3270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7664235" y="3262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7519319" y="3263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7539825" y="3262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7531909" y="3262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7320046" y="3230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7731553" y="3296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7391809" y="3268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7631272" y="3310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7445636" y="3248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7558315" y="3252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7341318" y="3246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7542402" y="3283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7445409" y="3294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7661734" y="3242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7278560" y="3255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7361514" y="327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7315099" y="3271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7381649" y="3280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7514771" y="3291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7559700" y="3301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7519096" y="3287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7543015" y="3283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7553524" y="3275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7528618" y="328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7277626" y="3252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7561767" y="3316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7588800" y="3283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7603315" y="3283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7504581" y="3293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7355152" y="3284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7495424" y="3227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7513992" y="3316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7388308" y="3285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7387641" y="3236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7498628" y="3197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7367209" y="324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7674579" y="328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7466209" y="3261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7523983" y="3302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7530753" y="3307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7324794" y="3251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7488041" y="3270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7466424" y="328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7468927" y="328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7436248" y="3178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7532044" y="3254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7466417" y="3293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7441353" y="3248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7552122" y="3240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7302234" y="3282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7594180" y="3268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7536623" y="3285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7620062" y="3282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7475246" y="3259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7542735" y="3283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7619409" y="3256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7194855" y="3276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7460636" y="3273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7436513" y="3272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7345770" y="3197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7678748" y="3274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7732742" y="3249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7459537" y="3250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7765754" y="299158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7594792" y="3276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7445970" y="2923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7408485" y="3306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7526392" y="327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7873572" y="3297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7551470" y="335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7419245" y="3304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7571207" y="3303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7447271" y="3277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7467589" y="3278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8518468" y="3265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7392862" y="306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7557593" y="3253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7654638" y="3278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7665058" y="325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7478882" y="3288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7535446" y="3303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7545837" y="3232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7535464" y="3286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7630700" y="3277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7667546" y="3285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7547220" y="3279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7662376" y="3286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7287591" y="3277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7404573" y="3265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7713237" y="3271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7497795" y="3295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7462951" y="3257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7532292" y="3271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7363701" y="3257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7637951" y="3272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7649319" y="327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7609409" y="3284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7398443" y="3262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7443991" y="3276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7390632" y="325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7453813" y="3273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7573125" y="3270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7421820" y="323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7459637" y="3272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7690113" y="3265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7409297" y="3271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7564365" y="3514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7417661" y="3315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7463574" y="329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7536735" y="3243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7461421" y="3295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7448181" y="330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7576599" y="3280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7787298" y="335833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7547825" y="327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7460354" y="3625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7462586" y="3268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7536146" y="3333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7499037" y="3304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7430478" y="3282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7316179" y="3261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7560384" y="3279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7509252" y="323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7363109" y="3289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7342459" y="3243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7383041" y="321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7221708" y="3298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7338675" y="3279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7546777" y="3273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7375895" y="3297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7584184" y="3268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7748138" y="310386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7490707" y="3267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7571671" y="3281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7385942" y="3248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7520522" y="3288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7551616" y="3269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7695829" y="3259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7631783" y="3272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7553230" y="3284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7663827" y="3293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7546778" y="3280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7604250" y="3339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7566834" y="3234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7601809" y="3293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7669817" y="3248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7459521" y="3277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7588952" y="327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7514612" y="3327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7449096" y="324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7443844" y="3285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7415507" y="3292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7473317" y="3277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7714039" y="3265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7482985" y="330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7607035" y="3256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7383326" y="326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7910551" y="3291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7578543" y="336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7433987" y="3247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7510728" y="3233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7414477" y="3323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7290972" y="3282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7454812" y="3283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7445494" y="3252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7620801" y="3311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7355473" y="3230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7556121" y="3271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7388460" y="326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7373357" y="3245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7461158" y="3236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7426044" y="3248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7653042" y="3302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7213178" y="3278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7703484" y="329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7325782" y="3333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7535763" y="3256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7514880" y="3264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7539210" y="3274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7601047" y="3263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7452035" y="3266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7614821" y="3210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7799583" y="334665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7622428" y="3283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7377775" y="3278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7453184" y="326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7475146" y="3288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7556424" y="333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7473787" y="3244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7479956" y="3266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7436875" y="3284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7277321" y="3289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7379177" y="3250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7477673" y="3295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7511370" y="3323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7554345" y="330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7410646" y="3276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7536889" y="3238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7410782" y="3245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7843352" y="3239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7554911" y="327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7562577" y="328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7294986" y="328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7633516" y="3595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7061236" y="3245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7463554" y="3274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7462544" y="3303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7413770" y="3265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7459111" y="325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7298429" y="3210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7544108" y="329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7432998" y="3168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7503946" y="3277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7497836" y="3266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7409597" y="3209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7579663" y="3265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7209074" y="3272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7331526" y="3291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7367317" y="3280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7097301" y="3249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7525007" y="3293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7405790" y="3275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7448803" y="3274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7398522" y="3221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7720114" y="3266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7420530" y="3293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7648398" y="3277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7550956" y="3174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7529243" y="3280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7628635" y="3269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7553904" y="3292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7513190" y="3675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7527980" y="3226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7521749" y="3281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7375433" y="3300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7701136" y="325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7357993" y="315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7533237" y="3239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7689390" y="3291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7379946" y="3294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7608052" y="3288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7392933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7205624" y="336174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7615161" y="3295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7441113" y="3372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7756669" y="328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7793651" y="330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7584886" y="3275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7544027" y="3288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7626994" y="3246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7683491" y="3238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7522291" y="3284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7480121" y="3274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7576695" y="3296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7532054" y="322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7641812" y="3284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7480552" y="3265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7714911" y="314003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7337896" y="3310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7497623" y="3275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7434045" y="3273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7371188" y="323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7429522" y="3331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7483586" y="3262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7363273" y="3212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7412374" y="3283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7539631" y="3222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8569145" y="325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7573785" y="3330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7663200" y="3259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7525780" y="3278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7221321" y="3260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7519083" y="3286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7657605" y="3267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7624444" y="3293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7475104" y="3300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7534473" y="3277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7394188" y="3229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7221249" y="3308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7412550" y="3185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7381304" y="3278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7570676" y="3290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7717692" y="3251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7318935" y="3263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7365966" y="3255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7735178" y="3279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7605612" y="328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7327587" y="324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7446510" y="328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7337660" y="3271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7316056" y="3266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7410349" y="3255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7506574" y="3249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7238420" y="3254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7528407" y="3301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7225703" y="316264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7472484" y="3236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7902310" y="3286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7503885" y="3218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7555962" y="3290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7522097" y="3267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7451539" y="3268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7477304" y="3250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7398821" y="3262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7369660" y="323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7638417" y="3244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7354778" y="3259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7526298" y="3267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7503454" y="329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7455388" y="327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7375118" y="3252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7623059" y="3251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7630695" y="3293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7538781" y="3301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7615572" y="3289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7598423" y="3297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7482483" y="3287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7333146" y="3295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7554834" y="3268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7521569" y="325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7272997" y="3260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7734649" y="325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7391165" y="3256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7362340" y="3294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7579348" y="3266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7603093" y="3294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7684022" y="3277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7454669" y="3257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7376686" y="3273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7476099" y="3002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7419185" y="3278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7582370" y="3284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7434841" y="3277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7590339" y="3271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7425987" y="3261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7944797" y="3223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7202568" y="3270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8010051" y="329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7616252" y="329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7562921" y="329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7351628" y="3267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7470496" y="3308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7498243" y="3281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7363468" y="323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7360592" y="3285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7430577" y="3274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7493153" y="3211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7530714" y="3265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7500022" y="3271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7443646" y="3228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7575750" y="3292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7457732" y="3214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7425460" y="3317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7499835" y="3281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7431429" y="326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7225596" y="3250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7624773" y="3299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7476171" y="3335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7493583" y="3307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7520985" y="3240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7244674" y="330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7497456" y="3271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7387149" y="3293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7558322" y="3200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7468744" y="3262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7291652" y="3176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7512746" y="3278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7539578" y="3299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7561716" y="3300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7506870" y="329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7365304" y="3280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7539207" y="3306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7507527" y="3262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7564645" y="3268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7370562" y="320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7527808" y="3285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7353756" y="325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7513380" y="3276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7522586" y="3284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7619183" y="329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7573994" y="329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7587912" y="3279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7520996" y="3267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7311022" y="320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7388566" y="3280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7571628" y="3269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7435084" y="3217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7455295" y="3274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7421067" y="326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7395522" y="323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7588473" y="3303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7527793" y="326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7642251" y="329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7497761" y="3270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7398615" y="3260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7322568" y="328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7405092" y="3202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7673431" y="3317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7573655" y="3256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7439268" y="3279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7321222" y="3277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7376101" y="3107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7228208" y="3270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7197242" y="3261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7521002" y="325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7570479" y="3267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7504355" y="3280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7469954" y="3285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7522947" y="3299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7498231" y="3285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7699503" y="3281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7416454" y="326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7673871" y="3275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7510608" y="329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7550024" y="3255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7329436" y="3244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7538727" y="3284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7525168" y="3281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7426392" y="3248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7560916" y="3247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7729695" y="3250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7538783" y="3252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7647315" y="3307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7534082" y="3245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7525168" y="3288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7420608" y="3244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7422739" y="3290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7531773" y="280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7381692" y="3271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7448458" y="3243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7245815" y="3233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7392991" y="3233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7534259" y="346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7534043" y="3280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7610999" y="3316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7470551" y="3291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7592830" y="3255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7481196" y="3272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7584571" y="3252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7548759" y="3285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7626106" y="3289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7335799" y="3254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7446887" y="3281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7617656" y="3273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7492230" y="3262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7381994" y="3219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7554408" y="3265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7507478" y="3272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7529658" y="3286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7455457" y="322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7446083" y="3275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7541775" y="3303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7793962" y="3257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7487661" y="3276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7411916" y="3283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7663307" y="328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7300680" y="3231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7248779" y="3267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7515859" y="320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7478975" y="3264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7369192" y="3282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7441166" y="3289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7423486" y="3264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7414949" y="328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7454702" y="3252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7443166" y="3242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7586533" y="3290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7582162" y="3267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7517999" y="3234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7489398" y="3278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7551421" y="3298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7626460" y="3297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7323414" y="3226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7409413" y="3249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8497593" y="3241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7333806" y="326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7420700" y="3220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7527151" y="3300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7518354" y="3279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7491643" y="3283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7493440" y="3311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7469332" y="327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7396017" y="3256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7498093" y="3307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7384642" y="3283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7242010" y="3282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7394845" y="326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7388080" y="3216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7442716" y="329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7435868" y="3231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7353587" y="3263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7696661" y="334260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7404413" y="3281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7592080" y="3269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7321336" y="3217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7563284" y="328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7264499" y="3281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7386066" y="321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7575872" y="3376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7532349" y="3249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7658102" y="3294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7318906" y="3260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7474510" y="3275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7582394" y="3264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7519218" y="3290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7634414" y="3198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7334349" y="3257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7387052" y="3204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7370497" y="3170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7517701" y="3270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7668336" y="3286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7455535" y="3261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7331163" y="3264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7594762" y="328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7465054" y="3247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7542261" y="3290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7401207" y="3264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7484192" y="322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7679059" y="3321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7672669" y="3294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7473978" y="3299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7607845" y="3283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7555489" y="3289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7358067" y="323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7413126" y="3268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7617819" y="3274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7557154" y="3284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7609815" y="3215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7374468" y="3220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7330108" y="3305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7503021" y="3293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7631811" y="3290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7581497" y="328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7258290" y="317526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7128317" y="3251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7442937" y="3289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7563015" y="3263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7587409" y="329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7540216" y="3305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7423555" y="3232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7495391" y="3307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7492643" y="3268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7432680" y="3278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7377111" y="3228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7500680" y="3244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7382321" y="3253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7298150" y="3264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8043984" y="3309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7408216" y="3251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7315434" y="327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7375140" y="3286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7595883" y="3255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7163648" y="327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7363059" y="3326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7543175" y="3257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7307097" y="3254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7446941" y="2949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7422852" y="323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7488308" y="3269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7579821" y="3165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7643324" y="3310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7408407" y="3237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7478472" y="3264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7372305" y="325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7567398" y="3291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7666555" y="3271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7491208" y="3328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7468010" y="3270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7437252" y="324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7570701" y="3293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7555347" y="3309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7265650" y="3229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7398217" y="3299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7462505" y="325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7527038" y="3291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7434326" y="3261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7389175" y="3260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7438390" y="3255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7634620" y="3297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7361216" y="3264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7536569" y="3256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7186423" y="3258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7496581" y="3271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7433781" y="3278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7419373" y="3254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7326998" y="3256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7533320" y="3267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7524912" y="3320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7249719" y="3273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7524820" y="3274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7592188" y="3295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7545054" y="3255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7547436" y="3264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7463647" y="3285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7655490" y="3245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7549973" y="3289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7489219" y="3265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7262031" y="327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7528808" y="3274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7439301" y="3252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7366753" y="3251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7646840" y="3268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7535917" y="3249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7326847" y="3266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7370851" y="323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7485196" y="3274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7361901" y="324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7380685" y="3231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7501374" y="3266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7574622" y="3314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7333002" y="335741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8035792" y="3267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7350367" y="3269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7335359" y="3266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7356371" y="3249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7425381" y="3232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7401566" y="32517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7440435" y="3291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7461358" y="3286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7503744" y="3283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7578574" y="3275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7437692" y="3258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7757522" y="3285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7410328" y="3315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7576693" y="3271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7493855" y="3318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7581160" y="3282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7582315" y="3302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7429240" y="334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7459106" y="326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7531649" y="326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7783042" y="3297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7443070" y="3269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7371195" y="3265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7335796" y="3246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7510609" y="333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7312395" y="326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7363511" y="3275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7349570" y="3306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7338341" y="3251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7281607" y="3275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7435712" y="3271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7470588" y="3272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7392368" y="3256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7450648" y="322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7546282" y="3285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7408356" y="3292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7319302" y="3262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7408998" y="3296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7307880" y="325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7580374" y="3291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7322367" y="3272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7448103" y="3256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7498473" y="3301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7162310" y="3252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7216961" y="3294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7391765" y="3219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7388586" y="3233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7532744" y="3295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7555047" y="3246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7529091" y="3295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7044766" y="3300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7516795" y="331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7362234" y="3273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7356394" y="3273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7446429" y="3301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7472836" y="3268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7392204" y="3259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7652680" y="3269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7449286" y="3248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7425986" y="327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7576573" y="3225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7453079" y="329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7333786" y="3251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7598186" y="3264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7250088" y="3264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7436783" y="326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7573959" y="3284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7557069" y="3298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7544356" y="33058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7523584" y="3286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7373146" y="326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7493913" y="3273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7498238" y="3274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7501796" y="3221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7376404" y="3265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7493502" y="3204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7350834" y="3303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7407564" y="3276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7518690" y="3331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7602213" y="3274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7549105" y="3279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7621721" y="3278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7332109" y="3276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7357555" y="3266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7637011" y="3320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7238458" y="326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7499343" y="3310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7802589" y="3313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7412961" y="3254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7390197" y="3260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7488749" y="3269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7516501" y="323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7372435" y="3205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7396158" y="3282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7510142" y="3279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7468073" y="3256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7450683" y="3258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7491414" y="3291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7386404" y="3150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7456695" y="3236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7508466" y="3254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7326091" y="325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7420859" y="3212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7438954" y="3251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7595769" y="330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7391349" y="3217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7342904" y="3296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7474278" y="3308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7447553" y="3286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7535683" y="3265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7426364" y="3269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7349927" y="3261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7236438" y="3288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7426044" y="3274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7429534" y="3222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7502576" y="3327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7781041" y="3230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7404825" y="326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7840140" y="328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7276200" y="324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7510532" y="3287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7465197" y="3228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7529272" y="327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7427577" y="3304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7336044" y="3274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7414157" y="3256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7404863" y="3259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7409006" y="3246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7476344" y="3259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7068880" y="3251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7459422" y="3275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7369751" y="3245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7831054" y="3283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7231363" y="301229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7173063" y="3323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7716529" y="3264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7488932" y="325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7426902" y="3225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7429702" y="3275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7210768" y="3251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7458616" y="3276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7327243" y="3257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7402671" y="3280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7530616" y="3240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7478323" y="332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7286979" y="3308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7543656" y="3314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7420868" y="3262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7373451" y="3288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7387355" y="3240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7403192" y="325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7381617" y="3262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7647572" y="328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7637435" y="326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7622599" y="3280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7572697" y="3284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7447702" y="3262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7484881" y="3277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7406496" y="3282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7503010" y="3267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7376092" y="3285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7377728" y="3272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7272037" y="3273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7441516" y="3221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7417954" y="3205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7335505" y="3267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7573424" y="3278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7354642" y="3274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7292277" y="3288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7436382" y="327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7578084" y="3194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7650206" y="3293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7579139" y="3246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7474001" y="3263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7483380" y="3245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7571219" y="3294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7634547" y="3258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7418469" y="3268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7529775" y="3245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7402516" y="3274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7303954" y="3236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7378252" y="3247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7413751" y="3344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8495420" y="3290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7613998" y="3300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7341508" y="3258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7160338" y="3250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7355631" y="3276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7615505" y="3226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7393813" y="3349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7497382" y="3315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7482606" y="3253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7517708" y="3260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7516784" y="3291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7365839" y="326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7518328" y="3264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7458711" y="3288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7502476" y="3220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7618247" y="3275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7581391" y="3282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7542041" y="3255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7617136" y="3253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7478183" y="3265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7450470" y="3278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7307719" y="3273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7320798" y="300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7488342" y="3177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7584678" y="326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7428995" y="3268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7486617" y="3273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7357673" y="3178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7636469" y="3289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7359181" y="3260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7494298" y="327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7383311" y="3213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7396158" y="3234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7396463" y="3283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7466120" y="3371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7419426" y="3255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7496293" y="3308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7541457" y="3208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7539391" y="3247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7377009" y="3275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7439589" y="3304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7357073" y="3247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7524484" y="330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7562334" y="3247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7511312" y="3319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7576560" y="3288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7494119" y="3277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7377290" y="3287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7543992" y="3238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7386009" y="316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7530263" y="3295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7457193" y="3234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7365119" y="3281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7196585" y="320392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7643529" y="3272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7525283" y="3269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7452580" y="3248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7336359" y="332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7138992" y="3290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7559856" y="3375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7628900" y="3275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7449761" y="3215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7350764" y="3261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7392170" y="3176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7627987" y="329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7688166" y="3275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7579663" y="3270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7556717" y="3274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7507473" y="330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7369383" y="3235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7099345" y="3268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7379607" y="3234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7586068" y="3304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7455711" y="3265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7447263" y="3318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7567370" y="3265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7604445" y="3025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7540255" y="326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7400675" y="3257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7325611" y="3326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7573932" y="3273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7431723" y="3301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7481832" y="3270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7573695" y="328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7433955" y="3396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7399065" y="3270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7430566" y="3275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7481973" y="3362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7210581" y="3251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7162186" y="3251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7492300" y="3219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7443133" y="3283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7429426" y="3254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7575832" y="3279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7393237" y="3270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7545478" y="3263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7611912" y="3288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7652700" y="325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7293749" y="3242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7824740" y="3278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7293356" y="326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7427309" y="3259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7593462" y="3282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7196599" y="316393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7518638" y="3281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7579661" y="3279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7281614" y="3270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7615920" y="324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7566821" y="3267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7460860" y="3238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7561888" y="3295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7626355" y="3288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7630905" y="3307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7600708" y="328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7211622" y="313241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7475059" y="325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7456412" y="3269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7435234" y="3282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7402330" y="322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7596680" y="3246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7273043" y="324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7641847" y="3269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7398666" y="3271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7391175" y="3266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7678801" y="3278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7390856" y="3265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7465625" y="3268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7381709" y="3224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7322225" y="330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7206882" y="324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7449452" y="3319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7506914" y="3280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7353995" y="3256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7430238" y="3272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7328839" y="3263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7213899" y="3267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7725916" y="3297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7460195" y="3329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7596022" y="3281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7384426" y="3271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7470060" y="325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7417345" y="3296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7626021" y="330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7406136" y="3282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7349281" y="3337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7478225" y="3274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7548807" y="327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7444755" y="3168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7540513" y="3273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7461102" y="3157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7594168" y="330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7314434" y="3267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7281319" y="3278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7595104" y="326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7387738" y="3192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7532531" y="3281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7403990" y="3285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7407679" y="3223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7564934" y="3293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7475514" y="3271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7546714" y="3267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7417521" y="3302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7413802" y="3237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7438506" y="3218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7380630" y="3289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7321688" y="326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7349122" y="3250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7394887" y="3252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7532842" y="3277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7357970" y="3227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7407218" y="3233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7541466" y="3321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7571318" y="3267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7264915" y="3254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7503858" y="3264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7594364" y="3287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7565097" y="3303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7452143" y="3304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7552239" y="3270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7562404" y="3220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7430504" y="3267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7443575" y="3275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7584280" y="328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7495206" y="3256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7348223" y="3292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7444081" y="3243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7677970" y="327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7920006" y="3293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7240336" y="3226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7481135" y="3249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7496817" y="3140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7421282" y="328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7623588" y="3298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7320362" y="3266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7499988" y="3289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7488872" y="3341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7425085" y="3281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7429867" y="326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7494783" y="3285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7307426" y="3250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7635665" y="3322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7399072" y="3319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7464899" y="3285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7460559" y="3274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7399304" y="3190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7459195" y="3266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7495695" y="3276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7424705" y="3278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7365369" y="3239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7399663" y="3269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7459160" y="3256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7549342" y="3349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7772647" y="3269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7471749" y="3259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7222997" y="3283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7448036" y="3271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7266872" y="3255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7303658" y="2588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7591748" y="3290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7421211" y="3205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7414426" y="3223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7469600" y="3256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7783655" y="3266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7420001" y="322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7552849" y="3296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7510639" y="327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7329330" y="3247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7522491" y="3261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7488840" y="3260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7229255" y="329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7320249" y="3227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7498025" y="3235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7366005" y="3288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7364193" y="330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7733450" y="326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7374345" y="3231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7496593" y="3301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7513095" y="3180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7380870" y="3306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7629515" y="3286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7641043" y="3265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7410345" y="3239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7582766" y="328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7319370" y="323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7515756" y="329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7417461" y="3272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7425202" y="3285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7389349" y="3236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7398587" y="3299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7504043" y="3305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7464360" y="3303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7460689" y="3255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7308235" y="3248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7628630" y="3279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7463821" y="327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7258861" y="3273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7353786" y="3249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7542767" y="329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7394442" y="3290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7363993" y="3249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7339369" y="3215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7467560" y="3200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7371017" y="3282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7337212" y="3258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7468739" y="3253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7395629" y="3187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7481958" y="3211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7167648" y="3304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7625371" y="329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7394740" y="3257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7132882" y="3222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7433821" y="329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7465228" y="328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7487700" y="3269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7869422" y="3261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7291975" y="3125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7529660" y="3263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7355016" y="3243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7320301" y="3287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8670355" y="3217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7452980" y="3265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7449798" y="3259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7506014" y="3286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7531846" y="3287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7369174" y="327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7357126" y="3251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7399046" y="3231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7425026" y="3302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7436435" y="3254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7385519" y="3275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7417818" y="3263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7535078" y="3253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7230601" y="3256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7476660" y="3269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7549563" y="3221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7447261" y="3268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7409647" y="3271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7354753" y="3204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7368126" y="3241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7508932" y="3292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7570213" y="3287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7266318" y="2567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7377769" y="3240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7470413" y="324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7258484" y="3229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7332347" y="3245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7524976" y="325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7285270" y="3296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7291499" y="3233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7336627" y="3274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7324812" y="328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7317824" y="3261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7424874" y="3273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7352155" y="3240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7395338" y="3272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7498705" y="3254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7354411" y="322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7315439" y="3233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7293901" y="3268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7407085" y="3287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7265020" y="3296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7303849" y="3270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7258956" y="3276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7389488" y="3213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7538108" y="326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7323808" y="3201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7418289" y="3231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7349855" y="3210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7465730" y="3356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7367288" y="332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7416160" y="330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7320423" y="3282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7497070" y="3267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7345938" y="3264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7365005" y="332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7456536" y="3283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7377761" y="3283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7502628" y="3275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7348003" y="3253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7263243" y="3262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7303532" y="3233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7571915" y="3318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7371254" y="3235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7283262" y="324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7641426" y="3255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7489845" y="3276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7453293" y="3296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7455841" y="3265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7298835" y="3263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7258799" y="3213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6956473" y="3270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7347010" y="3252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7426428" y="3265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7604008" y="3254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7513707" y="328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7410216" y="3263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7362027" y="3290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7614694" y="3281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7636173" y="3284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7592721" y="3384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7292342" y="3326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7519077" y="3277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7052361" y="3276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7442943" y="3255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7410722" y="3260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7340168" y="3308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7546836" y="3279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7469571" y="3296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7472038" y="3255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8578595" y="3305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7388778" y="3278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7468693" y="3218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7595063" y="3238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7497574" y="3226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7504590" y="3272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7351921" y="3246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7191458" y="3253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7531292" y="3255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7383312" y="3244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7840412" y="328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7536650" y="3290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7288528" y="3269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7443248" y="3298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7430121" y="3268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7676437" y="3240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7208507" y="3271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7510839" y="3285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7478424" y="3256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7300364" y="3281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7492300" y="3261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7695644" y="3260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7415197" y="3294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7397446" y="3218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7397890" y="3231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7617557" y="3318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7620441" y="3319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7631300" y="3264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7607222" y="3273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7482233" y="327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7381915" y="3279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7524319" y="3294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7524039" y="331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7425295" y="3270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7863110" y="3283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7573387" y="3265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7440771" y="3265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7290212" y="3242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7483584" y="3267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7529542" y="3276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7232986" y="326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7588199" y="3284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7459442" y="324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7440766" y="3239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7340991" y="323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7515885" y="3292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7313916" y="3242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7176388" y="3274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7385540" y="334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7437941" y="3268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7467428" y="3262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7500920" y="3278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7490490" y="3293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7368112" y="3275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7451599" y="3271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7410102" y="3332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7338800" y="3247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7539921" y="3269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7359954" y="3211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7464556" y="3269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7482789" y="3258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7378734" y="3265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7171054" y="3236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7187186" y="3272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7451229" y="3247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7344195" y="3263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7553440" y="3309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7306944" y="3274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7408473" y="3261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7512834" y="3309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7396572" y="3236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7436323" y="3260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7453036" y="3269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7503775" y="3266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7449897" y="3263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7467666" y="3288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7461594" y="3263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7325882" y="3272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7478138" y="3269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7625049" y="3289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7551872" y="3282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7362781" y="3214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7328753" y="3284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7410252" y="3219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7483005" y="3272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7338976" y="3276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7268288" y="3278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7431897" y="3254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7413871" y="3227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7426276" y="3259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7365662" y="3216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7457694" y="3311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7455539" y="3257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7258956" y="3261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7433349" y="322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7454766" y="3326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7496999" y="3310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7472148" y="333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7551125" y="3290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7350716" y="3240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7452288" y="3277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7603116" y="3281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7486137" y="3229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7642965" y="330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7557390" y="3300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7389579" y="3344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7480244" y="3276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7486085" y="3326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7381863" y="321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7494717" y="3254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7434468" y="3295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7557051" y="3275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7459897" y="3260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7485477" y="3289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7436230" y="3266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7339075" y="3235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7641078" y="3260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7430031" y="3200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7325548" y="3276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7558763" y="3265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7413218" y="3302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7474179" y="3239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7401382" y="3335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7461007" y="341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7389609" y="3154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7382194" y="323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7378280" y="3265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7502046" y="323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7337797" y="3278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7412934" y="3264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7425276" y="3248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7379269" y="3272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7421103" y="3298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7339944" y="324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7521669" y="3098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7363168" y="3246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7394338" y="3234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7499892" y="3270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7620065" y="3263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7384882" y="3259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7439934" y="3283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7372500" y="3261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7539552" y="3289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7340921" y="3239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7536334" y="3249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7367854" y="3290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7546300" y="3280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7478785" y="331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7543912" y="3280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7290311" y="328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5" name="pt19925"/>
            <p:cNvSpPr/>
            <p:nvPr/>
          </p:nvSpPr>
          <p:spPr>
            <a:xfrm>
              <a:off x="7381930" y="3280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6" name="pt19926"/>
            <p:cNvSpPr/>
            <p:nvPr/>
          </p:nvSpPr>
          <p:spPr>
            <a:xfrm>
              <a:off x="7478101" y="3274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7" name="pt19927"/>
            <p:cNvSpPr/>
            <p:nvPr/>
          </p:nvSpPr>
          <p:spPr>
            <a:xfrm>
              <a:off x="7454696" y="3276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8" name="pt19928"/>
            <p:cNvSpPr/>
            <p:nvPr/>
          </p:nvSpPr>
          <p:spPr>
            <a:xfrm>
              <a:off x="7556085" y="3289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9" name="pt19929"/>
            <p:cNvSpPr/>
            <p:nvPr/>
          </p:nvSpPr>
          <p:spPr>
            <a:xfrm>
              <a:off x="7347367" y="326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0" name="pt19930"/>
            <p:cNvSpPr/>
            <p:nvPr/>
          </p:nvSpPr>
          <p:spPr>
            <a:xfrm>
              <a:off x="7601253" y="3304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1" name="pt19931"/>
            <p:cNvSpPr/>
            <p:nvPr/>
          </p:nvSpPr>
          <p:spPr>
            <a:xfrm>
              <a:off x="7341982" y="3295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7505081" y="3301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7012743" y="3251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7578100" y="3254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7437987" y="3295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7400890" y="3262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7539058" y="3194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7508822" y="330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7368693" y="3308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7443903" y="3260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7228784" y="3297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7484874" y="3265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7393820" y="321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7707760" y="320169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7499795" y="3212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7576190" y="3276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7456561" y="3284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7390197" y="3267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7428589" y="3239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7446104" y="3308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7531942" y="3268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7396804" y="3275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7321678" y="3257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4" name="pt19954"/>
            <p:cNvSpPr/>
            <p:nvPr/>
          </p:nvSpPr>
          <p:spPr>
            <a:xfrm>
              <a:off x="7479634" y="3272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5" name="pt19955"/>
            <p:cNvSpPr/>
            <p:nvPr/>
          </p:nvSpPr>
          <p:spPr>
            <a:xfrm>
              <a:off x="7568368" y="3271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6" name="pt19956"/>
            <p:cNvSpPr/>
            <p:nvPr/>
          </p:nvSpPr>
          <p:spPr>
            <a:xfrm>
              <a:off x="7419377" y="3279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7" name="pt19957"/>
            <p:cNvSpPr/>
            <p:nvPr/>
          </p:nvSpPr>
          <p:spPr>
            <a:xfrm>
              <a:off x="7562899" y="3269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8" name="pt19958"/>
            <p:cNvSpPr/>
            <p:nvPr/>
          </p:nvSpPr>
          <p:spPr>
            <a:xfrm>
              <a:off x="7444542" y="323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9" name="pt19959"/>
            <p:cNvSpPr/>
            <p:nvPr/>
          </p:nvSpPr>
          <p:spPr>
            <a:xfrm>
              <a:off x="7563492" y="3294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0" name="pt19960"/>
            <p:cNvSpPr/>
            <p:nvPr/>
          </p:nvSpPr>
          <p:spPr>
            <a:xfrm>
              <a:off x="7392275" y="3276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1" name="pt19961"/>
            <p:cNvSpPr/>
            <p:nvPr/>
          </p:nvSpPr>
          <p:spPr>
            <a:xfrm>
              <a:off x="7407839" y="3268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7519527" y="3277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6924456" y="3288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7343198" y="3251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7168855" y="3242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7411435" y="3271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7348706" y="3242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7448987" y="3271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7346551" y="3252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7449733" y="3301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7579084" y="329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7525669" y="3285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7612469" y="3299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7392362" y="3241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7599961" y="3297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7424003" y="3287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7570392" y="3265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7447075" y="327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7451951" y="3262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7742421" y="3264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7475539" y="3273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7478844" y="3318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7423345" y="3264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7592302" y="3290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7437602" y="3239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7363706" y="3242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7417100" y="3308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7408836" y="3219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7494661" y="3652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7666648" y="3327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7383079" y="3246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7422746" y="3268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7298904" y="3222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7407994" y="3301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7492167" y="3286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7557594" y="3306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7473355" y="3285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7339642" y="327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7366305" y="3270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7359063" y="325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7444325" y="3270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7506143" y="3330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7417608" y="3272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7624239" y="3286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7323640" y="3233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7405011" y="3272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7393373" y="3240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7417384" y="3274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7279512" y="3246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7248976" y="3283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7405214" y="325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7593381" y="3304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7498337" y="3244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7151963" y="3255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7425084" y="327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7424220" y="3365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7308582" y="329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7410012" y="3273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7374449" y="325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7524846" y="3287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7435323" y="3271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7473871" y="3304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7582602" y="3226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7521366" y="3281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7378846" y="3263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7298200" y="3279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7340544" y="3282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7497896" y="3280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7406291" y="3242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7286514" y="329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7470235" y="328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7486664" y="325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7500366" y="3260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8173078" y="3269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7435154" y="3188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7519535" y="3267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7357690" y="327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7441535" y="325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7780714" y="329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7395369" y="3258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7496266" y="3269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7429640" y="3260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7300960" y="3279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7235192" y="3225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7307060" y="3264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7534972" y="3273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7445654" y="322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7399536" y="3265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7348851" y="3194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7446885" y="3264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7435053" y="3235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7342824" y="3267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7507013" y="3410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7407342" y="3274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7415327" y="3232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7507934" y="3227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7360465" y="326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7043151" y="3249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7313097" y="3230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7298465" y="3263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7332993" y="326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7370346" y="3260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7456794" y="3259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7818580" y="326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7337691" y="3269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7347819" y="325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7371623" y="3183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7611314" y="3251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7635527" y="327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7279102" y="3185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7364474" y="3343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7534586" y="327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7419608" y="327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7417588" y="3264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7550251" y="329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7571762" y="3272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7488027" y="3242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7449378" y="326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7483642" y="3265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7441014" y="3251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7330497" y="3311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7413520" y="3247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7585261" y="3271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7266635" y="3225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7436081" y="324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7401743" y="327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7350746" y="3247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7456944" y="3301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7313938" y="3266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7348748" y="3206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7309300" y="3263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7634912" y="328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7488497" y="3272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7246176" y="3282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7401335" y="3230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7522029" y="3302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7485294" y="3277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7398839" y="3286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7326074" y="326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7433744" y="3294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7600251" y="3230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7397977" y="3296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7840913" y="3286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7541703" y="3296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7382553" y="3280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7346789" y="3284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7545866" y="3262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7692639" y="329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7372916" y="3269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7473358" y="3238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7495391" y="3254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7426767" y="3251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7322959" y="3253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7365214" y="328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7450487" y="3271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7415431" y="3313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7374122" y="3271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7416021" y="3218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7567886" y="3201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7438930" y="3306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7619650" y="3271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7226998" y="3265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7592077" y="3301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7608180" y="3294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7826880" y="3318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7362636" y="3278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7357117" y="329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7567917" y="3291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7640207" y="3272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7396149" y="3252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7335611" y="3243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7733625" y="3325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7507670" y="3261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7335001" y="3276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7304406" y="3235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7561657" y="3256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7405369" y="3246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7243339" y="320226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7371284" y="3255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7384331" y="3232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7456312" y="3264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7473560" y="3286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7373227" y="3237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7336840" y="3228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7562408" y="3293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7304569" y="3281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7530605" y="3255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7785817" y="3258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7424720" y="3236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7400645" y="3287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7381298" y="3247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7451437" y="3241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7500559" y="3260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7580483" y="3314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7356184" y="3294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7635590" y="3310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7382240" y="320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7391633" y="3273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7342582" y="3260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7411668" y="3209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7329852" y="320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7211869" y="3255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7562565" y="326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7538413" y="329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7488692" y="3226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7465340" y="3284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7372180" y="326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7471419" y="3247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7420398" y="3225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7384459" y="3271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7326185" y="3268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7419471" y="3267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7484005" y="3267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7448947" y="3273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7372994" y="3269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7382182" y="3270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7423341" y="321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7497545" y="327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7375063" y="3265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7334751" y="3266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7404256" y="3326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7318978" y="3259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7499885" y="3257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7575350" y="3289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7404255" y="3278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7519199" y="3250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7596147" y="3285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7571340" y="3276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7276259" y="3240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7223698" y="3229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7391096" y="3317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7348249" y="3242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7403216" y="3275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7347078" y="3273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7358291" y="3238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7371217" y="3131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7551673" y="3282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7442637" y="3242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7422828" y="3325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7407432" y="3292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7955405" y="3261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7393242" y="3248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7564838" y="3267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7368391" y="3262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7312484" y="3300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7373359" y="3303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7759567" y="3288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7539147" y="3276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7312906" y="327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7534761" y="3312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7531537" y="3246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7578890" y="3268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7672105" y="3303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7646256" y="3263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7378795" y="3274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7302130" y="3275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7483398" y="3269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7428994" y="3155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7326692" y="3263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7417115" y="3264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7364541" y="324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7390144" y="3277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7426078" y="3273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7335234" y="3281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7333263" y="3298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7290944" y="325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7402875" y="3256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7560461" y="3261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7483800" y="331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7350325" y="3215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7450611" y="3313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7476488" y="3168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7327069" y="316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7420564" y="3333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7513251" y="328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7494527" y="3282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7402021" y="3225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7255651" y="3269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7465939" y="3307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7627915" y="3277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7348811" y="3294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7443995" y="3271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7560039" y="3245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7443776" y="326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7447343" y="3256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7299122" y="3291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7480109" y="3269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7528330" y="3236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7480100" y="3255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7335713" y="3247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7591471" y="316907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7609189" y="3282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7490437" y="327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7470253" y="3270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7618314" y="327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7576956" y="332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7451675" y="3224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7531012" y="325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7307911" y="3261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7475206" y="3324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7614363" y="3316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7480296" y="3279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7260715" y="3320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7533480" y="3286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7084424" y="322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7534781" y="3329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7401280" y="326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7349674" y="3241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7468737" y="3330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7391635" y="3251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7503333" y="3297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7550221" y="3273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7256787" y="3218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7213727" y="3276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7430529" y="3289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7345587" y="3287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7564469" y="331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7520180" y="3311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7546500" y="3300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7618943" y="3274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7315627" y="3247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7539604" y="3272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8441577" y="324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7486620" y="3262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7521455" y="3286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7395533" y="3270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7522283" y="3288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7389973" y="3223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7276662" y="3256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7572843" y="3254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7123302" y="3272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7654899" y="3290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7427305" y="3217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7374600" y="3270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7533515" y="3277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7332823" y="3250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7424580" y="3311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7285276" y="323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7404878" y="326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7450090" y="3254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7081356" y="3239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7625465" y="3299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7341836" y="3249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7464682" y="3278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7374294" y="3201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7483202" y="3255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7678767" y="3271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7453051" y="3211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7592268" y="3273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7436695" y="3279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7440786" y="3314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7332796" y="3230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7557310" y="3291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7523155" y="3284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7534343" y="3296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7679058" y="326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7499555" y="3141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7404190" y="3270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7514528" y="3280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7345546" y="3038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7609126" y="3290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7438973" y="3276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7495758" y="3300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7437611" y="3273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7609585" y="330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7353020" y="3259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7428273" y="3329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7496910" y="3270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7752513" y="3299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7654280" y="3289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7201560" y="3252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7415947" y="3322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7665662" y="3302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7441392" y="327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8629215" y="3261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7405885" y="3235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7484429" y="325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7572276" y="3271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7304372" y="3256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7254740" y="3293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7547115" y="3286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7404893" y="3237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7559149" y="3342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7494147" y="3256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7555208" y="3292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7324131" y="3259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7452322" y="3290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8082457" y="3266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7388553" y="3232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7276082" y="3240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7517809" y="3327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7709705" y="3276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7371375" y="3254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7347518" y="3308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7372285" y="3264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7300369" y="3190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7659654" y="3309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7382417" y="3278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7518945" y="3280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7316719" y="3263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7316278" y="3270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7323069" y="3228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7385581" y="3247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7374866" y="3183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7363164" y="3261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7616527" y="331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7544709" y="327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7547034" y="3298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7387632" y="340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7581519" y="3284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7468164" y="324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7402842" y="3253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7459858" y="3284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7528857" y="3285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7054852" y="3237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7433455" y="325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7530770" y="327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7504699" y="3257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7613936" y="3288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7375881" y="3189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7453586" y="3256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7447443" y="3261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7384867" y="3259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7503402" y="3193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7392721" y="3332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7509988" y="3276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7370496" y="324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7445664" y="3258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7352658" y="3263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7428555" y="3270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7101220" y="316187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7555234" y="3301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7368645" y="3410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7630806" y="3313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7510899" y="3250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7491525" y="3269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7260482" y="3293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7451059" y="3279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7449534" y="3308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7410349" y="323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7442257" y="3262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7458695" y="3295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7443823" y="3280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7609504" y="3259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7381752" y="323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7197689" y="3254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7384117" y="323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7345227" y="3214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7388333" y="3265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7630543" y="3267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7369423" y="3303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7338814" y="3287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7527017" y="3290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7502194" y="3266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7454540" y="3257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7431936" y="327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7428513" y="3239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7391585" y="3241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7142584" y="3275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7299288" y="3318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7154865" y="326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7473925" y="3245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7471198" y="3303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7427369" y="3200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7372461" y="325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7811886" y="313891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7374168" y="3280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7393528" y="3256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7477376" y="3352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7457985" y="3261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7461571" y="3288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7408770" y="3303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7414690" y="3221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7310227" y="3283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7716292" y="3288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7390229" y="3232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7198732" y="3269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7394694" y="3291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7419890" y="3192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7549090" y="3275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7507907" y="3282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7449746" y="3274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7299741" y="321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7498162" y="3293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7507911" y="3304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7397066" y="3242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7367443" y="3286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7489638" y="3257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7598957" y="328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7399652" y="3273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7477271" y="3270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7273874" y="3275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7386182" y="3238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7441925" y="3319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7397516" y="3293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7496087" y="3304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7236659" y="3311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7413237" y="3249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7518134" y="3312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7342891" y="328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7438258" y="3226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7437408" y="3269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7572648" y="3269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7351753" y="3239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7412061" y="3261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7436052" y="3240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7478493" y="326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7507760" y="3285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7548388" y="3294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7327127" y="3279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7524754" y="3277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7485180" y="3257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7465753" y="3270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7366667" y="3260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7795325" y="312495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7561443" y="3294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7463047" y="329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7453616" y="3250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7621014" y="325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7680110" y="3269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7538819" y="3282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7355467" y="3282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7384085" y="324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7550304" y="3299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7302803" y="3293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7350824" y="3195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7469678" y="3241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7523331" y="3309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7376957" y="3234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7608152" y="3282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7554262" y="328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7381674" y="3285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7583397" y="3283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7349982" y="3249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7432450" y="3254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7464289" y="321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7338115" y="3269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7446400" y="3280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7222338" y="326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7514805" y="3266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7542575" y="329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7446199" y="3257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7429465" y="329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7405698" y="3323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7239371" y="3258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7389107" y="3266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7355285" y="3239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7336170" y="3270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7467907" y="3264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7453666" y="3184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7353793" y="3230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7491088" y="3199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7548888" y="326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7551680" y="322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7474255" y="3334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7289722" y="323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7518540" y="3331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7373006" y="325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7448177" y="3301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7513813" y="3291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7434888" y="321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7515025" y="331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7412902" y="3228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7373528" y="3265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7756878" y="319557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7277167" y="3295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7384119" y="329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7537744" y="3282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7423350" y="3269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7388415" y="3264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7234778" y="3266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7498265" y="3233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7129218" y="3264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7451992" y="3292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7433173" y="3269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7464701" y="328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7483796" y="3321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7488773" y="326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7600412" y="3287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7316941" y="3233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7347673" y="3244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7818564" y="3275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7500168" y="3255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7680287" y="3228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7350953" y="3269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7155207" y="3278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7460696" y="3304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7461518" y="3261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7451227" y="3278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7249841" y="3291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7457691" y="3256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7469329" y="3291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7688283" y="3255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7596402" y="3262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7451170" y="3254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7354992" y="3272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7365408" y="3289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7548793" y="3286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7450599" y="3256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7344690" y="3246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7476100" y="3310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7743041" y="328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7525229" y="3264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7354746" y="3246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7126239" y="326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7398048" y="324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7380802" y="3256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7445628" y="3248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7291071" y="3260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7514508" y="3280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7324336" y="3291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7425638" y="3249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7422213" y="324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7489272" y="3315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7121917" y="3246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7479461" y="3280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7655829" y="3273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7483938" y="3273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7439712" y="3241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7364511" y="3195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7439415" y="326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7480556" y="3284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7416285" y="3217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7497724" y="3258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7407980" y="3206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7339782" y="3230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7460965" y="3214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7556305" y="328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7519213" y="3310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7348963" y="3285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7390162" y="327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7426659" y="324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7554294" y="3242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7346741" y="3268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7330401" y="323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7467877" y="3270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7415268" y="3197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7188668" y="3261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7386063" y="3270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7265651" y="3292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7441663" y="3258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7457152" y="3284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7431000" y="3282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7363636" y="3262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7468104" y="331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7492191" y="3220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7370101" y="3245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7454643" y="3259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7364186" y="3191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7437699" y="3317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7558329" y="3261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7341821" y="3202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7319943" y="3274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7498496" y="3296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7501643" y="3304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7392652" y="3254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7211863" y="3254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7378470" y="3273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7107273" y="3274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7352952" y="324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7338822" y="3238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7467404" y="3245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7417184" y="326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7495824" y="3301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7605389" y="3275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7381197" y="3272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7594054" y="3294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7387616" y="3263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7550118" y="3217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7301177" y="3235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7439480" y="2910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7461986" y="3262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7426115" y="3390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7474922" y="324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7258665" y="3278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7418208" y="3267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7551874" y="3291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7876606" y="3284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7407772" y="322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7511096" y="3268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7377642" y="3319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7487451" y="3313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7353970" y="3236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7325683" y="3280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7285520" y="3236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7363229" y="3241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7444506" y="3253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7466171" y="3271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7351743" y="3255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7350406" y="332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7270611" y="3252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7510576" y="3269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7506039" y="3267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7471019" y="3249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7374903" y="3258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7517201" y="3261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7526692" y="3275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7344652" y="3214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7481092" y="3257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7398143" y="3218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7557781" y="3282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7441266" y="3314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7335056" y="3293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7543177" y="32741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7507695" y="3254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7357754" y="3260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7431641" y="3222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7313908" y="3256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7375186" y="3224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7525581" y="321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7316446" y="3280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7348899" y="327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7392345" y="3253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7461744" y="325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7439085" y="3230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7546937" y="330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7478636" y="322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7269984" y="3241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7342850" y="3248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7397108" y="3276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7400386" y="3233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7423413" y="3272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7417034" y="3257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7597035" y="3298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7434472" y="3275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7464428" y="3282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7447749" y="3389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7399721" y="333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7518935" y="3283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7571690" y="3271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7596445" y="319836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7500057" y="3289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7394162" y="3218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7270742" y="3255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7318005" y="324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7535184" y="3375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7401185" y="3276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7352267" y="3247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7460185" y="3301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7230220" y="3275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7421970" y="3254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7084561" y="3270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7382464" y="330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7478797" y="3260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7699600" y="3261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7620845" y="3252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7476536" y="3278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7367980" y="3276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7377021" y="325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7384011" y="326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7300340" y="3275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7263334" y="3230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7488253" y="3347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7507225" y="3281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7429436" y="3194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7340931" y="3260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7154048" y="3259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7496523" y="327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7420351" y="3272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7563826" y="3352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7523565" y="324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7408409" y="3247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7657313" y="3259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7355793" y="3283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7348474" y="3203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7326434" y="3269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7479466" y="326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7449989" y="3308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7364318" y="3231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7610986" y="3286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7536450" y="3292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7373420" y="3240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7510250" y="3268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7534210" y="3274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7567146" y="3276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7494246" y="3275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7494344" y="3259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7523782" y="3281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7454207" y="3254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7343053" y="3231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7503796" y="3290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7489420" y="3289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7475293" y="3378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7408033" y="326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7080813" y="3253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7149597" y="3276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7475569" y="3237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7313548" y="3350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7524628" y="3319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7387898" y="3275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7459407" y="327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7421522" y="3279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7512176" y="3264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7364144" y="3264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7523802" y="3287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7460448" y="3392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7321761" y="3286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7543221" y="3281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7430460" y="3268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7244610" y="3240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7387392" y="324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7488063" y="3260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7505328" y="3249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7357797" y="3300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7471007" y="3263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7515443" y="3290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7347165" y="3260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7225243" y="3247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7403344" y="3275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7434501" y="3272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7449018" y="3238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7390677" y="3254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7528088" y="3259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7509686" y="329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7511224" y="3216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7527350" y="320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7337002" y="3232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7415321" y="3256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7395437" y="3288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7376713" y="3265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7554310" y="323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7464207" y="3196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7442906" y="3258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7357884" y="3293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7453418" y="3295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7344020" y="325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7352580" y="3244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7384968" y="3289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7465159" y="3315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7278436" y="3266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7393464" y="3253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7566845" y="3280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7535437" y="3329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7389418" y="3251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7648058" y="3240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7447118" y="3215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7434677" y="3307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7577762" y="3405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7450254" y="3241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7442450" y="3201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7277572" y="3216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7486903" y="3275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7530903" y="3302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7523641" y="3291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7259516" y="3257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7404398" y="327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7502438" y="3268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7472354" y="3281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7308658" y="3223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7402653" y="3227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7552036" y="3297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7550747" y="3249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7484607" y="3229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7385071" y="329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7503419" y="3253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7563535" y="262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7378365" y="3266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7372408" y="3253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7388429" y="3266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7376744" y="332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7626898" y="3294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7546016" y="3285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7435617" y="3298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7380603" y="322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7559501" y="3257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7417760" y="3260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7525767" y="3228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7332120" y="3254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7453172" y="3276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7414486" y="3280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7251373" y="3267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7518947" y="3335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7492573" y="3247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7313532" y="3268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7341462" y="3253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7745665" y="312360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7526413" y="3303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7374284" y="3271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7451433" y="3246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7389067" y="3283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7657639" y="3286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7398129" y="3280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7550054" y="3318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7406440" y="3286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7506157" y="3248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7373890" y="3299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7415117" y="324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7442675" y="3324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7270040" y="326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7392017" y="3216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7448723" y="3248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7416130" y="3243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7414731" y="326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7382412" y="3214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7407367" y="3243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7492125" y="3286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7456386" y="3294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7305375" y="3240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7600671" y="3288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7337252" y="3251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7392954" y="3230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7664760" y="3281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7283414" y="3282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7466327" y="3268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7540340" y="3219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7485994" y="3258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7419874" y="3271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7523883" y="3297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7467659" y="3299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7311394" y="3207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7368206" y="3265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7324428" y="3262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7296833" y="3256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7441975" y="3293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7328121" y="327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7420638" y="326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7812827" y="3292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7499536" y="3291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7645896" y="3302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7464082" y="3238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7347260" y="3252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7362277" y="3178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7262372" y="3313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7355617" y="3270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7337548" y="3250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7364903" y="323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7512283" y="3282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7310230" y="3284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7350954" y="3217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7522620" y="3286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7412653" y="3242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7582758" y="3265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7438822" y="3252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7517775" y="3300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7656393" y="3336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7544031" y="329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7522901" y="3264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7536755" y="3268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7377895" y="318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7433332" y="3226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7346776" y="3296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7836612" y="3271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7623988" y="3281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7364752" y="3226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7357189" y="3266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7609889" y="3278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7396794" y="3258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7600196" y="3229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7427684" y="3273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7332438" y="325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7312438" y="327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7382853" y="3238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7370362" y="3245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7465749" y="3296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7402250" y="3279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7386667" y="3245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7295817" y="3297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7836770" y="3309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7448502" y="3278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7375618" y="326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7418476" y="3240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7422185" y="3241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7420232" y="3200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7474336" y="3260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7284864" y="3288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7341980" y="3255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7458591" y="3260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7351977" y="3283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7288462" y="3275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7460422" y="3218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8620094" y="3289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7567979" y="3202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7533299" y="3276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7514215" y="3323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7474021" y="3252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7492754" y="3278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7486418" y="3265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7593532" y="3272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7422306" y="3785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7400197" y="3244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7409550" y="3263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7499963" y="3282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7545516" y="3296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7378374" y="3234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7382300" y="3263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7435555" y="3276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7361762" y="3247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7505508" y="3250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7214895" y="3253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7385128" y="3265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7400536" y="3331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7352439" y="3250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7571325" y="335174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7344714" y="3262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7471694" y="3265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7414688" y="3234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7403895" y="325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7505740" y="329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7719279" y="3272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7399440" y="331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7528698" y="3282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7466796" y="3258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7481632" y="3275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7319515" y="3185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7270156" y="327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7199532" y="323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7289869" y="3276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7308747" y="3222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7310754" y="3271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7249514" y="3238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7454069" y="3275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7509063" y="3264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7302727" y="327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7989795" y="3300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7403030" y="3320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7393710" y="3247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7364782" y="3302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7425922" y="3249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7179480" y="3216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7436992" y="3264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7394950" y="3287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7286527" y="3247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7456190" y="3284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7420057" y="3243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7399862" y="3212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7294662" y="3254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7382585" y="3265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7178052" y="3266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7268604" y="3232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7388525" y="3303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7475991" y="3285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7418485" y="3294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7417947" y="324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7342775" y="3150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7474547" y="327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7367122" y="329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7542080" y="3273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7405346" y="3276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7475148" y="337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7341364" y="3225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7655025" y="3277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7399983" y="329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7661801" y="3287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7391289" y="3258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7372394" y="3298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7387390" y="3254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7351235" y="326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7348296" y="3249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7259157" y="3283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7468468" y="3280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7414344" y="3217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7586699" y="3276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7366129" y="335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7252413" y="325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7567525" y="3307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7440717" y="326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7533722" y="3287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7445910" y="3262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7009978" y="3318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7524163" y="3270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7505625" y="3270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7491628" y="3267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7351174" y="328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7437805" y="3245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7552421" y="325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7506118" y="3233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7482112" y="3261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7359268" y="3236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7456258" y="3337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7512221" y="3291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7634197" y="3285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7398040" y="330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7375246" y="3236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7484151" y="3087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7602442" y="3240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7585099" y="3256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7541950" y="3294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7391312" y="3236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7402009" y="3265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7396392" y="3250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7463846" y="3262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7243502" y="3240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7701674" y="326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7419861" y="326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7328293" y="3258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7382598" y="3324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7330110" y="328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7344560" y="3252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7418750" y="3257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7508267" y="3240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7269810" y="3228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7367725" y="3267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7402708" y="3277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7441836" y="3271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7592226" y="3263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7665368" y="3234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7315665" y="329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7527560" y="3274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7343442" y="3269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7472149" y="3269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7312311" y="325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7358550" y="3245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7451693" y="3261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7276379" y="321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7479561" y="3299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7496516" y="3288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7587911" y="3284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7436580" y="3239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7284087" y="3194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7661532" y="3265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7586053" y="3276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7574184" y="3303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7347828" y="3281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7490721" y="3356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7306111" y="3223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7393482" y="3235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7597124" y="3293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7405801" y="3302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7487881" y="3269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7404809" y="3267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7643289" y="3272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7460096" y="3228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7542740" y="3294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7504266" y="3283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7595788" y="3209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7246418" y="3208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7507645" y="3274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7429186" y="3244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7532753" y="3255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7463765" y="3249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7298979" y="3266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7656337" y="3278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7460309" y="3273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7589580" y="3294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7341470" y="322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7321975" y="3243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7266380" y="3271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7442409" y="3279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7406819" y="3272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7361875" y="3261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7455405" y="329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7521670" y="3293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7458483" y="325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7672519" y="3298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7675403" y="329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7370689" y="3255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7418866" y="3259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7491511" y="3287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7366027" y="3279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7294217" y="3258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7401995" y="3274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7443531" y="3294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7334662" y="327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7345401" y="3250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7455826" y="3266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7354185" y="3297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7469882" y="3264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7572739" y="3173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7412325" y="3295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7414087" y="3259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7495575" y="329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7446025" y="3283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7214070" y="3258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7444935" y="3245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7527886" y="3291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7380841" y="326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7592678" y="3248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7345242" y="3247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7403643" y="322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7212901" y="3235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7379714" y="3273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7400872" y="3233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7425236" y="323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7385236" y="3244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7524989" y="3299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7405726" y="3282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7433446" y="3222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7404253" y="325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7672300" y="325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7420700" y="3233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7214067" y="3309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7422155" y="3276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7435507" y="325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7365457" y="3250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7502573" y="3239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7462141" y="3171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7502738" y="3287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7880138" y="3260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7610984" y="331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7513038" y="3270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7350298" y="3201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7231432" y="3271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7464937" y="3275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7420872" y="3316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7541629" y="328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7578024" y="3269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7435654" y="3234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7637380" y="3282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7568043" y="3293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7172410" y="3287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7291175" y="3297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7489844" y="3311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7395663" y="3232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7344285" y="3239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7341818" y="322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7302235" y="3277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7434905" y="3278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7676426" y="3286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7181738" y="3273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7200469" y="3274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7338861" y="3240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7568563" y="3277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7367326" y="3292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7563577" y="3789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7470087" y="3283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7425887" y="3279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7290802" y="3268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7473717" y="3254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7471264" y="3348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7567395" y="3265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7313514" y="3244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7385941" y="3233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7422252" y="3446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7516769" y="3302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7371710" y="3221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7390999" y="3283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7538420" y="3296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7431072" y="3315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7298121" y="321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7558163" y="3288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7520597" y="3285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7450727" y="3237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7447523" y="3271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7483756" y="3150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7331505" y="3242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7791039" y="3226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7336545" y="2706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7351945" y="3209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6699318" y="326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7433717" y="3284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7316264" y="332042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7380203" y="326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7430507" y="3338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7456790" y="3316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7299530" y="3273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7375117" y="3256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7395298" y="3328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7276100" y="3260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7424407" y="3273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7389879" y="3264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7516252" y="3280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7391059" y="3289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7433908" y="3270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7336393" y="322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7317427" y="3261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7366988" y="3249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7509421" y="3275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7546991" y="327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7540447" y="330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7549514" y="3284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7341688" y="3239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7504057" y="3227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7260432" y="324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7309946" y="3273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7420601" y="3248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7532747" y="3287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7433617" y="3240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7388104" y="3274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7251603" y="3263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7544085" y="3319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7275110" y="3268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7585976" y="3279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7404107" y="3313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7314276" y="3204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7454314" y="3241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7363179" y="3257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7612024" y="3259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7377049" y="3203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7533603" y="3263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7463581" y="3192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7508256" y="331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7416296" y="3283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7422498" y="328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7602442" y="3279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7298566" y="326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7390070" y="3253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7542972" y="3290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7536807" y="3223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7338451" y="3327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7225860" y="3261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7351561" y="31406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7310603" y="3281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7363634" y="323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7617550" y="3270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7422938" y="3247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7342447" y="3265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7409850" y="3251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7610693" y="3272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7583409" y="3288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7446725" y="3282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7342688" y="3272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7542296" y="3248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7562620" y="327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7697011" y="3250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7475017" y="322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7667534" y="3260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7417293" y="3302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7406638" y="3258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7449501" y="3257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7368341" y="3261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7487158" y="3255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7283514" y="323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7465475" y="3253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7371820" y="3272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7406639" y="3309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7299064" y="330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7421142" y="3237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7421074" y="3248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7383423" y="32488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7422076" y="3165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7348244" y="323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7771429" y="3242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7421993" y="3269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7374083" y="3279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7511101" y="3305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7644614" y="3244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7518177" y="3205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7599884" y="3264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7456420" y="3229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7616428" y="3281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7579450" y="325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7471957" y="330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7389944" y="3247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7152413" y="3237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7683037" y="3306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7358837" y="3258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7532366" y="3269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7367849" y="3249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7339273" y="3254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7356442" y="3290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7475850" y="3269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7706265" y="3287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7354169" y="3261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7617130" y="3293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7518226" y="3301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7334869" y="3246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8091462" y="3280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7734467" y="3295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7229075" y="3258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7333944" y="3245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7226408" y="3216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7303302" y="326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7438011" y="3243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7314297" y="3176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7280345" y="3265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7208023" y="3268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7434295" y="3270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7371514" y="3257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7504657" y="329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7356015" y="3239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7445919" y="3285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7414538" y="324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7285122" y="326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7292873" y="3249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7327456" y="3228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7338326" y="3219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7423008" y="3308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7304942" y="3255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7091664" y="3289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7566643" y="3280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7551718" y="3283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7470162" y="3266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7447004" y="3293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7706371" y="3255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7373981" y="3246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7451973" y="3259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7411641" y="3256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7424725" y="3242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7455933" y="327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7391886" y="3272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7400931" y="3278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7369140" y="3261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7411673" y="3238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7445164" y="3255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7631342" y="3254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7548430" y="3261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7326187" y="3269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7403354" y="3246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7432276" y="3285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7351429" y="3260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7468601" y="3255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7113763" y="3215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7498716" y="3251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7292223" y="3266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7616277" y="3293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7366430" y="3232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7499559" y="3274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7326741" y="3264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7333840" y="3278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7496694" y="3282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7611961" y="3252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7359101" y="3240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7493636" y="326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7400579" y="324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7289436" y="3234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7480546" y="3257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7482779" y="3279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7483358" y="326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7421715" y="3233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7296611" y="3293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7219211" y="3247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7497508" y="3255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8064111" y="315477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7421974" y="3220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7363879" y="3274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7362648" y="322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7280397" y="3246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7517837" y="3282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7479703" y="326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7639824" y="3278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7583162" y="3265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7403929" y="3272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7742023" y="3312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7382743" y="3259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7369084" y="3297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7621134" y="3276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7406975" y="3274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7231800" y="330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7309434" y="325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7314100" y="3267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7398809" y="3277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7508560" y="3281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7432035" y="324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7528105" y="3282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7306679" y="3286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7152941" y="3243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7393898" y="3251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7418215" y="3253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7622049" y="3293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7416278" y="3196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7491425" y="327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7402224" y="3247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7424936" y="3283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7277732" y="3240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7579299" y="3266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7389728" y="3240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7364153" y="3251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7538505" y="3291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7429558" y="3337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7315748" y="3261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7271598" y="335335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7328853" y="3270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7484414" y="3287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7255782" y="321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7235742" y="3205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7528324" y="3263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7340898" y="3254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7363190" y="323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7315765" y="332775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7371571" y="3265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7468012" y="3259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7701419" y="3278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7295503" y="3293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7572155" y="2889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7447520" y="3274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7466101" y="3273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7488128" y="3277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7357722" y="3252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7446801" y="328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7372518" y="3303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7552526" y="326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7327285" y="3256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7412215" y="3239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7502905" y="3251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7480532" y="3280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7355146" y="3249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7401261" y="322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7423139" y="3265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7591807" y="3295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7442926" y="329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7369683" y="326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7378307" y="3261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7409740" y="3274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7594070" y="3247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7412792" y="3293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7502953" y="326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7271815" y="3275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7407129" y="3246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7223290" y="3258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7513571" y="3263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7337543" y="3302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7440104" y="3289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7387755" y="3335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7499757" y="327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7455882" y="3283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7266906" y="3272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7466121" y="3286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7504635" y="3304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7612435" y="3198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7437347" y="326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7483273" y="327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7427413" y="3220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7302432" y="3289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7585767" y="3261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7516045" y="3271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7461108" y="3282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7440685" y="3272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7374781" y="3247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7429919" y="3273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7426077" y="3190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7283124" y="3262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7499861" y="3292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7504090" y="3262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7502187" y="3266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7435251" y="3284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7449739" y="3256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7630807" y="3278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7362603" y="324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7379708" y="3237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7179781" y="3262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7307311" y="3287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7328812" y="3264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7388443" y="327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7307129" y="3228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7489386" y="3246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7334414" y="3240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7543423" y="3284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7177842" y="329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7313515" y="3305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8246103" y="3264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7606499" y="3110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7415998" y="3309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7156490" y="325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7397499" y="3269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7465209" y="327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7547140" y="3284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7469396" y="326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7676776" y="3300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7443442" y="3282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7411347" y="3278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7423358" y="3310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7377498" y="3275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7506482" y="3259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7368890" y="3306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7280185" y="3286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7358373" y="3276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7715686" y="3270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7422863" y="3667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7421131" y="3251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7872210" y="329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7074584" y="3251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7365166" y="3290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7502341" y="3280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7413972" y="3201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7420892" y="3313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7367137" y="3281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7552545" y="3262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7491130" y="3269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7374186" y="3258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7708182" y="3298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7357833" y="3242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7411244" y="3270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7400408" y="3232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7453002" y="3290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7413708" y="3289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7523328" y="329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7504262" y="326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7418773" y="3274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7347684" y="3272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7407115" y="3284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7560536" y="3296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7435135" y="3248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7543723" y="3246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7306904" y="3274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7503350" y="3319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7370318" y="322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7399735" y="327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7223213" y="3315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7560693" y="324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7437621" y="3233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7504137" y="3266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7422898" y="3262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7529337" y="3259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7365368" y="3274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7397747" y="3309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7356644" y="3309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7352284" y="3266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7340163" y="3252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7555641" y="331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7490195" y="3288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7550212" y="3221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7418277" y="326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7519949" y="32832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7615481" y="331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7451874" y="329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7502594" y="326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7501861" y="327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7448289" y="3297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7581693" y="3272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7497007" y="328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7463782" y="328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7458819" y="3272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7133385" y="3248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7465622" y="3353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7449220" y="3276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7478987" y="3253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7406297" y="326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7489104" y="3318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8221994" y="328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7344601" y="3229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7425647" y="324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7796535" y="3320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7518088" y="3337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7401087" y="3253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7505887" y="3260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7637180" y="327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7501839" y="3296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7642410" y="318608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7311280" y="324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7276203" y="326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7182642" y="3262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7348240" y="3262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7313881" y="327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7412829" y="3259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7496270" y="3270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7359599" y="3228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7399241" y="3269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7258004" y="3266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7362289" y="3196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7299909" y="3236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7482101" y="316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7498276" y="3246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7412142" y="3289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7511893" y="325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7345622" y="3259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7374171" y="3271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7406327" y="3261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7378547" y="3256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7341191" y="325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7488832" y="3277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7279770" y="3266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7391076" y="318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7330438" y="3294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7504479" y="330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7346379" y="3269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7300600" y="3386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7368694" y="3271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8053411" y="3314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7514656" y="3244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7438843" y="3299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7409394" y="3287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7355091" y="3242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7337374" y="322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7476193" y="3242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7637141" y="3334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7506257" y="3283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7380597" y="3238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7329317" y="3243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7480535" y="3264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7462836" y="3216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7427828" y="3320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7494947" y="3240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7427826" y="3287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7349788" y="3193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7453475" y="3264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7542350" y="3231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7371728" y="3250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7445039" y="3328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7320867" y="3250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7363524" y="3258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7326830" y="3351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6971516" y="3277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7421998" y="326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7467580" y="3277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7302968" y="3213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7454941" y="326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7481395" y="3289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7396797" y="3255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7586446" y="3353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7332759" y="3269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7462899" y="3252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7323896" y="329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7468050" y="327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7256279" y="328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7519163" y="3267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7410316" y="3270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7440895" y="3251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7502193" y="3283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7729854" y="3241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7367150" y="3217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7405900" y="3251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7349039" y="3224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7364321" y="3259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7396578" y="321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7326975" y="3262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7333399" y="3251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7401078" y="322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7333676" y="327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7391454" y="3560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7456808" y="3269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7337477" y="3240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7631090" y="3276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7645065" y="3247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7485453" y="3279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7422936" y="3262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8742069" y="326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7418527" y="3281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7384087" y="328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7357097" y="3246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7398439" y="3259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7454338" y="3258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7434469" y="3249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7375162" y="3276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7405040" y="3271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7505498" y="323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7495597" y="3271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7413562" y="3282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7217302" y="3284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7395973" y="3242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7491400" y="3274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7408474" y="3266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7423395" y="3290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7434046" y="3291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7458398" y="3262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7367950" y="3226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7364725" y="321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7395035" y="3260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7441053" y="3248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7481259" y="3246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7605019" y="3352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7418474" y="3273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7433066" y="3255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7365698" y="3263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7463283" y="3240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7362041" y="326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7356061" y="3241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7375290" y="3250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7424843" y="3280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7291320" y="323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7371983" y="3319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7608000" y="3247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7322889" y="322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7357043" y="325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7450851" y="3343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7334577" y="3230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7671541" y="3267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7426817" y="325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7391262" y="3241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7324307" y="3235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7487818" y="3273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7387639" y="326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7577552" y="3273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7418189" y="3293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7430189" y="3175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7489362" y="325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7324239" y="3309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7418546" y="3348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7298084" y="3227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7298095" y="3262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7426803" y="325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7414056" y="3267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7397681" y="3284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7439836" y="3300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7330987" y="3246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7449678" y="33301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7377840" y="3287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7328404" y="3285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7294950" y="3273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7556403" y="3305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7421582" y="3279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7410862" y="3246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7385497" y="3261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7463430" y="3350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7970792" y="3286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7449391" y="3251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7321807" y="326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7391721" y="3264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7370152" y="3252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7444891" y="3345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7436063" y="3240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7398732" y="3184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7451131" y="3293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7492157" y="3259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7459046" y="3256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7577935" y="323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7396109" y="3249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7478996" y="3328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7439951" y="3254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7707389" y="3244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7314565" y="3254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7414196" y="3368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7427499" y="3176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7375563" y="3269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7356569" y="3292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7271218" y="3266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7397362" y="3273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7637706" y="329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7349616" y="3215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7491544" y="3268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7500421" y="3269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7338681" y="3260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7277480" y="3245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7484068" y="3286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7391404" y="3333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7617026" y="3254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7390694" y="3246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7447080" y="3219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7452611" y="3266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7329010" y="3210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7431575" y="3205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7550441" y="3335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7244133" y="3267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7479462" y="3280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7527315" y="3281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7303330" y="3248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7285372" y="325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7234241" y="3236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7176219" y="3264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7636705" y="3289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7279456" y="324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7230964" y="3252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7365820" y="326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7529844" y="3261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7394850" y="325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7477123" y="3641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7513955" y="3218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7427265" y="3276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7312759" y="3255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7405211" y="3252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7379910" y="3284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7358567" y="3249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7603586" y="338272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7350681" y="3253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7521516" y="3247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7435163" y="3268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7419784" y="317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7426240" y="3274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7328380" y="3240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7519640" y="3287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7522835" y="3265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7542916" y="3235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7445635" y="325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7408574" y="3231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7483943" y="3277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7718953" y="286525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7536048" y="3242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7532259" y="3213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7502454" y="3262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7347574" y="3278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7335420" y="3285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7479622" y="3236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7466889" y="3279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7468307" y="3301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7236750" y="326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7213870" y="319911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7903621" y="3259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7446900" y="3266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7459758" y="3282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7549388" y="3272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7414411" y="3297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7621402" y="3257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7457372" y="3277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7709629" y="3249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7650650" y="3257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7348774" y="3265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7450371" y="3227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7612048" y="3284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7542470" y="3314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7338213" y="3278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7448614" y="3267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7348017" y="3246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7695964" y="332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7645846" y="339527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7367831" y="3244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7297110" y="3295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7430515" y="3267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7352494" y="3246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7436594" y="3268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7401762" y="3299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7264675" y="3255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7426689" y="3292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7339881" y="3235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7395023" y="3219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7338242" y="3218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7373727" y="3227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7377519" y="3228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7408252" y="3299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7410736" y="3204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7433623" y="329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7260671" y="334840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7555679" y="3290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7562262" y="329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7343897" y="3255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7364552" y="3081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7268437" y="3325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7212937" y="3270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7301027" y="3269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7377717" y="3228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7329378" y="3146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7597847" y="3288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7567279" y="3257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7285318" y="3232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7448225" y="3286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7482022" y="3213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7612312" y="3275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7388030" y="3275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7301891" y="325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7546181" y="3290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7386719" y="3104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7178038" y="331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7467840" y="3308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7343390" y="3290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7679248" y="3259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7389591" y="3359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7531366" y="3270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7493643" y="3287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7409620" y="3251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7586925" y="3292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7343726" y="3251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7361242" y="3241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7502373" y="3283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7740775" y="325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7398159" y="3265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7428772" y="3283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7539003" y="3195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7432454" y="3257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7378576" y="327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7510170" y="3268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7426221" y="3255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7197063" y="3266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7235206" y="328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7405304" y="3518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7497518" y="3235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7409007" y="3297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7489154" y="3281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7575358" y="3269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5611528" y="3255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7322667" y="3279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7405998" y="327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7353664" y="3273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7476328" y="3239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7423665" y="3374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7371121" y="3238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7356401" y="3297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7414225" y="3274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7384278" y="3246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7371996" y="322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7392909" y="3229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7621785" y="2966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7288837" y="3168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7447059" y="3256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7353426" y="3247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7319538" y="322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7283617" y="32768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7231640" y="3223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7335886" y="3302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7356313" y="315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7520180" y="3271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7488237" y="326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7433732" y="3235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7577677" y="328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7491182" y="3326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7539541" y="3272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7287760" y="3271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7506801" y="3279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7431028" y="3597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7427215" y="326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7426864" y="325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7338484" y="3152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7567469" y="325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7434521" y="3262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7416115" y="3241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7356400" y="3230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7481196" y="3278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7573570" y="331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7407400" y="3236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7581916" y="3273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7480833" y="3258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7427034" y="3320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7296651" y="3258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7339550" y="3220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7607630" y="3304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7403605" y="3220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7563297" y="3260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7590676" y="326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7545676" y="3274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7222196" y="326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7380165" y="3269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7489617" y="3374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7307161" y="3275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7405994" y="3235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7476864" y="3234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7373984" y="3180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7435087" y="330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7434601" y="3271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7494115" y="3260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7645016" y="3260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7442155" y="3221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7690039" y="3331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7334559" y="3275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7481145" y="3327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7490373" y="3243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7303231" y="3211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7336893" y="3260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7375194" y="3287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7412328" y="3301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7290614" y="3272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7453263" y="3266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7356155" y="3264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7300888" y="3266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7344432" y="325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7270229" y="3280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7346186" y="3284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7412281" y="3281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7398580" y="322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7323990" y="327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7420990" y="3273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7335537" y="3248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7562769" y="3259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7675268" y="330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7547487" y="3250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7368249" y="326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7419355" y="3262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7536691" y="3246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7320215" y="3212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7517072" y="3278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7442500" y="3275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7271933" y="325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7406283" y="3265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7435078" y="3223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7427832" y="3244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7448137" y="3183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7416285" y="3275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7437382" y="3279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7460216" y="3219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7636383" y="3261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7529526" y="325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7415429" y="3275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7190950" y="3248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7324502" y="3252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7357048" y="3260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7310844" y="325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7215303" y="329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7357640" y="3268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7289451" y="3266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7410231" y="3264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7513742" y="3264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7429290" y="3273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8444137" y="333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7281603" y="3269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7371946" y="3245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7339603" y="324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7380609" y="3286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7392808" y="3269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7414393" y="325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7525814" y="2806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7338195" y="3259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7328814" y="3248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7243701" y="3274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7338095" y="3219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7448657" y="325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7424136" y="3268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7331713" y="3266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7379721" y="3250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7486981" y="3282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7450057" y="3309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7490555" y="327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7426831" y="3252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7437832" y="3272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7446790" y="3278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7314944" y="3251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7606523" y="3274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7409325" y="3234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7578404" y="3268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7442587" y="3283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7433280" y="3250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7385394" y="3273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7484235" y="3307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7404921" y="3267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7496517" y="3259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7335883" y="3273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7724012" y="3277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7351377" y="3236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7589061" y="3313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7384905" y="3275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7382758" y="3257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7450595" y="3251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7325201" y="3165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7382222" y="3060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7339907" y="3278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7489068" y="3284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7409703" y="3262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7409764" y="327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7448976" y="3265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7382803" y="3170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7418597" y="3255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7419909" y="3303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7345509" y="326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7435484" y="3261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7479986" y="327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7403777" y="3241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7320897" y="3260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7398583" y="3244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7530907" y="3213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7364335" y="3228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7421794" y="3279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7476606" y="3259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7443433" y="3275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7431769" y="3265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7404195" y="3284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7345320" y="3251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7487830" y="3261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7585774" y="324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7455825" y="3271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7474268" y="322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7411331" y="3244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7458388" y="3284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7687572" y="3260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7378001" y="3250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7313236" y="3341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7468933" y="3258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7346909" y="3274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7427356" y="3280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7562002" y="3258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7557862" y="3261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7343244" y="3273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7475391" y="3301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7626113" y="3265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7544982" y="3308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7364094" y="326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7402172" y="3276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7473823" y="326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7441240" y="3277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7332401" y="3265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7470721" y="3199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7481110" y="3286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7269177" y="3264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7469580" y="3270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7482651" y="3324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7446978" y="3159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7276397" y="3225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7417559" y="322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7372324" y="3187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7551122" y="338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7412703" y="3254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7638334" y="325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7377173" y="3211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7278701" y="3266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7291749" y="3282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7423872" y="3223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7408883" y="3256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7391401" y="3271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7502972" y="3244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7419295" y="3237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7469772" y="3266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7371341" y="324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7442042" y="3260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7490525" y="3288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7463257" y="3244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7470402" y="3267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7671764" y="3274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7473484" y="3205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7385959" y="325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7556328" y="326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7475897" y="3278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7528117" y="3263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7301913" y="3231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7400439" y="3226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7340329" y="3249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6859279" y="3261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7507688" y="3286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7388192" y="3240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7382133" y="323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7365263" y="3256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7518892" y="3257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7367502" y="329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7473561" y="3228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7435717" y="3245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7595034" y="3260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7651303" y="3298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7978993" y="3263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7328124" y="326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7320298" y="3239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7488308" y="3278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7468894" y="3271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7355232" y="3268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7331425" y="3267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7459813" y="3320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7387090" y="3210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7348522" y="3248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7658251" y="3256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7112773" y="3220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7367168" y="3228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7579396" y="3281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7357493" y="327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7364654" y="3279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7566860" y="3263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7412517" y="3261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7398614" y="3246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7412789" y="3259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7409528" y="3261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7425719" y="3269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7363979" y="3257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7477984" y="3262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7364900" y="3283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7445094" y="326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7408065" y="3287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7668483" y="3278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5453844" y="3247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7498343" y="3287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7354349" y="3243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748023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7497111" y="326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7486426" y="3275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7382953" y="3261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7459716" y="3284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7432889" y="3312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7371290" y="323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7462120" y="3246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7367760" y="319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7421417" y="3242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7373916" y="3178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7426915" y="3665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7453904" y="326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7403902" y="3276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7426640" y="3258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7316979" y="3267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7568635" y="3265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7315049" y="3092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7180777" y="326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7320536" y="3247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7426589" y="276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7371564" y="3264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7418048" y="3274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7446510" y="3275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7313912" y="3258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7323891" y="3354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7371859" y="327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7488437" y="3290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7452560" y="3203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7479399" y="3258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7750223" y="3267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7605101" y="2827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7399441" y="3260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7279191" y="3256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7366345" y="3236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7376282" y="3265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7612310" y="3283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7627908" y="3294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7440364" y="3245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7533657" y="3277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7379919" y="3280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7331797" y="3278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7291063" y="3267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7456606" y="3221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7801342" y="326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7415141" y="3215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7334840" y="3209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7459374" y="3271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7453057" y="3265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7561750" y="3201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7390178" y="317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7418757" y="3263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7524065" y="3270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7465932" y="325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7426990" y="3248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7386852" y="3263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7322861" y="3234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7438357" y="3249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7263992" y="319387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7486915" y="329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7635447" y="3258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7375457" y="325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7428718" y="3288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7455086" y="324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7353666" y="3224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7582389" y="3264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7477408" y="3274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7496827" y="3271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7415393" y="3310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7473215" y="3259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7423756" y="3235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7470482" y="3283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7513196" y="3242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7467292" y="3235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7426640" y="3290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7353673" y="3284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7485831" y="326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7778584" y="3278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7409056" y="3344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7580476" y="325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7420566" y="3269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7337743" y="3197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7673032" y="3277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7556501" y="3269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7337428" y="3254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7610414" y="3294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7394899" y="3206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7438959" y="3271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7499502" y="326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7278951" y="327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7519614" y="3281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7606625" y="3306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7382232" y="324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7439173" y="3322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7442223" y="3269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7305722" y="3256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7326727" y="3303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7416471" y="3269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7456255" y="3242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7406587" y="3265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7427083" y="3277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7591473" y="3271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7446946" y="3268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7440421" y="324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7466539" y="3258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7445655" y="3276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7380315" y="3179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7534882" y="3258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7791388" y="3275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7589867" y="3280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7417149" y="3241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7382428" y="3229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7416073" y="329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7583616" y="3263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7448913" y="3210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7398351" y="330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7385251" y="3207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7322576" y="3282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7293540" y="3252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7362323" y="326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7348420" y="3223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7400861" y="3253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7437399" y="3279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7357071" y="3267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7617505" y="3212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7400101" y="3251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7399598" y="3244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7565769" y="3275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7398203" y="3241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7436343" y="3278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7390537" y="3238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7538386" y="3318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7982058" y="3256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7427957" y="3257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7329002" y="3260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7319699" y="3263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7318551" y="3207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7500370" y="3296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744651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7381217" y="3252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7429056" y="3273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7368828" y="3222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7421336" y="324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7118212" y="325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7383144" y="3246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7423481" y="3265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7218413" y="3249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7532483" y="3278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7455749" y="3281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7606132" y="3257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7409678" y="3263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7455274" y="3148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7347128" y="3379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7411453" y="323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5808984" y="3275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7572462" y="3264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6893084" y="3274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7534323" y="325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7349093" y="3264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7430046" y="3272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7443745" y="3275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744779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7378350" y="3293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7387636" y="323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7249516" y="3261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7389847" y="3132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8146603" y="328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7407107" y="3215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7375380" y="32122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7485196" y="3252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7434121" y="3273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7404029" y="3278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7467137" y="3045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7428540" y="3279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7291791" y="3278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7627538" y="3279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7453785" y="3243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7423953" y="326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7402727" y="326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7339486" y="3249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7563426" y="3293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7217932" y="3281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7376935" y="3284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7393510" y="3262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7358581" y="3238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7404752" y="3246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7626753" y="3277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7462760" y="3257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7467124" y="3322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7465303" y="3307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7453839" y="3275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7411268" y="3275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7284400" y="3307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7439515" y="3261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7363210" y="334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7408900" y="3281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7478173" y="3267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7479375" y="3247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7567114" y="3264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7452660" y="3282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7371557" y="3268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7633023" y="3297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7489146" y="328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7237423" y="3206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7819268" y="327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7548793" y="3278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7422871" y="329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7146995" y="326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7420126" y="3266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7395017" y="3295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7671351" y="3287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7352247" y="3240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7418042" y="3260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7444140" y="3303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7810269" y="3286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7400303" y="3236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7470974" y="328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7434880" y="3169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7501009" y="3278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7713658" y="3271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7403180" y="3248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7387748" y="3272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7390016" y="326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7354280" y="3243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7304037" y="3243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7461950" y="3246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7415883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7383787" y="3255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7519232" y="3263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7573775" y="3515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7444348" y="309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7432144" y="3290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8091131" y="3318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7544126" y="3282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7415936" y="3277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7446186" y="3283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7434213" y="3243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7494629" y="3273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7842631" y="296356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7250028" y="3288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7521479" y="3262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7427154" y="3263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7391526" y="3265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7420644" y="3294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7288473" y="3257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7434150" y="3271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7350800" y="3235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7499066" y="3181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7394026" y="3264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7392738" y="329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7425293" y="315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7458914" y="3623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7443411" y="3225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7450900" y="2618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7456000" y="3458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7445752" y="3474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7466886" y="3395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7453579" y="3193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7444412" y="3470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7433783" y="2208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7468425" y="261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7381790" y="321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7398109" y="3324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8577304" y="291254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7439705" y="3519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6875911" y="3201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7421207" y="342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7405786" y="3154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7401274" y="3188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7429552" y="2933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7289676" y="3125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7408657" y="2869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7399858" y="2226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7588958" y="3544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7600972" y="4035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7449994" y="1930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7395722" y="3604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7462788" y="3397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7449411" y="3310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7443075" y="3528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7440027" y="364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7480630" y="3187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7473976" y="3566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7447979" y="3427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7442875" y="334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7521629" y="340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7434611" y="3321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7952087" y="3297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7413602" y="3019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7394229" y="2992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7468648" y="3668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7407552" y="3004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7491741" y="3304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7491160" y="1604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7242176" y="3321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7406644" y="3353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7460720" y="3272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7411998" y="3481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7423173" y="3466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7458169" y="3177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7493705" y="3260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7431279" y="3214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7445337" y="3539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7442282" y="3809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7410790" y="3446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7436106" y="3224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7445349" y="3316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7453182" y="3572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7405914" y="3403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7430065" y="3377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7439752" y="329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7390141" y="3500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7471627" y="3005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7436484" y="2998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449324" y="3146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7705975" y="3434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9724151" y="3285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7446059" y="3426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7445545" y="3233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7414907" y="3017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7254944" y="2904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7462734" y="3179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7431961" y="326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7473845" y="3607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7420895" y="3384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7413134" y="3374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7455213" y="3651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7912882" y="35729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7406135" y="368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8012817" y="359562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7972771" y="279574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7310309" y="3452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7391774" y="3224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7431910" y="3521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7998046" y="34878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7419047" y="212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7425185" y="3110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7437313" y="3139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6209750" y="3286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7579250" y="3396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7434307" y="3009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5251755" y="3310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7426788" y="344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7447582" y="3132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7418624" y="3345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7501206" y="3640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7484487" y="3527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7406291" y="3383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7450444" y="3436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8180532" y="3285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7442819" y="3653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7443418" y="3389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7429639" y="3557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7433349" y="3244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7409408" y="3757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5695357" y="3375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7383456" y="3197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7435539" y="3174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7434408" y="3196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7612762" y="326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7389989" y="3423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7650399" y="329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7535856" y="3335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7464757" y="3500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7446190" y="3562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6811190" y="3293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7395203" y="3167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7435015" y="3491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7468133" y="2993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7469673" y="3072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7436257" y="3222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7410666" y="2704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7421425" y="2356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7423146" y="2767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7450622" y="3131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7376494" y="2711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7423758" y="3104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7475451" y="3155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7414585" y="3408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7376267" y="3127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7409713" y="3243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7831940" y="30487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7434935" y="318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7371863" y="3290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7340968" y="3332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7411220" y="3273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7438448" y="375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7496112" y="323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7027887" y="3328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6187346" y="3220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5850521" y="35944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7162300" y="3215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7428605" y="3577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7260833" y="3365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7438987" y="3389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7437833" y="3521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7432358" y="3602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7437885" y="3399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7485683" y="3350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7475083" y="3568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7490210" y="3719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7485920" y="339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7451503" y="3497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7421499" y="3240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7467114" y="3167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7447223" y="348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7928269" y="325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7466340" y="334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6490881" y="3490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7621008" y="3259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7275747" y="31350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7514515" y="3227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7425628" y="3545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7473424" y="3522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7378588" y="3184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7399279" y="4094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7394503" y="3424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7432709" y="3375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7499602" y="3516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7415301" y="3497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7444228" y="3402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7422858" y="3316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7486841" y="3707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7465314" y="3423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7517638" y="3626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7953434" y="28741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7386148" y="3223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7407169" y="2981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7397393" y="3086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7445173" y="3487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7416331" y="3489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7432595" y="3165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7465212" y="332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6645110" y="186154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7462524" y="3352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7447197" y="3639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7515909" y="367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7794835" y="29417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7464371" y="3177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7515346" y="3255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7418206" y="3449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7348233" y="3326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8782511" y="30350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7467095" y="332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7417622" y="3039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7439145" y="3850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7279678" y="3370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7503274" y="3711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7433367" y="3512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7569745" y="3516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7454281" y="3212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7422852" y="3121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6858529" y="326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7354707" y="3291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7462355" y="3230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7435158" y="3214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7419423" y="3290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7449206" y="3403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7451760" y="300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7440226" y="3553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7616183" y="3026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7436089" y="321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7388251" y="3413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7420114" y="3149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7453008" y="3403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7494250" y="3522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7773126" y="358403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7508846" y="2947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7583020" y="308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7482160" y="352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7012534" y="327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7424391" y="3366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7491008" y="3695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7429735" y="3505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7500438" y="3523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7434185" y="3285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7336496" y="3476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7434313" y="3364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7912145" y="34929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7451109" y="311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7411872" y="310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7402723" y="3367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7474081" y="3578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7447251" y="3312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7452276" y="307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7432116" y="2723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7451399" y="3288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7444261" y="3283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7460253" y="3464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7464687" y="3340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7446958" y="3334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7447561" y="3531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7432658" y="3135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7427166" y="3722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7484089" y="3119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7409438" y="3340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7457760" y="345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7414374" y="3235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7192332" y="36262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7420410" y="3146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7439369" y="3151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7435198" y="3208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7476479" y="3933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7489553" y="33561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8836787" y="3164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7492917" y="3264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7452721" y="3537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7396894" y="273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7902092" y="302562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7439600" y="3457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7463120" y="3449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7463496" y="3447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7392271" y="363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7424080" y="3238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7422112" y="324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7514071" y="3250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7469758" y="3361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7512294" y="3282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7509022" y="3206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7444571" y="3164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7087487" y="3295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7292176" y="3339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7401119" y="3365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7609154" y="3274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7458758" y="3068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7425770" y="3351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7454809" y="3235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6715529" y="443203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7375967" y="3800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7516356" y="3575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7452688" y="3441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7437848" y="3287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7510935" y="3134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7326516" y="2855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7484912" y="3210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7389095" y="3217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7473908" y="2967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7444998" y="298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7424945" y="3117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7455865" y="311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7457585" y="3307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7462266" y="3001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7442777" y="3688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7425770" y="3497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7476818" y="343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7480440" y="3711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7440514" y="3310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7459065" y="3534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7449068" y="3377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7443761" y="3023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7448829" y="3111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7331923" y="3093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7458904" y="3298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7456548" y="3339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7429806" y="3181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7461586" y="1758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7517798" y="327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7454756" y="3562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7445452" y="3130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7940566" y="343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7340042" y="337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7439224" y="340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7415471" y="3373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7365877" y="2797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7446252" y="3045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7354295" y="3225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7765626" y="37761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7462115" y="3839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7557630" y="3750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7504579" y="3725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7399761" y="279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7412740" y="3008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7287821" y="3056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7452118" y="3510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7439594" y="3756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7425299" y="3185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7410840" y="3307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7526353" y="3064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7421209" y="3271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7454766" y="3302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7434442" y="3213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7438986" y="3588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7368885" y="314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8110800" y="3424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7457939" y="3310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7472034" y="347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7403890" y="3230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7438956" y="3094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7461344" y="4175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7266688" y="3142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7435927" y="3087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7308122" y="3783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7468659" y="3508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7409025" y="3416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7436825" y="2889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7477561" y="306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7358277" y="3093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7452025" y="3111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7466216" y="3402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7425481" y="3285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7523718" y="3363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7451615" y="3327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7486178" y="3633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7433156" y="3350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7649532" y="317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7432121" y="3119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7421215" y="3151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7419856" y="3305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7425569" y="3469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7374005" y="3073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7469679" y="3272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7437232" y="3109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7338740" y="3390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7353090" y="3060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7441436" y="3076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7435083" y="3270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7418004" y="3106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7412750" y="3264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7439914" y="3254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7436075" y="330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7427512" y="3137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7420849" y="2970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7458816" y="3188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7475024" y="3105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7446277" y="3209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7466228" y="2763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7431667" y="3493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7446742" y="2853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7435387" y="237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7402219" y="3056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7294751" y="394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7434351" y="3045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7326573" y="3072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7417051" y="2955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7441731" y="3354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7451542" y="2979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7405216" y="3199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7511834" y="2794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7605445" y="3457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7163636" y="3532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7435570" y="3077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7394042" y="3088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7428701" y="303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7450890" y="3308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7401771" y="324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7479899" y="3409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7582530" y="3468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7500614" y="356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7485706" y="3274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7421127" y="3042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7566335" y="3301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7463749" y="3084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7372161" y="2133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7615129" y="308112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7396724" y="313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7374409" y="3733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7479501" y="3115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7426095" y="3158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7405421" y="3263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7328113" y="30961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7360656" y="3080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7411987" y="3160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7474066" y="3334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7486686" y="3364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7463325" y="3236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7488026" y="3468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7392517" y="3078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7405844" y="3142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7459271" y="3188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7456333" y="3091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7212802" y="3382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7479478" y="3093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7437520" y="3133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7452731" y="2980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7461625" y="343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5632683" y="33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7408415" y="309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7321494" y="2959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7155118" y="30510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7404654" y="3032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7420721" y="3176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7434127" y="3487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7286571" y="3243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7462508" y="350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7400968" y="3335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7439574" y="3421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7429583" y="3179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6040506" y="46877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8239807" y="3279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7532269" y="3072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7453662" y="3230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8209227" y="34997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7411377" y="3228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7437028" y="3265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7476063" y="3426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7409799" y="3542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7445790" y="3305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7293242" y="326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7459504" y="3566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7425329" y="3153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7439664" y="310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7449764" y="343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7457177" y="331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7453125" y="3117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7314168" y="3104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7451341" y="3310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7300124" y="311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7369676" y="3503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7466612" y="3508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7448917" y="3573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7432289" y="1843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6874334" y="3198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7455523" y="2914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7372983" y="3334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7488036" y="3659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7420710" y="3228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7374997" y="3080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7433196" y="3169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7412065" y="3488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7441493" y="3457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7512692" y="3307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7438813" y="3310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7512707" y="3432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7455804" y="3147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7437997" y="3471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7399550" y="3331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7434467" y="3262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7457917" y="3210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7385875" y="2885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7512693" y="3437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7409412" y="3208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7449269" y="3212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7423623" y="1990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7450642" y="35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7397179" y="2936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7458967" y="3002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7427794" y="3247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7451747" y="3335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7440306" y="29968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7485710" y="3108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7461382" y="3133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7452727" y="3397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7464592" y="3567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7434758" y="3253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7400330" y="3581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7378665" y="3397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7540334" y="3465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7455378" y="3592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7433837" y="3203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6479633" y="337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7423749" y="4329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7437085" y="3637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7538901" y="3261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7473326" y="3505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8420445" y="35104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7506325" y="3136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7430912" y="3284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7422948" y="3527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7600062" y="295821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7396429" y="3224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8081588" y="33864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7068065" y="35274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7480107" y="3452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7421503" y="3601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7425029" y="3175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7433846" y="309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7432892" y="3115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7446471" y="3198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7436057" y="303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7463706" y="3184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7491787" y="3467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7487695" y="3491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7520517" y="3471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7452484" y="3144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7460409" y="3251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7467075" y="3665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7479961" y="2936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7346198" y="3434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7432701" y="3087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7416395" y="3597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7472896" y="3419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6713163" y="3444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6943295" y="348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7187897" y="3356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7428775" y="3567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7105260" y="3150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7392322" y="3034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7469336" y="3695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7450072" y="3271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7445125" y="3295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7424740" y="314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7430428" y="3239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7542262" y="3235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7462567" y="3304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7466162" y="3487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7441064" y="3133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7409752" y="3081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7451239" y="3203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7447814" y="3300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7449020" y="3061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7250132" y="2375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7428975" y="3282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7455530" y="3156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7450208" y="3486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7413998" y="3076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7457551" y="3354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7429890" y="3001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7431545" y="3506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7435488" y="3548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6996038" y="327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7453000" y="3312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7488544" y="3318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7465027" y="3730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7472960" y="338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7462740" y="3716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8506658" y="3374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7467280" y="3537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7428977" y="3084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7448474" y="3263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7404219" y="3372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7427424" y="338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7450310" y="341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7424542" y="3478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7450863" y="347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7426691" y="3055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7432375" y="336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7452091" y="3619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8414074" y="34311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7356026" y="3309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7439666" y="3359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7413341" y="344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7419782" y="3557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7448365" y="3393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7390804" y="3255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7456353" y="3119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7445333" y="318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7535878" y="3554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7469571" y="3487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7449569" y="3518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7454480" y="3373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7388751" y="450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7426491" y="3612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7432223" y="3660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7448486" y="2713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6003156" y="340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7460435" y="310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7427082" y="2769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7475567" y="1458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7438005" y="3424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7443169" y="303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7438481" y="3402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7442047" y="3387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7438932" y="3473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7397094" y="3333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7465856" y="341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7496035" y="3532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7441932" y="3547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7498569" y="326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7455101" y="3211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7440242" y="3090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7458202" y="339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7430656" y="3579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7413657" y="366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7457079" y="3528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7435415" y="3015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7440441" y="3548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7420486" y="2804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7421246" y="3009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7365751" y="360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7397858" y="321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7466229" y="3342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9343321" y="288870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7480158" y="305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7441545" y="3239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7454123" y="3264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7488294" y="3418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7512773" y="3339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7380688" y="319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8534850" y="31362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7444828" y="3505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7425015" y="3084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8106572" y="300484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7439174" y="364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7457040" y="414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7469358" y="368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7456001" y="3727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7451282" y="3564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7464724" y="3265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7462263" y="3308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7476800" y="3817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7413108" y="3058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7409519" y="3306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7472606" y="314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7433333" y="3044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7443232" y="3152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7792573" y="34472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7252572" y="3170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7392565" y="3140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7403603" y="3384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7447553" y="344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7489295" y="3619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7451318" y="3239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7465511" y="3306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7461850" y="3271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7441400" y="3299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7432438" y="3248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7455393" y="2961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7433851" y="294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7356802" y="3514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7450628" y="3262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7438198" y="3468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7440411" y="3399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7394732" y="3156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7491000" y="3145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7459765" y="3255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7355974" y="3042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7374000" y="3439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7420679" y="3489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7601131" y="3728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7510085" y="3588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7449150" y="2909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7455651" y="3189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7438214" y="3045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7424764" y="312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7443368" y="3092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7460417" y="3324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7456750" y="4125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7426960" y="3346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7441414" y="3280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7407060" y="313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7368874" y="3137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7480415" y="323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7686153" y="36289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7416796" y="3330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7202400" y="370679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7453685" y="314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7427640" y="3178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7435186" y="3560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7452609" y="3483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7441249" y="3358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7414006" y="3904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7442442" y="3201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7431887" y="3127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7430926" y="3146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7079050" y="300885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7506004" y="3541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7494025" y="331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7508086" y="3875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7180890" y="3252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7318273" y="3411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7447066" y="3398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7475874" y="3497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7453000" y="2772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7464994" y="3302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7443338" y="3231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7380665" y="3132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7446141" y="3195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7437424" y="3276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7419415" y="3257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7403750" y="330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7440353" y="3280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7345282" y="3471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7452026" y="3531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7336913" y="3296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7496072" y="347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7422916" y="3306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7420005" y="3243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7473848" y="3352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7458323" y="3317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7485994" y="3319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7476099" y="3569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7491037" y="3563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7452233" y="318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7436947" y="3340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7705195" y="34602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7578754" y="3495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7441911" y="3389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7475612" y="349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7491438" y="3222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7491936" y="348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7442506" y="3413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7565438" y="3103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7466587" y="3083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7450051" y="3191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7499847" y="3272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7430796" y="3117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7453025" y="3473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7480371" y="302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7800407" y="358920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7404134" y="3535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7464370" y="3514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7481269" y="351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7492349" y="3404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7469879" y="3444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7445605" y="3204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7427464" y="2938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7457355" y="3240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7468543" y="3388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6561463" y="41604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7442336" y="3187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7445239" y="3506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7372938" y="3379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8027609" y="3336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7439928" y="3156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7441158" y="3326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7442569" y="3381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7443851" y="3234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7401068" y="3546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7443247" y="3536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7414032" y="3490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7457311" y="3353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7436006" y="3339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6558687" y="3277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7450001" y="32397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7217682" y="344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7377636" y="3223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7393760" y="3120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7451652" y="3307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7449850" y="3749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7430737" y="3113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7450639" y="338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7463036" y="3612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7497516" y="326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7925894" y="3375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7428865" y="3468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7406322" y="3199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7489822" y="3484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7432232" y="3724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7449289" y="3018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7458528" y="3404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7418713" y="3458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7416686" y="3307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7472860" y="3542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7425807" y="3307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7436710" y="3109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7441343" y="3171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8969285" y="30142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7462100" y="300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7429976" y="3185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7383471" y="3237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7489055" y="333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7381110" y="3291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7447789" y="3338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7436777" y="3215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7481837" y="3211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7412821" y="3611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7430315" y="3719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7411900" y="3472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7456964" y="3620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7418346" y="3077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7452622" y="3337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7457767" y="3126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7413086" y="3239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7444974" y="299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7434578" y="32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7452300" y="3517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7882601" y="3155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7466773" y="305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7450529" y="307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7487432" y="3454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7440680" y="3296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7369020" y="3200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7496695" y="3168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7443034" y="3501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7442629" y="3200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7395507" y="2998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7416136" y="3100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7366215" y="3077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7440228" y="3055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7431722" y="3109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7447949" y="3420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7466966" y="358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7401664" y="3537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7474965" y="3431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7470199" y="3375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7435540" y="3143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7451593" y="2668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7425523" y="3391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7387211" y="3059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7430647" y="3466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7461009" y="3282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7439240" y="3117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7450291" y="3244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7423852" y="2991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7487872" y="3228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7475673" y="3054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7400791" y="310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7481992" y="3149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7401747" y="3197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7436954" y="3406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7476111" y="3402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7555186" y="3427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7440176" y="3228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7433807" y="3419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7444499" y="3440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7252851" y="1793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7466568" y="3164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7460244" y="302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7241596" y="3501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7374245" y="3086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7462736" y="3280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7573957" y="3116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7436652" y="3465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7461972" y="354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7434333" y="3011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7484681" y="3543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7432581" y="319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7392048" y="3654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7364531" y="3380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6644393" y="3097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7452526" y="3251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7473455" y="317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7455914" y="3446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7389975" y="3095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7369552" y="3225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7473840" y="3439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7392216" y="1962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7443024" y="3380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7446711" y="3149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7496343" y="3364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7466662" y="3111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7483245" y="3338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7470495" y="3306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7348214" y="3272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7431068" y="408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7457412" y="3137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7448500" y="3065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7485493" y="3545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7489283" y="3162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7452425" y="319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7328826" y="3132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7666625" y="310258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7512053" y="3332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7639158" y="33960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7432128" y="3162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7523684" y="3452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7376198" y="3104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7481574" y="3263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7471451" y="331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7392710" y="3236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7450089" y="3078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7493422" y="2867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7844171" y="316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7404363" y="3143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7475662" y="3326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7421301" y="3426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7417030" y="290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7400241" y="309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7405213" y="3165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7396381" y="3131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7428536" y="3368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8017555" y="3235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7409810" y="4379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7354995" y="3160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7514255" y="3325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7408558" y="351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7411603" y="354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7423122" y="3072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7530539" y="3174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7255026" y="3318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7447734" y="340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7421693" y="3291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7343808" y="2891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7470595" y="3388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7479447" y="3429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7516601" y="3163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7378256" y="3043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7434072" y="3333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7484575" y="2895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7523223" y="3381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7401174" y="3234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7464816" y="326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7454819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7465962" y="3154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7416319" y="3151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7383475" y="3362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7446438" y="3140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7554476" y="3620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7395488" y="3545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7462161" y="3250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7479155" y="3224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7431750" y="3501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7446497" y="3134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7395976" y="3043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7414892" y="3242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7483812" y="3168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7458922" y="3015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7430183" y="3273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7409302" y="3351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8158231" y="34662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7434240" y="3396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7446998" y="3037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7416114" y="3490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7392280" y="3113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7421514" y="3424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7419778" y="299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7454978" y="3399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7484957" y="3507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7476078" y="3487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7414939" y="3237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7436650" y="3358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7429010" y="3043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7445758" y="3255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7457265" y="3181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7430305" y="317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7443566" y="3032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7365539" y="33894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7438746" y="3122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7404022" y="312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7447037" y="3303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7401266" y="3405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7392273" y="3274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7399156" y="3059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7425987" y="3349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7491647" y="2894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7426809" y="3481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7489581" y="314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7451594" y="3149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7439425" y="3503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7398774" y="3189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7318097" y="2053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7462713" y="3181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7352019" y="2876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7387583" y="310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6828334" y="3152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7762996" y="3284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7462446" y="3154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7423264" y="3113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7416075" y="3048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7495409" y="3090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7448643" y="3119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7411264" y="3346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7728744" y="30491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7412175" y="338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7447523" y="3428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7427572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7461163" y="332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7467100" y="3258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7447972" y="3673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7435606" y="3465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7423839" y="3114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7461792" y="3321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7453248" y="315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7540983" y="3676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7536188" y="3480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7581248" y="3511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7466523" y="3585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7413209" y="3142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7436239" y="3357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7446757" y="3034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7518664" y="3529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7455020" y="340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7440745" y="3532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7612441" y="3334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7471596" y="3362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7415218" y="3006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7420647" y="3182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7419062" y="3069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8002190" y="3426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7451721" y="3239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7446611" y="322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7484363" y="3455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7502840" y="353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7503141" y="3296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6861741" y="3324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7383006" y="313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7476222" y="3270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7417998" y="3388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7434656" y="2988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6893647" y="35426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7373699" y="31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7460867" y="3304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7460454" y="3181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7418184" y="3454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7807404" y="3163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7419173" y="3446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7479784" y="3125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7367519" y="3148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7440366" y="3254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7363939" y="2901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7441651" y="3596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7492199" y="3442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7461342" y="3488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7565207" y="3475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7409997" y="3204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7327701" y="3152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7429270" y="3083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7438597" y="3027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7437101" y="3192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7305907" y="31271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7451166" y="3142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7429190" y="3084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7453855" y="3131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7454416" y="3575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7423532" y="3060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7477909" y="3560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7377449" y="3378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7474443" y="3049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7444638" y="3226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7428196" y="3577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7522391" y="3494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7491711" y="3289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7434905" y="3409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7423662" y="3210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7495608" y="3463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7454960" y="3201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7464922" y="3122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7437685" y="2979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7430456" y="3094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7491054" y="3331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7461670" y="3366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7469704" y="3153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7327406" y="29409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7377823" y="3146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7489818" y="3229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7449256" y="4172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7480905" y="3238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7378672" y="319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7436176" y="3122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6357270" y="41028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7511581" y="3630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7445325" y="3135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7515009" y="3237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7528972" y="3319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7456715" y="3137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7428324" y="3298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7486539" y="3381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7511782" y="339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7468266" y="3181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7402838" y="3263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7406723" y="2725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7408000" y="3129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7410604" y="3118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8224636" y="3435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7431722" y="3079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7463135" y="3443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7427837" y="325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7462393" y="3412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7959573" y="346949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7406316" y="336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7492355" y="3434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7527556" y="3394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7384351" y="344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7425598" y="3079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7402161" y="2792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7446998" y="3376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7406203" y="3389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7491578" y="2994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6867602" y="41183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7424762" y="3137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7443293" y="3149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7409250" y="321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7480305" y="3553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7472451" y="3371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7405288" y="316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7390496" y="3066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7512280" y="3194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7476701" y="3188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7404173" y="3201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6269161" y="43412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7635468" y="3172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7441165" y="3215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7435033" y="280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7381023" y="3329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7394572" y="3025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7449787" y="3494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7490026" y="3278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7508812" y="3505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7411147" y="304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7421902" y="3255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7795790" y="361061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7493146" y="3409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6654336" y="29601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7424403" y="3179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7453014" y="3235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7458750" y="3314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7472997" y="3247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7417427" y="3543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6684937" y="36380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7490952" y="3361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7469249" y="3209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7437881" y="330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7422865" y="3080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7444075" y="309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7447388" y="3146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7453167" y="3054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7411481" y="3102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7456388" y="3124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7423380" y="3094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7443391" y="3378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7414478" y="3532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7419978" y="3341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7444715" y="3131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7457564" y="2358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7432422" y="3546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7382084" y="3145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7366959" y="3125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7424949" y="3028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7519182" y="3139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7349258" y="2642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7450519" y="3190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7413411" y="4722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7424440" y="4853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7445859" y="3378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7392869" y="3185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7442146" y="3340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7510853" y="3537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7404947" y="3265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7505131" y="3448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7445991" y="3931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7404788" y="3099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7432209" y="3131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7437485" y="3290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7465961" y="316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6330616" y="3286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6633446" y="30257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7443104" y="3234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7038415" y="30575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6702739" y="22863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7452533" y="3400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7497735" y="3524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7436081" y="3170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7393144" y="292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7427073" y="3335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7361229" y="3055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7379956" y="3100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7409193" y="3052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7455107" y="3291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7435514" y="33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6688198" y="35221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7442676" y="3435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7630523" y="3313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7418144" y="3075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7371002" y="3511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7180361" y="3336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7122841" y="3343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7363433" y="2950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7429446" y="3532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7389800" y="3602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7388826" y="3550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7483794" y="3378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7438397" y="3242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7400662" y="3527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7441805" y="3594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7468705" y="3475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7475828" y="3230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7409945" y="3083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7419758" y="3074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7361560" y="3133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7414227" y="3046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7435472" y="3635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7421982" y="3368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7384214" y="3328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7307604" y="3548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7452282" y="3391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7421904" y="3124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7461320" y="3523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7446325" y="3456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7470764" y="3495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7364473" y="3263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7453708" y="3114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7451709" y="3208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7418732" y="3267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7513028" y="3439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7521801" y="3390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7326805" y="301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7516094" y="2937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7441143" y="3607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7467329" y="3043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7456880" y="3258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7421088" y="3306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7422763" y="3055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8071419" y="3211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7595242" y="3200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7412451" y="3169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7404693" y="3704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7390935" y="3213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7461657" y="3170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7465192" y="307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7449832" y="3246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7420530" y="3091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7700409" y="3212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6572633" y="3171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7401505" y="3614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7423343" y="3544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7436401" y="3182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7377919" y="3277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7484075" y="3433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7473525" y="3442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7451562" y="3181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7443832" y="3169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7432351" y="3154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7470069" y="3088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7428762" y="2937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7465990" y="330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7464564" y="3138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7428091" y="3049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7450449" y="2744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7463620" y="3408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7408830" y="3139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7428471" y="3120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7451349" y="339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7724907" y="3419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7440073" y="3299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7443221" y="3554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7496748" y="3348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7468093" y="318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7414504" y="3415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7422940" y="2913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7428162" y="309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7433630" y="3540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7460941" y="3779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7383706" y="3741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7393970" y="3104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7430092" y="3097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7843970" y="3258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7463114" y="512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7435784" y="3119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7442644" y="3210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7516283" y="343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7449113" y="3476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7476458" y="3573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7409510" y="3112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7464409" y="3164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7424800" y="3118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7488915" y="3101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7443819" y="2889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7475345" y="3249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7514465" y="3191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7411981" y="3290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7274720" y="30041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7418270" y="3336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7414548" y="3056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7456212" y="369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7442418" y="3405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7461155" y="3712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7462203" y="3446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7414268" y="3214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7177677" y="31181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7440121" y="276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7407315" y="3549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7341355" y="3129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7412795" y="3028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7410408" y="311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7438901" y="3110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7464332" y="3258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7455289" y="3278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7617180" y="340773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7453715" y="3382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7464828" y="2935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7455444" y="3251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7424215" y="3082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7461203" y="2729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7638082" y="311390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7461721" y="3019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7446843" y="3457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7418550" y="3145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7416287" y="3252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7396346" y="3249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7448517" y="2880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7385433" y="3206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7432855" y="3338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7470440" y="3282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7381496" y="3511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7455027" y="3619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7438645" y="3242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7496702" y="3136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7517991" y="3508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7489011" y="3484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7409263" y="3614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7541152" y="3429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8626382" y="3314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7894718" y="35697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7957928" y="3220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7435569" y="3194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7613837" y="30028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7351623" y="3059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7382918" y="352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7470412" y="3032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7461740" y="3534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7664481" y="35327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7437808" y="3032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7440785" y="3064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7487278" y="3295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7545509" y="3344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7468879" y="3408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7483628" y="3007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7442947" y="2040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7558027" y="3516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7524940" y="3448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7454953" y="33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7411041" y="3119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7469267" y="338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7455623" y="3180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7412709" y="3327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7463663" y="3009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7374125" y="3317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7484059" y="3468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7448936" y="3416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7423402" y="3466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7486089" y="3314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7360183" y="3421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7578572" y="3162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7476853" y="3591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7401244" y="3979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7466546" y="3215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7443250" y="3614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7436810" y="2957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7411699" y="3245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7517766" y="3246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7465424" y="340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7941742" y="360523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7415144" y="302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7415827" y="3364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7415654" y="311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6626693" y="3130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7438445" y="3315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7467266" y="3351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7465664" y="3375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7515379" y="3460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7290355" y="3659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7425757" y="3353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7460227" y="3496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7419539" y="3150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7439121" y="2472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7366460" y="333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7433309" y="3574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7585194" y="351603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7489899" y="3373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7420724" y="3430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7449381" y="3235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7299984" y="3107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7464445" y="3073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7389600" y="3257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8006831" y="355342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7413659" y="303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7367201" y="341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7440389" y="3383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7437430" y="3084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7427990" y="3629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7428109" y="3076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7407745" y="3436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7433896" y="3215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7483120" y="3520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7456927" y="3562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7476607" y="3516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7390981" y="3174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7427510" y="3122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7474440" y="3165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7441749" y="3429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7487496" y="3536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7460259" y="3137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7396729" y="3137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7467624" y="3342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7110449" y="35387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7411584" y="3453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7468282" y="3119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7453253" y="3321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7433054" y="3246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7431004" y="3178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8330537" y="3459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7499019" y="3493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7463116" y="2953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7404686" y="302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7476881" y="3356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7474328" y="3412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7431284" y="3170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7449999" y="3297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7492843" y="3479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7437640" y="3370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7432937" y="3087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7495036" y="3280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7426777" y="306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7396720" y="3135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7386472" y="311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7401970" y="3161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7419301" y="2947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7415111" y="3281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7455490" y="3408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7465107" y="3229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7425424" y="3254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7447287" y="3194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7403489" y="3233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7397161" y="3223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7427041" y="3410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7430505" y="360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7421437" y="3159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7450025" y="3180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7439515" y="3067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7418254" y="3627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7447691" y="3185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7497930" y="3433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7439102" y="3309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7444428" y="3519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7434647" y="3378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7458571" y="3301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7497815" y="3672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7460085" y="3329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7415624" y="315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7488713" y="3613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7501026" y="308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7460512" y="3142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7515483" y="330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7451135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7457842" y="3395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7453584" y="3559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7413947" y="3616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7417792" y="3462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7429620" y="3454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7461891" y="364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7458423" y="2842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7392519" y="3142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8595789" y="37048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7432235" y="3155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7419793" y="3262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7396681" y="3297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7374723" y="2439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7406859" y="3143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7462318" y="3500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7564052" y="3017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7471597" y="3356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7130409" y="36390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7447382" y="333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7433024" y="3519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7521988" y="3568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7415065" y="3151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7471224" y="330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7453615" y="3304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7439787" y="3097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7447513" y="347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7449636" y="3118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7454603" y="3414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7442757" y="3146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7484667" y="3704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7430719" y="2978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7383787" y="3091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7468914" y="3587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7426671" y="3158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7477118" y="3100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7474615" y="3095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7435222" y="316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7449269" y="3337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7422221" y="3471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7422750" y="312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7438986" y="3153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7491018" y="3135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7443532" y="3072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7437109" y="295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7509825" y="3504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7459659" y="337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7398510" y="3015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7454395" y="3112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7465328" y="3431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7406899" y="3255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7407169" y="2965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8440448" y="3115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7408535" y="3118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7465702" y="3507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7470565" y="3111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7421285" y="312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7485096" y="3594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7442847" y="2325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7431324" y="3201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7383780" y="3220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7403624" y="3094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7515327" y="3443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7431096" y="3097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7493625" y="3365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7450308" y="3548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7454708" y="369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7502441" y="3322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7510411" y="321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7429359" y="3583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7465900" y="3303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7430789" y="3140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7397550" y="3432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7446423" y="3641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7712172" y="31021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7438938" y="2947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7463378" y="3539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7513880" y="3120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7387154" y="3181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7427303" y="3154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7446234" y="3131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7451852" y="2960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7485967" y="3505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7451983" y="328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7542966" y="3351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7511795" y="3478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7425449" y="3060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7485356" y="3532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7443977" y="352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7487580" y="333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7454440" y="3228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7455552" y="333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7437309" y="3266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7445404" y="3473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7415435" y="3369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7435418" y="3342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7414308" y="3560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7450415" y="3194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7364793" y="3909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7486666" y="3410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7660903" y="3475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7432780" y="3023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7446551" y="3478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7442034" y="3354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7406653" y="3234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7451011" y="3526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7472424" y="366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7476233" y="3570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7467219" y="3606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7435195" y="3218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7487355" y="3522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7444897" y="3050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7471878" y="3261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7412835" y="3331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7457726" y="3551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7477051" y="3193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7454168" y="3614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7422023" y="3402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7560217" y="3583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7514782" y="3482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7459775" y="3248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7545006" y="3476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7496707" y="3281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7671856" y="35175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7483919" y="3297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7506184" y="348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7455130" y="3620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7391402" y="3405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7406744" y="3070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7430766" y="3011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7403586" y="3101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7383802" y="3381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7541603" y="3168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7492460" y="3848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7570463" y="3321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7461623" y="3360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7445708" y="3316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7356010" y="3259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7442827" y="340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7488096" y="3638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7470995" y="3560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7126588" y="26222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7472379" y="3493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7479902" y="3579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7371227" y="3134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7416845" y="3020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7462513" y="3352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7433639" y="344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7468745" y="3606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7476199" y="3771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7342542" y="339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7425378" y="3489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7512583" y="3473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7457247" y="191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7344887" y="324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7457791" y="3152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7435585" y="329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7464534" y="3404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7432652" y="3154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7438893" y="3497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7452451" y="3236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7454101" y="3427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7377865" y="2562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7385526" y="3189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7437482" y="3082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7467076" y="316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7397711" y="3408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7479309" y="3560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7458848" y="358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6238513" y="3063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7550369" y="347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7462374" y="3393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7442410" y="3110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7439938" y="3536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7483829" y="3412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7446690" y="3456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7468687" y="3368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7437766" y="3013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7496224" y="3226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7469363" y="3403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7420675" y="3370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7510941" y="3378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7473818" y="3480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7557665" y="3480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7426159" y="2990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7401958" y="3350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7419205" y="3277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7472255" y="3054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7428363" y="3203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7390324" y="2867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7458325" y="3455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7463829" y="3618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7497408" y="336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7427432" y="3046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7453118" y="3344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7356111" y="3301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7412784" y="3110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7432065" y="3421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7479397" y="3150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7430325" y="3132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7427346" y="3463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7484525" y="3536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7426880" y="317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7473594" y="3493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7451508" y="3753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7462037" y="3379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7448277" y="3349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7505394" y="3544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7452720" y="3359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7530424" y="3519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7762002" y="35868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7422877" y="3165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7452002" y="3615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7442357" y="303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7407043" y="3188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7406684" y="3088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7433560" y="310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7390337" y="3105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7445179" y="2964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7472467" y="3102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7419811" y="3525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7432220" y="3367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7492641" y="3381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7517776" y="350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7409047" y="3229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7469775" y="3291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7460043" y="353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7462534" y="354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7561172" y="3475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7375248" y="3083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7463742" y="3100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7447107" y="3265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7483597" y="3211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6712467" y="3385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7459348" y="3586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7450002" y="342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7433154" y="3556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7471006" y="3113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7430621" y="3153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7446921" y="3216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7416277" y="369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7471238" y="3587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7426317" y="3098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7431685" y="3310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7455422" y="334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7443841" y="3538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7466651" y="344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7415342" y="3242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7439965" y="3200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7462602" y="3425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7453548" y="3280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7421480" y="3146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7526280" y="3317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7476008" y="3364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7453617" y="3132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7386897" y="3037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7445401" y="3388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7476693" y="3149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7386944" y="3334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7457735" y="338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7456677" y="3731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7434925" y="3578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7355305" y="3413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7501058" y="3639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7386728" y="3407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7465081" y="3368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7386045" y="3290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7464635" y="318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7423805" y="3275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7449982" y="3189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7471277" y="3479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7434895" y="3087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7452982" y="3599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7399363" y="321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7476602" y="379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7494197" y="318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7413767" y="3342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7173739" y="3550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7453769" y="356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7523310" y="3472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7639928" y="3529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7411056" y="3097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7425831" y="3021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7475151" y="3326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7343797" y="343506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7290519" y="3017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6973584" y="18097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7401954" y="3243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7439371" y="3121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7453334" y="319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7434630" y="332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7479047" y="3352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7508252" y="3465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7490165" y="3586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7381339" y="3059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7395837" y="3085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7452499" y="3145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7460351" y="3145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7456809" y="3541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7377843" y="3615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7460832" y="3280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7425448" y="3258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7509228" y="3507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7498478" y="3654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7355356" y="3265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7373037" y="321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7467155" y="3524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7457392" y="3305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7437967" y="3408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7472167" y="351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7482527" y="3433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7401828" y="3149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7439558" y="3378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6185837" y="41412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7476578" y="3435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7437844" y="3175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7471184" y="3432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7436173" y="3081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7460832" y="3673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7671886" y="37970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7500009" y="3071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7453688" y="3422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7433839" y="3511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7417834" y="311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7493845" y="3426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7473910" y="3509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7420451" y="3280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7459889" y="290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7436822" y="3062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7448725" y="2974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7421916" y="3113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7439939" y="361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7259947" y="311691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7444496" y="307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7453627" y="3448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7538574" y="3556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7519028" y="3095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7470247" y="3259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7442670" y="3297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7539274" y="3513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7426063" y="3100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8385527" y="34978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7447702" y="3092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7416115" y="3633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7442637" y="329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7475214" y="291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7418089" y="3099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7457017" y="3452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7424527" y="3417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7499073" y="3093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7405591" y="3219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7432976" y="3249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7427007" y="3284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7382589" y="3316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7474130" y="3586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7476128" y="3685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7466654" y="3612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7472742" y="3549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7480717" y="355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7387945" y="3585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7434404" y="3283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7473855" y="3391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7450218" y="3691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7484877" y="3560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7449091" y="3535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7425199" y="3250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7437787" y="3178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7484037" y="3797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7437626" y="3416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7427628" y="3123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7451646" y="316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7415615" y="307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7479202" y="3579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7462585" y="334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7463260" y="3484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7464165" y="3616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7415815" y="3144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7475220" y="3184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7427741" y="3434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7438714" y="3584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7405949" y="3141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7448979" y="3396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7472680" y="3456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7475745" y="3097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7466301" y="3261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7437148" y="348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7474939" y="3450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7463434" y="3501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7485820" y="3561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7467571" y="3487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7468153" y="3391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7456711" y="3240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7373517" y="3514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7416244" y="3441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7457698" y="338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7429586" y="3151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7567797" y="34594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7452805" y="3238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7471143" y="3343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7490497" y="3007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7621700" y="34604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7453133" y="3161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7415620" y="3258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7478659" y="3186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7455027" y="2882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7455783" y="3352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7452975" y="3339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7432005" y="3530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7451480" y="3397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7507417" y="3483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8536996" y="35487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7451554" y="3126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7453786" y="3533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7481181" y="354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7467943" y="3479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7434662" y="3316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7441704" y="354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7379126" y="3077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7459543" y="3429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7473280" y="3620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7550645" y="3516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7462336" y="3463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7459810" y="3473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7412697" y="333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7446526" y="3202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7500545" y="3256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7460088" y="328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7472278" y="3149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7445896" y="3342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7462219" y="3234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7480573" y="3466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7462533" y="3524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7463755" y="3173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7433443" y="3464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7442572" y="3412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7453998" y="3174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7432147" y="3428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7527655" y="3415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7435610" y="308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7389203" y="3466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7488373" y="2994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7421835" y="3144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7412662" y="3426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7439067" y="3307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7448159" y="333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7438613" y="3133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7460381" y="3093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7444501" y="3273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7515554" y="348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7526143" y="3125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7511112" y="3009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7430580" y="328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7401488" y="3094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7453994" y="332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7457825" y="3416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7371760" y="3409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7436053" y="334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7446960" y="3197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7462641" y="3192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7159120" y="36542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7442754" y="3077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7436433" y="3095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7406388" y="3249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7418574" y="3357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7446554" y="3353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7447914" y="3295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7452327" y="3422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7654751" y="3314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7453279" y="3380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7501644" y="3177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7403110" y="3170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7447464" y="3392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7527466" y="3398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7449100" y="3623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7864992" y="346601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7468813" y="3627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7472716" y="3481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7423004" y="3329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7267477" y="3567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7429763" y="3017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7451319" y="3488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7452440" y="3154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7454571" y="3497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7599161" y="3401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7507723" y="3473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7416653" y="3653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7193007" y="3497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7432642" y="348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7448611" y="3429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7903798" y="31125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7467503" y="330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7444691" y="3333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7437313" y="3165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7518137" y="3651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7421969" y="3835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7451335" y="3269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7456826" y="3083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7474919" y="3387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7320704" y="3249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7478617" y="3310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7412196" y="3004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7469015" y="3335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7418475" y="3030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7462120" y="3225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7459475" y="3196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7474195" y="321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7497050" y="3369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7443450" y="3025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7455458" y="3415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7410711" y="3083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7469951" y="3453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7414890" y="3274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7467600" y="3227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7504210" y="3506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7479290" y="3242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7550912" y="3324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7462158" y="3109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7459890" y="295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7897286" y="3259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7483723" y="3269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7405429" y="3179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7430025" y="3270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7462501" y="358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7484656" y="3390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7473578" y="3119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7262536" y="3362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7442623" y="3152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7417995" y="3303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7372801" y="3269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7424999" y="3323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7436267" y="3383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7478547" y="3501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7442227" y="355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7421194" y="2895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7436091" y="310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7532404" y="30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7475975" y="320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7477231" y="3372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7366255" y="343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7465661" y="3576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7372628" y="3113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7472156" y="3257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7465328" y="3430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7364737" y="319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7441354" y="3500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7359266" y="3149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7442286" y="332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7446534" y="314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7477665" y="3372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7443700" y="3292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7478302" y="338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7485744" y="346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7321838" y="30739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7475558" y="2949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7440280" y="3169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7362306" y="3144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7478144" y="3619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7426842" y="3264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7478098" y="3407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7428902" y="3292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7591412" y="3371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7380366" y="3431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7547612" y="3356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7462044" y="3172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7420112" y="336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7505399" y="3560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7487467" y="3405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7442771" y="3443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7464346" y="3384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7403660" y="3311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7431793" y="3732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7550974" y="3546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7402344" y="3114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7460134" y="2940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7512652" y="3670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7416641" y="3379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7481314" y="3467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6874154" y="331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7399903" y="3310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7450465" y="311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7464021" y="3636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7552305" y="3353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7489621" y="3451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7457636" y="3289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7694007" y="3223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7610589" y="3327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7635890" y="2899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7464677" y="3234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7422021" y="3421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7673721" y="29492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7473074" y="3385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7460857" y="351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7341980" y="3251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7528205" y="322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7403393" y="3229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7449900" y="3461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7442156" y="3230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7446470" y="321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7463726" y="3400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7427766" y="311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7369791" y="2977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7446818" y="3112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7453497" y="3089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8678730" y="3374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7511702" y="3391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7457094" y="3405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7462101" y="3100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7398025" y="3237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7466539" y="3445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7462930" y="294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7479569" y="3435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7403065" y="3503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7452098" y="3549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7429532" y="3134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7383330" y="3392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7419763" y="3027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7447855" y="3319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7459787" y="3500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7478302" y="3093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7394491" y="3082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7457676" y="3343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7491467" y="3474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7473535" y="3477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7421283" y="3116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7324793" y="510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7443345" y="32645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7434990" y="3361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7434634" y="302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7434519" y="3420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7440928" y="3219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7469617" y="3460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7411667" y="3184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7478623" y="3161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7463384" y="3511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7508987" y="3118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7442256" y="3739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7469903" y="3719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7396915" y="3323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7472450" y="3528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7355042" y="3337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7449009" y="3084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7540633" y="3597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7418760" y="3243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7450917" y="3265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7471045" y="3539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7440812" y="3329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7456536" y="3293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7502561" y="3152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7464672" y="3702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7506767" y="3417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7450790" y="3571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7486576" y="3262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7454667" y="3499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7350302" y="3434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7424242" y="3311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7486394" y="315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7374400" y="3282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7498168" y="3318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7430615" y="3194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7342487" y="3218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7462398" y="350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7433837" y="309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7544677" y="3422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7470640" y="3132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7407931" y="382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7528937" y="3079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7450234" y="3266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7477591" y="3563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7467613" y="3595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7488403" y="354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7410256" y="3177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8000362" y="327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7430587" y="314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8010071" y="3341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7486840" y="3597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7502559" y="3622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7449065" y="3425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7442883" y="3720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7424422" y="3424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7410862" y="2998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7409945" y="3484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7434537" y="3317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7433229" y="3468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7443567" y="3478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7453228" y="3249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7351946" y="2751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7826238" y="3316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7442654" y="3062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7429128" y="3277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7407616" y="328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7443906" y="278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7382448" y="3106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7457035" y="3484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7468076" y="3416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7454107" y="342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7474728" y="3158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7408349" y="3482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7435550" y="2987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7430766" y="3404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7501620" y="3188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7457021" y="3315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7416729" y="3009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7443604" y="3087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7442864" y="3420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7499742" y="3443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7446794" y="3763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7357371" y="3208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7469105" y="359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7467345" y="3476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7441885" y="3477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7422520" y="305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7459676" y="336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7438038" y="327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7466833" y="3382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7436430" y="3407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7453126" y="3471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7435414" y="3651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7481307" y="3502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7438165" y="3472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7295057" y="314002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7414710" y="334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7475816" y="3247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7446524" y="302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7432120" y="3111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7444619" y="3222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7420980" y="3079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7473606" y="3473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7456603" y="322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7524660" y="3623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7456367" y="3248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7448577" y="332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7431527" y="3498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7367492" y="3168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7487351" y="3592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7424922" y="3398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7447456" y="3401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7475099" y="3206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7434003" y="3275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7419765" y="3053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7352873" y="3207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7438001" y="327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7469944" y="3523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7434292" y="3446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7425099" y="3505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7450968" y="376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7477800" y="3420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7468488" y="340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7454936" y="3278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7951480" y="3384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7439868" y="3469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7487875" y="3327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7017865" y="3346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7420803" y="3311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7467464" y="3392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7424908" y="3145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7445533" y="3439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7755629" y="3220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7499002" y="333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7505470" y="363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7459605" y="3063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7454817" y="352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7398229" y="3086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7432898" y="3346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7475323" y="3384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7433160" y="3381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7513620" y="3293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7413648" y="3206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7427449" y="3047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7474815" y="3441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7600419" y="338672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7466915" y="3640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7435352" y="352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7519084" y="3666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7432979" y="3268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6687201" y="3448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7542866" y="3547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7491904" y="3597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7377131" y="3106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7428084" y="3092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7496882" y="3560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7464378" y="3687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7439987" y="3163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7473115" y="3385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7465983" y="3419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7475911" y="360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7430665" y="3207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7461972" y="3436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7453502" y="353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7667231" y="3379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7435644" y="3497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7455108" y="3428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7458651" y="3673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7432792" y="3228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7423389" y="3208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7480946" y="3354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7476929" y="3468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7418197" y="315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7413515" y="332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7420319" y="3137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7431427" y="3309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7432701" y="3151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7430931" y="3128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7468895" y="3561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7454794" y="3315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7438626" y="3299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7473230" y="3379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7461327" y="3515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7537730" y="3566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7420343" y="305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7326717" y="30782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8558980" y="27724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7423639" y="3187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7445013" y="300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7476079" y="3483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7459935" y="3514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7447364" y="3484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7458456" y="3525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7407150" y="3402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7434708" y="3180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7443854" y="3496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7461183" y="3197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7330490" y="31707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7424487" y="3271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7443844" y="301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7464695" y="2924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7462581" y="3130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7468926" y="3338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7537214" y="3580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7421902" y="3272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7384518" y="3334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7286707" y="31144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7466816" y="3616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7234957" y="3225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7399738" y="3045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7448963" y="359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7390028" y="3099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7500007" y="3477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7420136" y="3208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7454350" y="3311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7464755" y="319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7498507" y="344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7479383" y="2836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7401957" y="3289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7438278" y="299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7420769" y="3098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7454489" y="3241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7506180" y="3528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7454877" y="3433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7447361" y="3287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7513444" y="3451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7302655" y="2790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7434839" y="3395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7478461" y="3158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7428360" y="3539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7467454" y="365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7517580" y="3494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7433017" y="3480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7596081" y="348555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7500340" y="360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7420403" y="3079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7401587" y="384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7504324" y="336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7444376" y="3489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7530260" y="3114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7425542" y="303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7435278" y="3202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7422086" y="3113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7474156" y="3557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7451426" y="3391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7346382" y="302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7406863" y="2866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7487453" y="3282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7469586" y="3421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7481639" y="3499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7475480" y="338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7442485" y="2967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7508417" y="3466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7438126" y="3576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7456280" y="3141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7422034" y="3000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7471593" y="3406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7401621" y="3055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7389437" y="3208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7970170" y="3387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7429539" y="3050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7450432" y="3099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7415161" y="3385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7444027" y="3230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7400134" y="3037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7439203" y="4002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7445866" y="3412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7433184" y="3110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7408340" y="3349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7447953" y="3286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7453815" y="3327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7482342" y="3570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7530131" y="3555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7432731" y="305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7484530" y="3142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7406944" y="3081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7454528" y="3566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7584689" y="3509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7430813" y="3541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7460364" y="3532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7460625" y="3236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7474954" y="3512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7459629" y="3390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7435041" y="313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7415957" y="3263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7497248" y="311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7497405" y="3273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7429582" y="3155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7438175" y="3169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7414406" y="3079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7473527" y="3612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7424345" y="2952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7424085" y="318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7398698" y="3167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7441318" y="3193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7452265" y="3304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7456431" y="3250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7446632" y="300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7288823" y="352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7492003" y="3375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7336792" y="327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7467484" y="3465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7471590" y="3408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7477109" y="3086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7494328" y="3121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7425937" y="3475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7437202" y="3213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7493457" y="3374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7445530" y="3075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7413407" y="3324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7450951" y="3260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7440150" y="3094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7449958" y="3270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7615788" y="3353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7501831" y="3250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7425841" y="3200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7429462" y="3006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7489865" y="3403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7432403" y="3151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7426170" y="3008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7465803" y="3493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7475194" y="3536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7446452" y="3309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7500990" y="3443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7385740" y="3399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7448666" y="3207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7419873" y="2994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7446852" y="3130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7427649" y="316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7412394" y="3222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7448755" y="3702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7469090" y="3488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7471479" y="3574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7465838" y="3090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7508148" y="3432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7460375" y="3577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7464909" y="3397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7495843" y="3490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7451045" y="3465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7461481" y="3494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7453804" y="3352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7409489" y="3271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7447962" y="3112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7462558" y="3304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7361359" y="3073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7425027" y="3502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7420120" y="3062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7440854" y="3419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7452401" y="3050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7423540" y="3096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7442945" y="3444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7380525" y="3039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7372437" y="3031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7431837" y="3164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7431173" y="3274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7402322" y="3155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7439639" y="3126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7466229" y="3460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7433197" y="3229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7413361" y="3145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7397137" y="3296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7438652" y="3276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7475187" y="3489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7416491" y="3369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7417668" y="3057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7487438" y="3381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7437349" y="3267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7317710" y="31568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7440403" y="3010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7452332" y="3001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7452930" y="3180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7771810" y="3305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7476686" y="3317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7201820" y="3304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7443165" y="3205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7250762" y="3345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7418138" y="3073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7428425" y="3540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7451832" y="3260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7417419" y="326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7475283" y="3426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7405957" y="3220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7446034" y="3519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7424609" y="3111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7457339" y="342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7427779" y="3104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7477425" y="3329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7364957" y="3097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7415367" y="3158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7511795" y="336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7469091" y="3184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7469200" y="3433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7440829" y="3330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7414158" y="3140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7402029" y="3157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7457861" y="3436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7402403" y="3082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7445369" y="3209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7429017" y="2942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7378652" y="3007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7356532" y="3245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7455063" y="348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7463938" y="3438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7464427" y="4400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7441049" y="3294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7398562" y="3084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7436437" y="3147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7530063" y="3434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7397947" y="3067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7448014" y="3536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7800578" y="3342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7400773" y="3108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7413835" y="3356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7492927" y="3320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7634890" y="322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7412847" y="304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7417453" y="3262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7460287" y="350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7489998" y="3114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7437710" y="303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7450646" y="3451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7440931" y="3359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7351104" y="3046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7459626" y="3175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7425557" y="3318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7428792" y="3141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7470167" y="3162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7457664" y="337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7431689" y="3026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7383308" y="3148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7489227" y="3221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7473960" y="337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7442259" y="3521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7440603" y="3278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7441729" y="3164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7385531" y="3089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7483980" y="3267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7444473" y="300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7447999" y="3430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7558738" y="31664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7443945" y="3088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7679131" y="34431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7422748" y="315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7410281" y="3385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7431790" y="3198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7478144" y="3360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7441103" y="3493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7413889" y="308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7442927" y="3061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7455676" y="3165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7444918" y="2986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7425111" y="3285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7326128" y="328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7411459" y="3108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7438464" y="3140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7498892" y="379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7432126" y="3075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7312830" y="3241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7648551" y="3520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7448955" y="313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7446505" y="3086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7467913" y="3269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7382874" y="3281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7501729" y="3231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7458459" y="3368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7430740" y="3472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7433868" y="3200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7465299" y="3469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7416670" y="337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7464191" y="352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7451852" y="3323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7441472" y="331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7419999" y="3050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7462800" y="3469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7431607" y="3179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7518743" y="3369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7721109" y="337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7507344" y="3318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7466565" y="3423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7397395" y="3076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7470794" y="3178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6961842" y="330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7464841" y="332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7429441" y="3131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7356920" y="4843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7423358" y="3277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7444765" y="3031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7411017" y="3063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7442301" y="3205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7446939" y="3654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7374433" y="3413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7418512" y="3301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7458913" y="319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7428743" y="3258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7517146" y="3521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7484352" y="3127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7436763" y="337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7450910" y="3105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7481353" y="3444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7707303" y="330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7413783" y="3370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7509809" y="3094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7482058" y="2912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7413720" y="3170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7451739" y="3247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7470585" y="3370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7780121" y="404983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7486239" y="3571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7431143" y="3114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7391555" y="3112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7398544" y="315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7553558" y="3109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7391345" y="3273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7453537" y="3414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7434650" y="3194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7423248" y="3109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7480297" y="3310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7424016" y="326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7439934" y="2995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7514659" y="3662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7445950" y="320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7513190" y="3346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7471769" y="3656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7466828" y="3453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7514979" y="3263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7533655" y="3257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7458683" y="3418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7371352" y="331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7391847" y="3074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7509758" y="2961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7492612" y="3574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7465632" y="3065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7408202" y="3077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7432702" y="3069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7504045" y="3489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7431366" y="3316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7528148" y="3463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7494253" y="3233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7401269" y="3169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7407106" y="3339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7420913" y="3507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7389682" y="309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7471424" y="3363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7456062" y="3105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7461891" y="3019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7463855" y="3275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7445388" y="3364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7416234" y="307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7472684" y="3525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7503474" y="3262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7471120" y="3594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7467920" y="356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7437288" y="3469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7404020" y="3230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7443362" y="3060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7388536" y="2924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7467810" y="3589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7466169" y="3210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7379484" y="3333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7430607" y="3185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7544170" y="3388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7451142" y="3227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7436323" y="3231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7437208" y="3366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7363752" y="3047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7431109" y="3639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7470773" y="3486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7398882" y="3114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7382845" y="3225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7422891" y="3037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7446997" y="3549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7488930" y="3718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7451538" y="3361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7464988" y="3412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7438572" y="3557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7420569" y="3510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7254852" y="323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7430308" y="3013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7442988" y="347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7503315" y="338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7479317" y="3766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7487462" y="3423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7436280" y="338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7446245" y="3537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7423325" y="3155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7379612" y="3268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7501785" y="3461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6707607" y="3333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7435364" y="3317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7572794" y="3457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7425982" y="3510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7431973" y="3299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7434704" y="3043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7477860" y="3390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7397870" y="319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7362188" y="3089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7468814" y="3279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7455463" y="3430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7405998" y="3099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7534075" y="3425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7451154" y="3261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7381699" y="3098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7480460" y="3461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7681746" y="3206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7413564" y="3154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7526799" y="3513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7394723" y="3158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7476458" y="3092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7603038" y="311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7410638" y="304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7355718" y="3221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7476635" y="3473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7426693" y="3163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7463738" y="3334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7460697" y="3441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7389833" y="2534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7547032" y="3585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7517491" y="3261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7471368" y="3383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7467717" y="3569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7462469" y="3026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7435288" y="3131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7444788" y="3183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7417304" y="3445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7430095" y="301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7480300" y="3362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7426546" y="3182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7459945" y="3292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7442834" y="33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7399514" y="3431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7464497" y="3474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7470651" y="3236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7491728" y="323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7333617" y="3011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7415014" y="3435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7373044" y="307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7499516" y="3268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7523902" y="3407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7395683" y="3209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7456597" y="3186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7458470" y="3268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7374371" y="3229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7600741" y="35103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7407864" y="3276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7469638" y="3660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7449800" y="3128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7434515" y="2921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7452928" y="3492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7449231" y="317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7398865" y="3217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7433144" y="3392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7448491" y="3297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7488382" y="3117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7421707" y="3023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7527276" y="3463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7495837" y="3142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7527292" y="3427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7421976" y="330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7406841" y="3333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7471119" y="3374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7447289" y="3105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7450800" y="3413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7420499" y="3343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7440683" y="3094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7536925" y="3524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7605895" y="34341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7440810" y="2994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7281523" y="3192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7434458" y="3162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7452247" y="3093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7450934" y="3161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7460937" y="3316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7384620" y="3070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7432154" y="3168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7459045" y="3381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7445607" y="3211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7428826" y="3134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7479693" y="3212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7458176" y="3402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7413192" y="3136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7424609" y="3434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7510810" y="3488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7370004" y="3342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7485972" y="3439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7463750" y="3496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7511643" y="3110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7419908" y="314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7442621" y="3390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7468612" y="3470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7379842" y="3226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7442858" y="3390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7430981" y="3170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7492852" y="3373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7985760" y="34997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7432525" y="2972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7438715" y="3161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7439675" y="313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7506303" y="3438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7463532" y="3518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7451086" y="3144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7473901" y="3629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7452952" y="3460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7455617" y="3205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7478584" y="3108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7473084" y="3497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7414894" y="3342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7487181" y="3669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7442057" y="3432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7454907" y="3410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7513579" y="3149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7434619" y="3000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7393733" y="3278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7472727" y="3155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6971747" y="355179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7426453" y="319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7420358" y="3231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7431533" y="3323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7477877" y="3533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7562855" y="364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7454096" y="3307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7361489" y="3235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7429581" y="3122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7411509" y="3257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7413714" y="2318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7482621" y="3278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7452318" y="2897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7448757" y="3020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7460515" y="3146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7554546" y="3710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7443584" y="3186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7533396" y="3453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7453701" y="3458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7439635" y="309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7500916" y="3048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7499965" y="3401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7428025" y="3184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7416791" y="3121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7177615" y="314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7477737" y="3156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7430709" y="351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7488738" y="3276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7452000" y="3065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7462252" y="341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7423613" y="3266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7445739" y="3186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7476118" y="3460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7726621" y="35598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7405645" y="3078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7462520" y="2930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7447821" y="3129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7451463" y="343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7426334" y="3309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7341896" y="3310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7431001" y="3052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7487934" y="3408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7456067" y="3476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7457566" y="3387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7437343" y="3238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7421145" y="3124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7492018" y="3471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7439139" y="3320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7443037" y="3273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7435105" y="3252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7497579" y="3545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7389934" y="3085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7440228" y="3049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7410920" y="2963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7422310" y="3148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7397912" y="3081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7440805" y="3139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7448996" y="3161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7430252" y="3077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7474721" y="3208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7332350" y="31604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7432190" y="3232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7420656" y="3247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7446965" y="3047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7427709" y="3285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7464092" y="334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7476024" y="2691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7609270" y="3359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7437511" y="3059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7446253" y="3121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7449814" y="3062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7379748" y="325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8637299" y="3322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7431235" y="313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7429428" y="3400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7477458" y="3401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7491929" y="3375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7230475" y="31554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7443186" y="3236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7437193" y="3064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7401876" y="3180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7454040" y="3316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7400055" y="3241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7489371" y="3247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7439722" y="3033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7399781" y="3147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7454487" y="3146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7447939" y="3077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7420885" y="3422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7429885" y="3211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7418686" y="2898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7462197" y="3164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7474634" y="348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7474812" y="3377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7369755" y="2868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7459223" y="3164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7418212" y="301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7445179" y="2980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7416401" y="3247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7465467" y="3149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7401048" y="3079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7397183" y="3089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7447935" y="3210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7418019" y="3191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7422782" y="3175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7435145" y="3194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7454209" y="3172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7413850" y="3199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7450459" y="2776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7409907" y="3063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7399947" y="3083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7430425" y="3253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7447492" y="3375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7414502" y="3320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7407838" y="3173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7448793" y="3165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7421891" y="3085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7462892" y="3320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7415653" y="3117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7435148" y="308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7437441" y="3071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7449509" y="3427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7450856" y="34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7403282" y="3697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7430719" y="3220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7610132" y="317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7395232" y="3126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7390329" y="3267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7476019" y="3472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7435156" y="3163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7456327" y="3091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7417212" y="3108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7437429" y="318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7437379" y="3179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7473824" y="3619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7416957" y="3217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7329226" y="3219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7444680" y="3283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7395352" y="3173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7439305" y="3379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7458406" y="3290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7424621" y="3101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7345403" y="3138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7272403" y="316729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7436488" y="3137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7424563" y="3309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7495304" y="3540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7532499" y="3188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7445854" y="3233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7344461" y="3166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7476312" y="3608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7487143" y="3657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7437134" y="3590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7359637" y="3382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7438169" y="3281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7341444" y="3201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7452603" y="3296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7427666" y="3275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7432756" y="326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7451265" y="3485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7452007" y="3318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7419782" y="3235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8717317" y="3391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7451963" y="3520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7483230" y="3239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7474134" y="3069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7447317" y="3125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7416073" y="3087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7444914" y="3213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7363894" y="3287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7403250" y="3101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7438611" y="3130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7843321" y="3408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7129898" y="356976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7411735" y="3279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7417233" y="340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7469446" y="3404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7445099" y="3045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7330773" y="3238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7430759" y="3124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7467430" y="3189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7404817" y="3361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7473039" y="3267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7458996" y="3334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7462477" y="3245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7480066" y="3207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7437134" y="3026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7478350" y="3671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7474288" y="3402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7472510" y="327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7464887" y="3355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7442326" y="3273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7426484" y="3327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7441826" y="340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7478821" y="372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7410644" y="3023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7804854" y="35494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7476651" y="3456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7302518" y="3258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7420069" y="3180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7413968" y="352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7437695" y="3566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7405710" y="3236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7466679" y="3386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7438048" y="3080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7442988" y="3124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7422019" y="3099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7460626" y="3313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7426282" y="3304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7372547" y="3227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7437208" y="3348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7480480" y="316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7204360" y="423120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7419918" y="3257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7459768" y="3488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7431129" y="347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7452986" y="330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7445300" y="343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7414846" y="308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7463679" y="3328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7427621" y="299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7438948" y="3160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7462413" y="3049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7439438" y="3194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7390974" y="30834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7378709" y="3140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7343980" y="3086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7434732" y="3255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7459052" y="3589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7425793" y="3007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7451560" y="3343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7457473" y="3472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7432108" y="3114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7434887" y="3156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7445034" y="3164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7446157" y="3045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7439122" y="3341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7448373" y="3408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7454890" y="3304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7441863" y="3086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7323581" y="3491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7483029" y="3650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7453162" y="3416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7398923" y="3126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7422355" y="3102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7438555" y="3058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7801897" y="3293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7435201" y="3318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7405935" y="3202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7434717" y="3148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7442533" y="3028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7526792" y="3351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7445995" y="3033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7487704" y="3509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7449853" y="3093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7415139" y="3130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7422558" y="3155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7452435" y="3194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7460668" y="3472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7473130" y="3406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7493852" y="3365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7320291" y="2826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7444252" y="303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7401266" y="3084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7392387" y="3310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7532956" y="3466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7428876" y="3361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7317258" y="3363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7440133" y="3139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7485261" y="3302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7385265" y="3007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7550030" y="320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7432563" y="3284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7466051" y="3456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7470964" y="3217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7412192" y="2997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7466270" y="311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7450840" y="329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7525513" y="3196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7450791" y="3098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7440531" y="3325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7453598" y="339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7416356" y="3229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7499879" y="3111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7451589" y="3399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7416233" y="340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7436716" y="3094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7434764" y="3075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7398966" y="3175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7506801" y="3369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7420631" y="3368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7511622" y="3201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7332085" y="3178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7431872" y="3054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7421833" y="3232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7419963" y="3058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7441407" y="3258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7381837" y="3139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7441370" y="3233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7494261" y="318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7503331" y="3446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7322342" y="31716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7448527" y="3343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7440370" y="3286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7473873" y="3531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7439769" y="3030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7445543" y="3137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7443681" y="3098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7514902" y="332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7539617" y="3269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7492971" y="3364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7432635" y="329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7424010" y="3154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7451214" y="2970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7493527" y="3351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7462165" y="3351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7436056" y="3423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7463038" y="3322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7404031" y="3351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7445823" y="3327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7390532" y="3116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7496624" y="3187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7416032" y="3278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7408535" y="3111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7460393" y="3031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7435218" y="3340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7427820" y="3550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7447687" y="3074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7415501" y="3377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7426262" y="3433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7440723" y="3098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7472106" y="3694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7425253" y="3248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7440336" y="3215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7440126" y="3375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7455526" y="3244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7480180" y="3154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7467155" y="3365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7485598" y="3225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7441376" y="3525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7402924" y="3134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7396913" y="3100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7499492" y="3391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7489428" y="3217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7475816" y="3143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7336164" y="2902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7469385" y="346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7402876" y="316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7452727" y="3231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7548662" y="31955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7234094" y="33800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7424749" y="3098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7397326" y="328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7432683" y="3217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7386157" y="3134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7469184" y="3301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7450235" y="3127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7422380" y="3385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7455901" y="3104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7517565" y="3367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7449173" y="367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7473804" y="3217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7465468" y="3731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7450433" y="3168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7527257" y="3272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7487433" y="3208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7366396" y="321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7493209" y="3250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7460256" y="3230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7442813" y="3381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7401222" y="3264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7491372" y="3363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7462196" y="3124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7444618" y="3136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7408687" y="3328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7409181" y="313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7463597" y="3504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7455593" y="3369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7426766" y="3079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7431594" y="3003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7401793" y="3045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7415269" y="325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7461577" y="3390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7409777" y="3647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7481907" y="3203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7420746" y="3363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7391858" y="3110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7407708" y="3109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7457631" y="3432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7478192" y="3434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7430280" y="3223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7467933" y="3499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7415105" y="3167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7413453" y="3296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7449259" y="3138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7448046" y="3202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7383322" y="3139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7375592" y="3212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7440197" y="321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7469430" y="3503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7567870" y="310598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7405132" y="3163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7460379" y="3133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7459772" y="359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7397497" y="3314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7442931" y="317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7416409" y="3112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7479711" y="3329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7377625" y="3504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7461314" y="3455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7503421" y="3127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7475476" y="340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7382670" y="3142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7386069" y="3300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7398867" y="3216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7451372" y="3273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7470680" y="3001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7482366" y="3321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7458005" y="3430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7411264" y="3094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7416412" y="3187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8235984" y="33793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7439896" y="3148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7431182" y="3246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7418410" y="3208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7439026" y="303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8044736" y="34674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7444683" y="3315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7469565" y="3485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7413053" y="3093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7431666" y="3149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7383867" y="3066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7377684" y="3105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7586649" y="3404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7442316" y="3238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7422414" y="338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7425596" y="3177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7397478" y="3449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7436769" y="3012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7390336" y="3507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7493173" y="3346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7406529" y="3262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7395389" y="3108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7474587" y="3553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7387928" y="3130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7430092" y="3283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7432986" y="3105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7425998" y="3142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7431992" y="3144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7443698" y="317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7426555" y="3604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7529695" y="3467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7424736" y="3126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7431002" y="3142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7436790" y="3060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7516649" y="3321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7489478" y="346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7426431" y="3153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7425190" y="3426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7461346" y="3122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7439143" y="3240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7501822" y="347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7462656" y="3534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7472789" y="3272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7338471" y="3472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7434610" y="3444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7458511" y="3276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7459673" y="3251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7440709" y="3416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7438624" y="2759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7473539" y="332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7414819" y="3047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7447000" y="3096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7451220" y="3053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7453013" y="3165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7429815" y="3409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7407505" y="3067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7358287" y="328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7420182" y="3233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7470989" y="3508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7458213" y="3516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7312007" y="3244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7423949" y="3026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7470531" y="3407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7367573" y="355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7435095" y="3425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7402013" y="325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7432675" y="3236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7485245" y="3052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7406890" y="3360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7543692" y="336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7463072" y="3351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7894992" y="3170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7403472" y="3042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7405292" y="3207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7528263" y="3724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7441528" y="3268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7410144" y="3200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7508081" y="3135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7458321" y="3308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7412497" y="323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7444242" y="321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7456318" y="3337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7429473" y="3469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7404067" y="3266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7437402" y="3012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7422254" y="3235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7356410" y="347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7513287" y="3438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7432215" y="3185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7466200" y="3489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7443110" y="346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7943362" y="3339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7380979" y="3232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7430036" y="3339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7471070" y="3392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7523658" y="345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7429576" y="3159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7438431" y="3213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7498098" y="3335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7585210" y="3288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7417502" y="3510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7413864" y="3158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7451923" y="3352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7434405" y="3074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7340063" y="3200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7431406" y="307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7446946" y="3122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7468191" y="3064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7436482" y="3411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7412845" y="3056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7420074" y="3115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7502693" y="3124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7433081" y="3312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7465421" y="3490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7523170" y="3505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7440101" y="3149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7461289" y="3233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7444054" y="3107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7448432" y="3086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7457809" y="3067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7463963" y="3279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7441801" y="3055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7469772" y="3429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7436279" y="3089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7479104" y="3256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7441121" y="3100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7432465" y="312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7423797" y="3141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7187472" y="3209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7510824" y="3089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7505094" y="3462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7471260" y="2979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7412614" y="335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7424191" y="3294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7453693" y="3203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7441187" y="3092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7487994" y="3296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7436973" y="3226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7431395" y="3347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7501290" y="3254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7435147" y="3364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7445977" y="3231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7458713" y="3116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7336523" y="305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7476418" y="3270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7442614" y="3271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7411738" y="3212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7468743" y="3506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7403756" y="3277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7451022" y="3163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7523431" y="3414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7155979" y="3420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7449859" y="3143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7468186" y="3481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7462950" y="3494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7413711" y="318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7401928" y="3156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7432388" y="3592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7429960" y="306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7393592" y="3650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7448289" y="3162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7410071" y="319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7447649" y="317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7483084" y="342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7391025" y="3121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7407104" y="3318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7481892" y="3144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7788753" y="3179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7399597" y="3066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7487300" y="3331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7418541" y="3112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7381948" y="3222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7412303" y="3227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7482227" y="3545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7571435" y="34670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7016951" y="3475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7447479" y="338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7474739" y="3428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7471702" y="3488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7525758" y="3590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7527923" y="347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7444927" y="3170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7367009" y="311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7480038" y="3354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7435981" y="3065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7423469" y="3119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7428270" y="329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7441226" y="3072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7464129" y="3063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7478220" y="3181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7209976" y="3191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7326847" y="3301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7378887" y="3099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7475263" y="3113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7441109" y="320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7445943" y="3276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7440128" y="3007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7469780" y="3357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7489967" y="3003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7414247" y="3165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7253855" y="34808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7520385" y="3231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7459979" y="3431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7487009" y="3204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7424819" y="3064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7451968" y="3475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7444796" y="3442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7414425" y="3168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7404604" y="3637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7461819" y="3002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7455430" y="319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7448151" y="3185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7437595" y="332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7405987" y="3454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7452663" y="3220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7469902" y="3429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7416034" y="3176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7474518" y="3157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7563558" y="3237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7470708" y="3077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7422664" y="3184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7498130" y="3564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7446601" y="3531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7422285" y="3263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7468550" y="329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7404441" y="321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7431552" y="3225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7476059" y="3452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7438192" y="3330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7405306" y="327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7391565" y="3249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7352031" y="3251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7527218" y="338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7443861" y="3265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7438037" y="3245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7430289" y="3417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7473585" y="331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7454309" y="3497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7501385" y="295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7379699" y="3149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7416715" y="3187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7440060" y="311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7407184" y="3285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7523532" y="3325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7469055" y="3415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7465542" y="3571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7529332" y="3478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7437690" y="3271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7502637" y="3446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8473574" y="31335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7467990" y="3138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7438475" y="333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7478520" y="311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7477782" y="3319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7433018" y="3123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7432337" y="3204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7462229" y="3112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7403442" y="3288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7483516" y="3448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7421462" y="3099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7454983" y="3127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7450550" y="352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7438518" y="3295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7429854" y="3450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7431638" y="3223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7424090" y="3127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7392444" y="354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7359088" y="2840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7494245" y="3449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7409195" y="3270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8626946" y="388668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7390631" y="3129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7410070" y="3020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7485359" y="3540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7445752" y="2992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8275277" y="3602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7422630" y="3539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7552698" y="3612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7422223" y="3085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7480888" y="3425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7495566" y="3612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7464538" y="3160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7469948" y="3427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7415889" y="2824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7402496" y="314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7457457" y="3393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7418647" y="2863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7485877" y="355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7429843" y="3571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7435090" y="359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7438067" y="328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7490838" y="354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7397930" y="3130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7422826" y="3516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7410548" y="3314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7492653" y="3520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7511484" y="3711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7345485" y="3317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7454134" y="33628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7470148" y="3187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7441521" y="311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8547343" y="35248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7417408" y="3110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7447456" y="3088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7472789" y="3251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7424070" y="2941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7405191" y="3543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7455958" y="348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7429622" y="3070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7468733" y="3550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7446550" y="309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7494013" y="3388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7405411" y="3081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7401505" y="3395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7614632" y="3411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7427900" y="3067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7424032" y="2956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7484724" y="3290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7432519" y="3408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7394153" y="3081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7401863" y="3355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7497526" y="3111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7420559" y="3016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7502333" y="3471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7432424" y="3209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6796931" y="3261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7341406" y="317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7429046" y="3148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7297213" y="31574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7442006" y="3199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7442410" y="3111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7420226" y="3130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7433893" y="3302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7466754" y="3399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7454360" y="3298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7398102" y="358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7484656" y="3423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7414856" y="3054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7440723" y="3119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7475714" y="3231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7454740" y="3374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7407315" y="3123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7447567" y="3075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7608299" y="3578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7489282" y="326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7478630" y="3466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7431057" y="312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7442509" y="3131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7457756" y="305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7432006" y="315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7463707" y="2984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7414185" y="3073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7526602" y="3255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7442194" y="3135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7422653" y="3087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7403478" y="3222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7448835" y="3136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7389248" y="309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7345265" y="3360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7405618" y="3152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7456312" y="3449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7448003" y="3306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7464352" y="328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7356262" y="3245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7435208" y="3526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7459828" y="3214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7398425" y="3109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7414661" y="3232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7395711" y="3129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7432751" y="3052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7475151" y="3198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7450909" y="3037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7342351" y="313643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7441928" y="3098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7437140" y="3098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7408549" y="3210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7491862" y="3175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7388208" y="3162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7414391" y="3425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7485637" y="3468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7467893" y="3174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7461022" y="3212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7445064" y="3186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7389749" y="3062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7446800" y="3040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7431607" y="3318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7405321" y="3404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7372544" y="3088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7455106" y="3113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7486742" y="3404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7379276" y="3070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7413489" y="3180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7432209" y="3088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7439838" y="3277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7391982" y="3147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7420482" y="3394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7440456" y="3199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7452811" y="3276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7488137" y="3430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7421347" y="3155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7444698" y="3201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7477907" y="3580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7443563" y="318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7332714" y="31559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7405148" y="2966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7434937" y="3129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7462336" y="3619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7459371" y="3472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7437902" y="3295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7429044" y="3073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7912283" y="3288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7515465" y="3210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7409338" y="3164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7404060" y="3169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7429918" y="3112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7474690" y="3401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7438670" y="3203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7495738" y="3447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7453856" y="3203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7429625" y="3210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7476386" y="3353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7435315" y="339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7481729" y="3372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7346539" y="3338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7431810" y="319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7495226" y="3316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7421491" y="3239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7466913" y="3179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7455650" y="3188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8139671" y="323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7449874" y="3097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7440494" y="3190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7453706" y="3087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7481432" y="3132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7462674" y="3379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7464448" y="3187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7363700" y="3317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7477027" y="325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7414638" y="323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7421406" y="3143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7420766" y="3124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7568998" y="2966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7499530" y="3573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7428723" y="2954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7393266" y="332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7452731" y="3207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7702844" y="34856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7467171" y="3523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7401698" y="3460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7413335" y="3105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7453385" y="3240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7409695" y="3214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7417985" y="3003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7443978" y="3110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7446942" y="3371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7455756" y="3085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7487523" y="3413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7480762" y="3348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7413748" y="3265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7450079" y="345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7436706" y="3095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7455503" y="315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7419519" y="3075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7425784" y="3143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7415092" y="3533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7426587" y="3228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7494212" y="3214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7469598" y="3411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7424519" y="3174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7443874" y="3127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7446190" y="3344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7389298" y="3081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7454660" y="3278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7436723" y="3145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7411869" y="304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7451784" y="3142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7326191" y="2966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7413849" y="3221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7465161" y="3283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7458126" y="3488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7520709" y="313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7469967" y="3311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7426459" y="3172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7429030" y="3592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7438774" y="3143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7448624" y="3448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7474523" y="3112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7436408" y="3098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6402558" y="3412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7450939" y="310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7397539" y="3001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7585004" y="3219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7400348" y="324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7427483" y="3182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7473980" y="3423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7456730" y="3087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7428503" y="3127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7395546" y="313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7465000" y="3151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7374899" y="3096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7456969" y="3454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6957146" y="297310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7460271" y="3180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7472202" y="3498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7492172" y="3131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7537543" y="34003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7415308" y="3170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7420838" y="3066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7495442" y="3630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7460586" y="321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7456973" y="3489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7374034" y="3086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7361318" y="2958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7401345" y="3158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7506961" y="3171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7436284" y="3100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7383700" y="337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7474876" y="3134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7409078" y="3260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7496691" y="3339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7482221" y="3046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7411707" y="3256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7381819" y="3194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7374103" y="3322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7466985" y="3329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7554654" y="314510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7436535" y="3243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7448683" y="3219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7600626" y="3479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7464733" y="3217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7397417" y="3125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7355412" y="3041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7439563" y="3060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7436662" y="3109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7453572" y="3263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7416417" y="3252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7490242" y="359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7318852" y="3133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7434566" y="3103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7445536" y="3252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7449353" y="3485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7349688" y="2888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7392353" y="3095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7446744" y="3425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7416042" y="3129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7404574" y="3006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7436854" y="3048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7462281" y="3058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7469971" y="323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7383548" y="2769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7430879" y="3289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7446529" y="3140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7470636" y="3180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7474188" y="3158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7486210" y="3429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7471022" y="3416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7408636" y="3101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7447873" y="3266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7416650" y="2996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7427248" y="3085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7441108" y="3298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7442442" y="3084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7444192" y="3248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7438243" y="3043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7337127" y="3050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7459080" y="3050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7407899" y="3417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7385018" y="315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7426832" y="3423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7474691" y="3219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7448883" y="3116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7494392" y="333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7426539" y="3108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7447582" y="3140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7444116" y="3152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7424441" y="3118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7459120" y="3353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7435458" y="334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7425437" y="3174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7448001" y="3276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7465051" y="34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7457430" y="3373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7412600" y="3042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7401463" y="3150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7418935" y="3234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7315076" y="3198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7432984" y="3118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7425649" y="3185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7471484" y="3071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7452236" y="3130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7465106" y="3500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7361517" y="3305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7398001" y="3081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7501049" y="3368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7362581" y="325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7453817" y="3162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7434475" y="3219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7477464" y="3157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7408883" y="3299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7537320" y="3579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7449307" y="307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7405844" y="3142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7473562" y="335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7459516" y="3548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7507450" y="3447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7447249" y="3119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7447456" y="3365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7420303" y="3366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7473359" y="3063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7386015" y="3229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7402797" y="3138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7446583" y="3122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7418509" y="3007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7424601" y="3280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7464478" y="3180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7382141" y="3109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7460450" y="3537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7400943" y="3141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7482937" y="3457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7472867" y="3335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7457436" y="3160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7420396" y="3035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7427137" y="3496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7427667" y="3201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7458392" y="3293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7457945" y="3121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7441997" y="3105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7459827" y="356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7457214" y="3249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7431238" y="3363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7386253" y="320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7487770" y="3091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7448439" y="3137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7442923" y="304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7444373" y="3253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7443283" y="3088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7312873" y="3118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7409292" y="2496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7344781" y="3060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7434564" y="2971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7468649" y="3057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7339038" y="3380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7484370" y="3269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7446956" y="2993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7414659" y="3164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7424935" y="3157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7488288" y="3462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7439583" y="314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7429948" y="3341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7430093" y="3067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7462110" y="346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7401761" y="317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7446292" y="3275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7439922" y="3532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7454653" y="340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7460757" y="3417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7502749" y="320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7547109" y="3149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7468052" y="3249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7437297" y="3104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7377052" y="3270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7410626" y="3164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7468480" y="3342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7438467" y="3164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7402600" y="3137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7457564" y="3530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7375850" y="3150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7389599" y="3201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7385322" y="3178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7472226" y="3337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7470090" y="3183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7473871" y="3077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7448259" y="3390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7631604" y="35499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7441196" y="3331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7417714" y="3106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7433825" y="3167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7438267" y="3178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7432273" y="3054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7475103" y="3304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7488301" y="3426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7364898" y="3143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7416284" y="3123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7396215" y="3122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7441911" y="3388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7282021" y="3210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7473852" y="3385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7432820" y="3343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7431804" y="3265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7464640" y="330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7424870" y="3154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7436746" y="3057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7444309" y="3166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7480291" y="3010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7481180" y="3293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7440574" y="3344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7453525" y="3480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7453860" y="3477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7420871" y="3085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7486904" y="311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7443079" y="3338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7380462" y="3255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7558066" y="3667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7468950" y="3518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7446264" y="3255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7426678" y="3140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7423406" y="308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7442620" y="3117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7488368" y="3231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7475675" y="3392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7409934" y="3276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7401933" y="2994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7408597" y="3172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7481927" y="3189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7399303" y="3408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7504792" y="3398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7409933" y="3148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7478850" y="3274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7137133" y="305556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7457592" y="3508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7426816" y="319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7457310" y="3522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7455717" y="3438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7412240" y="3129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7378439" y="3457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7397035" y="3158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7390323" y="3044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7450962" y="3103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7480200" y="3247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7468002" y="3343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7397502" y="3240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7430490" y="3548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7466497" y="358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7429971" y="3282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7399080" y="3171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7445132" y="3280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7456546" y="3362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7465970" y="3121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7436185" y="3089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7527822" y="319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7485775" y="3339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7462261" y="3102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7618799" y="31202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7438277" y="3075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7491733" y="3195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7026482" y="3402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7416392" y="324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7495844" y="3081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7506667" y="315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7460462" y="3340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7421124" y="3335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7384648" y="308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7481788" y="323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7452649" y="3132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7453788" y="3294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7436571" y="328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7446542" y="3351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7411098" y="3025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7452406" y="3462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7440011" y="3376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7438487" y="3066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7503728" y="332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7443218" y="3142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7438338" y="3276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7454618" y="3323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7436744" y="3286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7427171" y="299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7411082" y="3090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7462177" y="3179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7476771" y="3495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7474219" y="3188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7418136" y="321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7421534" y="3605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7450773" y="3219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7464896" y="3404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7407460" y="3098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7438220" y="3109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7452047" y="3456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7438550" y="3223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7445276" y="333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7425451" y="3375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7424647" y="3073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7737341" y="29909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7453462" y="3138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7439280" y="3157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7420814" y="3162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7428644" y="3480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7476991" y="3635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7398615" y="3342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7401472" y="3390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7408067" y="3022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7483675" y="3086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7457063" y="3160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7439353" y="3092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7428012" y="3180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7482172" y="332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7437849" y="3278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7396429" y="3046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7445096" y="3272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7474859" y="314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7432317" y="3233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7428918" y="3130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7465491" y="3194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7512187" y="3397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7458711" y="3173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7445639" y="3097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7483891" y="3387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7532482" y="3675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7323819" y="354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7470308" y="3479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7459979" y="3256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7448113" y="3212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7406225" y="3298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7440697" y="3025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7393545" y="3416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7409198" y="3174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7450257" y="308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7447064" y="2993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7444671" y="3068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7459956" y="3224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7425594" y="3015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7419201" y="314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7446472" y="3259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7425266" y="3402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7430005" y="3149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7511843" y="3499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7433621" y="2999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7436703" y="3020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7748714" y="3255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7377556" y="3282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7413089" y="3209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7431627" y="2751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7451215" y="3299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7434515" y="322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7473722" y="3540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7454327" y="3350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7422914" y="2995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7434404" y="3129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7377287" y="3339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7423978" y="3142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7429824" y="3292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7390689" y="3164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7391956" y="3310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7627882" y="3452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7444426" y="327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7653995" y="3491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7524181" y="3275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7420653" y="3213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7463165" y="3135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7414158" y="3300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7436243" y="3291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7471147" y="318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7416436" y="3025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7459346" y="3258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7405978" y="3133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7430688" y="293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7429589" y="3493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7437372" y="326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7437804" y="3399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7508660" y="3161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7450208" y="3422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7524220" y="3429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7490388" y="3603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7862715" y="3439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7443291" y="310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7473857" y="3105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7455127" y="3094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7392157" y="3182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7766424" y="351633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7493342" y="3467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7413492" y="3136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7457546" y="3091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7463663" y="3443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7424459" y="3081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7496533" y="314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7449852" y="3234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7437644" y="3075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7406272" y="3226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7421450" y="3189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7425778" y="3264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7462322" y="3399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7481460" y="328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7454700" y="3042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7454650" y="3466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7518117" y="3439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7454999" y="3236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7402690" y="3054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7399285" y="3142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7465472" y="3119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7464053" y="2917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7450188" y="2796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7378223" y="3072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7514208" y="3383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7420252" y="310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7442140" y="3280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7426475" y="3158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7382926" y="294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8669146" y="325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7411523" y="320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7463094" y="3271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7433650" y="3463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7481108" y="3016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7398205" y="3290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7447604" y="3389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7479370" y="3259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7442666" y="3171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7439424" y="315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7457336" y="3483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7456183" y="3540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7460120" y="3524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7430562" y="3086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7443144" y="3143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7357399" y="3395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7429287" y="3095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7546532" y="3554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7396647" y="3040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7385831" y="3136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7451543" y="3449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7410882" y="319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7518568" y="3279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7437113" y="3052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7489686" y="3183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7438373" y="3129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7399664" y="309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7450151" y="3293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7468922" y="310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7430788" y="3350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7467917" y="3230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7506698" y="3169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7439075" y="3344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7425295" y="3187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7400230" y="3269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7294405" y="3339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7387188" y="307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7420803" y="3198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7371215" y="3187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7412421" y="3148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7437858" y="3168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7457119" y="319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7398274" y="3224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8056580" y="35011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7479778" y="335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7449721" y="3112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7443204" y="3380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7406239" y="3233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7337134" y="3183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7542708" y="3182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7336135" y="3532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7439832" y="314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7477238" y="3467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7457666" y="317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7432357" y="3080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7428125" y="312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6935131" y="338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7398119" y="3179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7406202" y="312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7467058" y="3443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7401600" y="325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7426341" y="3101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7420117" y="3160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7436779" y="3133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7430736" y="3221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7425596" y="3327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7473918" y="3143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7453763" y="3621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7460351" y="3280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7367213" y="299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7447822" y="3568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7332499" y="3435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7533139" y="3647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7451771" y="3186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7394440" y="3183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7448092" y="321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7441025" y="3085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7411221" y="3089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7373457" y="3148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7449429" y="3434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7446238" y="3052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7492812" y="3223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7450942" y="3278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7396479" y="308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7465191" y="3530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7439413" y="303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7478156" y="3139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7446948" y="317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7355332" y="3384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7448092" y="339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7433494" y="3191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7436684" y="3268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7478127" y="3090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7499468" y="3124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7497316" y="3434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7411362" y="3166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7466959" y="343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7424465" y="3032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7415593" y="334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7466363" y="3461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7478631" y="3371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7431921" y="3345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7379203" y="3170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7445868" y="3059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7645496" y="312548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7471457" y="3150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7459256" y="3333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7462676" y="307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7428790" y="3321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7452186" y="3238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7448074" y="3146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7404175" y="3101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7500403" y="3439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7446893" y="3155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7413921" y="3354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7417864" y="3389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7414928" y="3081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7432112" y="3030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7443370" y="3128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7453973" y="3003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7355901" y="3082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7424983" y="3215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7452630" y="2908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7418360" y="3174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7496483" y="3296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7625821" y="31317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7422347" y="3445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7461115" y="3258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7423354" y="3330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7469884" y="3000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7403299" y="313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7433672" y="3046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7438987" y="314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7417021" y="3145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7466689" y="3069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7467719" y="338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7450340" y="3281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7403947" y="3214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7445457" y="3140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7534801" y="3288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7476236" y="336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7465917" y="3436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7426790" y="3111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7470955" y="3387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7379932" y="3067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7500304" y="3079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7520736" y="3465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7437003" y="3207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7450532" y="314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7408046" y="3206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7454202" y="2935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7517162" y="3183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7440933" y="3417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7407839" y="3150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7493241" y="3045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7386645" y="308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7447709" y="3522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7427169" y="3162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7495380" y="3168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7417792" y="2905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7371781" y="3266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7477685" y="3510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7435185" y="3172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7474739" y="3225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7423965" y="3080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7429049" y="3265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7373709" y="3192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7457422" y="3294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7440936" y="310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7430062" y="3029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7469292" y="362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7454569" y="3572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7468220" y="3183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7474158" y="3877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7495080" y="3671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7335276" y="2970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7446611" y="3080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7456677" y="3610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7415346" y="3119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7389000" y="3379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7379775" y="3122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7469231" y="381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7416160" y="3377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7440186" y="3115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7459716" y="3254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7447966" y="316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7472032" y="2855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7510392" y="3150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7411622" y="3311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7442629" y="3035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7487399" y="3245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7402798" y="336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7406054" y="302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7449964" y="3137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7469433" y="3489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7468752" y="3399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7451121" y="3116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7437261" y="2924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7455311" y="3116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7390197" y="3065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7413481" y="307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7448548" y="3147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7415036" y="304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7502174" y="3041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7455738" y="3482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7433920" y="318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7467537" y="3043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7411459" y="3099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7526550" y="307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7444228" y="2972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7373414" y="3336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7429621" y="3385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7448048" y="3019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7444805" y="3243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7437369" y="3275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7494646" y="3098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7471014" y="340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7512561" y="307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7494882" y="3538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7462004" y="3136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7425063" y="3097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7383984" y="315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7459995" y="3447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7432693" y="3347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7482515" y="3437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7460709" y="3337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7441853" y="3350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7484621" y="3592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7546508" y="3533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7372617" y="3100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7409433" y="3197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7430680" y="3375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7385127" y="3126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7429106" y="3078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7400360" y="3142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7437176" y="3207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7355304" y="3119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7522244" y="3509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7417402" y="3120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7432143" y="3107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7446130" y="331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7433231" y="3352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7372767" y="3128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7435012" y="4069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7308530" y="3242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7433047" y="343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7422460" y="3125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7420982" y="3243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7497089" y="3505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7468384" y="3159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7425888" y="301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7396267" y="3194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7419964" y="3272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7474199" y="3412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7415140" y="2891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7458556" y="3167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7449701" y="3456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7465260" y="3440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7403486" y="3128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7467445" y="3650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7440380" y="320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7488536" y="328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7450532" y="322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7452753" y="3190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7424081" y="3118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7874405" y="34780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7416477" y="345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7427993" y="3028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6084918" y="3433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7364765" y="3461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7428587" y="3130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7470430" y="3108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7435184" y="3279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7445013" y="3114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7388651" y="3179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7425160" y="3073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7422276" y="3491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7405556" y="3223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7451461" y="3387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7426366" y="34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7483465" y="3296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7436234" y="3125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7387646" y="3263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7415141" y="3140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7364953" y="3190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7444553" y="3096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6895339" y="326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7416731" y="3106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7461539" y="3442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7519313" y="3239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7432525" y="3328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7456794" y="3356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7398323" y="3258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7455163" y="3231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7408903" y="3147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7441131" y="3289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7399704" y="3425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7410662" y="3290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7437138" y="3236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7475789" y="345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7442543" y="3094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7490466" y="3398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7433112" y="3248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7296096" y="30570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7441084" y="3065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7442977" y="3093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7383804" y="3219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7435336" y="2931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7440774" y="3297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7442858" y="3103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7480702" y="3375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7416036" y="3294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6918163" y="31049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7471267" y="3267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7430363" y="3116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7293090" y="3148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7519387" y="3769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7473033" y="311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7450657" y="3320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7385209" y="3302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7425430" y="3072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7395206" y="3053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7392902" y="2809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7408555" y="4222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7404964" y="3146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7430493" y="310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7426460" y="313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7467670" y="3312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7466367" y="358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7447947" y="3446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7430342" y="3158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7482591" y="3116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7463345" y="3418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7496334" y="3332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7469724" y="3286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7496261" y="3469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7412803" y="326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7438506" y="302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7444188" y="3159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7394743" y="321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7497006" y="3313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7418592" y="3071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7509061" y="3124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7411275" y="3139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7459479" y="3441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7407948" y="3266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7436443" y="3023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7433539" y="3102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7437316" y="3171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7435645" y="2942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7442157" y="302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7467029" y="3144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7445356" y="333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7401747" y="3373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7443771" y="3248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7509507" y="3332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7526264" y="303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7550952" y="3479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7418583" y="3160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7472524" y="3281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7451727" y="3451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7474154" y="3528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7446280" y="3276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7411004" y="3070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7541277" y="3157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7443780" y="3147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7452808" y="3386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7447707" y="3154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7444014" y="3105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7383337" y="3139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7460378" y="3301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7409382" y="3389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7401929" y="3094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7496335" y="3508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7837286" y="35802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7424685" y="3034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8277578" y="3283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7505004" y="3468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7366975" y="3119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7412200" y="3006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7434749" y="3074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7410436" y="3014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7480998" y="3050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7418961" y="2961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7411722" y="3301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7417296" y="3315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7499230" y="3266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7413399" y="3047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7446344" y="3585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7349649" y="31023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7439206" y="3334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7457517" y="3113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7393738" y="3137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7418567" y="3049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7436853" y="3070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7422243" y="3091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7422879" y="3407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7428203" y="3246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7295545" y="31399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7466015" y="3365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7451135" y="3490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7442882" y="304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7462567" y="3196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7465717" y="3013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7425474" y="307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7507637" y="3348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7421388" y="3128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7440685" y="3255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7465614" y="3415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7407546" y="306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7437688" y="3157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7950807" y="3285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7457794" y="311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7395405" y="3169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7435660" y="3387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7437226" y="3275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7424833" y="3172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7498355" y="3117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7426161" y="3483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7417314" y="3155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7434007" y="3173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7406969" y="3047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7443566" y="3118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7433889" y="3059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8384046" y="3192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7430351" y="3012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7439623" y="3103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7452202" y="3082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7390731" y="3104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7466911" y="3403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7485485" y="3266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7153854" y="3224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7443656" y="2973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7454147" y="3086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7420903" y="3188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7489544" y="3145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7387815" y="3633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7305250" y="31068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7421665" y="3089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7392067" y="318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7415669" y="3166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7423075" y="3124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7932061" y="3270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7458912" y="3074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7452047" y="317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7401430" y="3075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7429214" y="3162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7422987" y="3164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7427320" y="3349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7447717" y="340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7494396" y="3443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7347763" y="314067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7567241" y="3392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7437144" y="3076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7422105" y="3499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7479654" y="3526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7422417" y="3377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7416217" y="3332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7427555" y="2969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7439086" y="323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7461299" y="3007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7445164" y="3418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7426671" y="3142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7476616" y="3176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7382670" y="3227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7403525" y="3127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7460665" y="3168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7408254" y="3133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7468837" y="3565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7448832" y="302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7360727" y="3198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7448064" y="3166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7451287" y="3345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7402300" y="3081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7587417" y="3181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7402252" y="3166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7446686" y="3122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7456697" y="3424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7443256" y="3287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7412775" y="3179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7374987" y="3233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7430862" y="3124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7440530" y="3378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7421468" y="3064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7402203" y="308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7479462" y="3068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7415711" y="3201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7404678" y="3136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7430335" y="3263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7388804" y="3074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7467465" y="3073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7498773" y="3471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7387048" y="3138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7517759" y="3202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7443533" y="3372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7456464" y="3461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7460634" y="3510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7391744" y="310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7430025" y="3320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7380245" y="340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7446644" y="3145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7433838" y="313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7442947" y="3094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7709063" y="304790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7478586" y="3340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7418734" y="3024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7432934" y="3045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7425446" y="3115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7460744" y="3508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7465628" y="3332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7427938" y="3353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7441401" y="3185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7437344" y="317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7441606" y="3152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7388771" y="3203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7565100" y="31138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7428179" y="3041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7448085" y="3122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7412196" y="3120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7463039" y="312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7436067" y="3307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7415594" y="3313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7397848" y="3172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7480905" y="3089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7391094" y="3036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7407083" y="311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7426205" y="3483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7415616" y="3305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7451061" y="3007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7448003" y="317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7493482" y="3195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7409584" y="3076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7386380" y="3179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7497520" y="3051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7492182" y="3166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7425627" y="324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7380400" y="3092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7385670" y="3141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7356902" y="3030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7447839" y="3092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7391963" y="3068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7458783" y="3167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7466692" y="3112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7462178" y="3090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7463459" y="3282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7412618" y="3074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7508229" y="3459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7406391" y="314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7443386" y="3038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7434063" y="2998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7404219" y="3241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7453170" y="3118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7447432" y="3286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7393056" y="309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7424012" y="3149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7419729" y="3092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7467579" y="2948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7365604" y="320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7417203" y="3156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8053909" y="314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7583477" y="3148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7460221" y="3143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7413962" y="3281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7434142" y="3175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7422200" y="3191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7412466" y="339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7443251" y="3447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7472463" y="3488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7475101" y="3397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7464871" y="3206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7461413" y="342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7429928" y="3218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7494389" y="3114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7397566" y="3259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7413021" y="3344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7434950" y="3269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7528612" y="3356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7436391" y="3307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7440366" y="3102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7470393" y="3597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7411270" y="3006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7441487" y="3070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7521430" y="3586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7443017" y="3104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7446037" y="3150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7422562" y="305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7463956" y="3335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7424735" y="3376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7418323" y="3202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7480766" y="3741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7440086" y="3203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7419777" y="3087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7362446" y="283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7396052" y="3611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7468489" y="3425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7453760" y="3572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7469535" y="310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7408254" y="3186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7418088" y="3121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7439823" y="3155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7511704" y="332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7450399" y="2980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7502860" y="3261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7437659" y="3145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7466698" y="3314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7464933" y="310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7452747" y="3083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7383548" y="3275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7467921" y="2624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7494097" y="295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7433890" y="3292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7415289" y="3137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7441375" y="3171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7446955" y="3165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7426870" y="3349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7423621" y="2893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7439965" y="3144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7449155" y="3083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7054137" y="3273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7451591" y="3172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8123038" y="29360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7414496" y="3291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7456294" y="3636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7434287" y="3357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7416896" y="3355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7445790" y="3188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7456564" y="3312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7440774" y="3308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7469935" y="3261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7449381" y="354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7450922" y="351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7437296" y="3204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7402032" y="3226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7445965" y="3467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7285404" y="3477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7469291" y="3098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7436843" y="3343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7435244" y="3177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7642671" y="3400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7413842" y="3076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7436739" y="315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7709962" y="358797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7440932" y="3425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7455289" y="3184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7484456" y="3110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7498116" y="3202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7409606" y="3017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7494434" y="3054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7388705" y="3134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7426488" y="3104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7348205" y="3101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7437290" y="3178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7369641" y="3224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7443163" y="3402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7431002" y="3144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7448751" y="3081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7433681" y="3028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7409247" y="3132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7437688" y="3035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7431091" y="309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7449469" y="3148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7471934" y="3126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7415570" y="3294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7423677" y="3109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7361247" y="3172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7421566" y="3102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7440979" y="3029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7448475" y="3155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7405957" y="3118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7430310" y="3394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7394105" y="2998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7430026" y="3093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7432658" y="3216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7454928" y="3195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7437383" y="3143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7411478" y="3298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7412185" y="3090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8217675" y="322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7425315" y="3019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7459262" y="3416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7437735" y="3386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7440564" y="3083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7436947" y="311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7423998" y="3149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7452297" y="3443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7535289" y="345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7433883" y="3078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7382625" y="3110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7441683" y="3243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7454652" y="2886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7437957" y="3478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7479590" y="3107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7455075" y="345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7413905" y="2940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7457991" y="3152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7451293" y="3149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7388140" y="3135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7407671" y="3288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7441406" y="3072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7420198" y="3092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7447863" y="322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6262560" y="3479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7422674" y="3415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7469962" y="3020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7422787" y="304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7433840" y="2988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7449622" y="3497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7425110" y="305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7473532" y="358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7366999" y="3379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7469184" y="3086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7450544" y="3277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7502078" y="3116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7324919" y="3241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7478997" y="3318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7138519" y="3255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7352330" y="4591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7461449" y="356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7601637" y="3155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7445682" y="3151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8487409" y="30272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7438492" y="3145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7450953" y="3280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7413115" y="3142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7360789" y="3125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7425920" y="3135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7441992" y="3019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7410981" y="3473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7411857" y="364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7442507" y="3422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7418722" y="312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7473921" y="3242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7398120" y="3300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7450929" y="3460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6197387" y="3279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8538682" y="3301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7442241" y="3364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7385109" y="335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7442133" y="3118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7430164" y="3204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7309628" y="334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7423497" y="3120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7423934" y="3082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7454485" y="3097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7466723" y="3112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7453501" y="3178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7443356" y="3140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7422343" y="3123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7433989" y="3072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7458855" y="2893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7669470" y="3650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7475608" y="317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7439584" y="3134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7437410" y="3123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7447920" y="3011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7427613" y="3050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7446867" y="3103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7444902" y="315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7475647" y="325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7432591" y="3297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7458627" y="3303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7435453" y="3131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7441564" y="3089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7463869" y="3181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7412483" y="3224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7445435" y="3134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7446970" y="3097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7476556" y="3097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7422636" y="3088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7474709" y="3430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7484203" y="3030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7415992" y="3126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7414376" y="3054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7391443" y="3423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7421703" y="3098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7517972" y="315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7423855" y="3103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7457070" y="3034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7423165" y="3118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7435063" y="3309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7422364" y="3138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7472434" y="3304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7433361" y="3498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7442822" y="3098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7439019" y="310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7423835" y="3466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7410155" y="335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7431773" y="3147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7390732" y="3195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7423452" y="3170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7435267" y="318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7437590" y="3208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7453000" y="3465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7418647" y="2843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7423137" y="3331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7474501" y="3464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7456948" y="3114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7363385" y="3216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7433980" y="3247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7446185" y="3222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7431817" y="2994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7425543" y="3166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7674019" y="3471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7436435" y="3696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7442154" y="3168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7410504" y="3165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7450254" y="3036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7488601" y="3153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7475602" y="3455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7428025" y="3128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7422545" y="3056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7483015" y="3293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7473706" y="3456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7452391" y="3197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7451227" y="3196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7439421" y="3183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7370524" y="330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7439112" y="3119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7874549" y="35706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7390300" y="3192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7459500" y="3388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7445740" y="300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7379934" y="3282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7428888" y="3280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7301821" y="3173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7439621" y="31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7455906" y="3253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7431733" y="2954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7468190" y="3039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7438382" y="3434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7416649" y="3119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7417531" y="3216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7459054" y="3058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7441319" y="3254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7456232" y="327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7455367" y="313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7452639" y="3083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7438835" y="3232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7457207" y="3105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7432541" y="3129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7454736" y="369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7404113" y="3161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7442117" y="3260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7438471" y="3141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7386833" y="3097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7413077" y="3120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7391837" y="3081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7440277" y="3203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7466368" y="3591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7436017" y="3103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7383582" y="3078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7424353" y="2993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7454170" y="3263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7454605" y="3071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7458466" y="3600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7337513" y="301337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7493592" y="3147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7451186" y="3111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7431209" y="3084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7487591" y="3145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7424592" y="3081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7497470" y="3396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7442070" y="3183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7524383" y="3150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7408634" y="3161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7230222" y="3321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7454568" y="3366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7432460" y="3039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7427696" y="3525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7470584" y="3302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7497121" y="3126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7345045" y="3694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7430473" y="3117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7401870" y="365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7510599" y="2334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7469100" y="3036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7457412" y="3034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7436921" y="331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6941979" y="3375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7412587" y="3156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7471061" y="3005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7429232" y="3146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7439375" y="3190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7413690" y="3237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7430899" y="3119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7824141" y="35215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7445863" y="3254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7407887" y="3337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7486773" y="3423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7450502" y="3298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7524403" y="3333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7460983" y="349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7670054" y="330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7457434" y="3266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7378185" y="3138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7441973" y="3095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7604264" y="34673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7422294" y="3500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7416268" y="3231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7450159" y="3242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7425126" y="3101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7699001" y="3297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7468522" y="3699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7422036" y="3313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7422046" y="319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7171762" y="3258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7425483" y="3013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7430891" y="3079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7432778" y="3317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7427805" y="3289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7444434" y="3433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7404718" y="3204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7411863" y="3076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7447527" y="311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7354365" y="3133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7469101" y="3113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7433126" y="3285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7432180" y="3177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7390693" y="3319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7454257" y="3301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7502339" y="338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7482384" y="3631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7408067" y="3123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7432011" y="3037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7447662" y="340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7406252" y="3080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7331560" y="31764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7447364" y="3184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7439256" y="3146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7450040" y="3576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7468953" y="3393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7419384" y="3039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7465801" y="3161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7445846" y="3044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7498186" y="3576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7425279" y="3076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7418281" y="3421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7463649" y="3293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7465711" y="3089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7379935" y="3331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7465934" y="315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7422174" y="3163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6732681" y="36361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7573409" y="34213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7458692" y="3450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7528213" y="3410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7464879" y="3125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7436883" y="3549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7421615" y="3111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7416707" y="3104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7414244" y="3480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7462202" y="3106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7407769" y="3138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7473928" y="3494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7502159" y="3236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7452738" y="3086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7421627" y="3218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7579673" y="3270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7461387" y="3114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7416513" y="308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7417125" y="3095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7391702" y="3209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7431291" y="3071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7419549" y="3349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7420081" y="3242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7479953" y="3311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5951636" y="3229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7384426" y="3101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7426952" y="3096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7433158" y="3161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7431264" y="3152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7444264" y="3361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7413378" y="3103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7420563" y="3070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7442771" y="312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7436055" y="3094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7447611" y="307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7447909" y="3099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7501141" y="325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7373841" y="3280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7440262" y="3122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7426667" y="3076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7383516" y="3075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7410079" y="3254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7431664" y="3046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7422309" y="3161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7438932" y="313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7467756" y="3376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7448021" y="3003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7462839" y="3095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7462767" y="3353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7546059" y="337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7430712" y="3210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7430971" y="3446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7467771" y="3185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7446246" y="3506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7418514" y="3118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7454505" y="3196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7327933" y="3237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7478867" y="3150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7430198" y="3082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7455382" y="309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7431282" y="316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7434834" y="3364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7480660" y="3346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7408815" y="3211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7436770" y="303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7445558" y="3255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7478759" y="3291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7440073" y="3167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7448872" y="3123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7455053" y="3500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7416410" y="2926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7418631" y="3170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7487416" y="3474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7457855" y="287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7242024" y="320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7424438" y="3274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7492108" y="334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7424258" y="313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7438011" y="3040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7487396" y="3038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7440297" y="3062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7330818" y="3473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7394003" y="197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7448991" y="3284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7496696" y="3420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7430099" y="3166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7537616" y="341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7435822" y="31299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7458203" y="3165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7463905" y="310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7436859" y="3196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7426277" y="3261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7421593" y="3070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7454711" y="3248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7403811" y="3133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7441523" y="3015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7416313" y="3314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7453931" y="3132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7393063" y="3149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7391884" y="3151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7399282" y="3238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7448828" y="3133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7464539" y="3061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6896871" y="3363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7481860" y="3355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7447995" y="313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7488069" y="312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7448779" y="3503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7465544" y="3179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7446597" y="3121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7095587" y="2923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7435117" y="3547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7443912" y="3064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7530704" y="3267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7454106" y="3244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7369722" y="3178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7423434" y="335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7457692" y="3169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7433440" y="3106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7450117" y="3232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7454881" y="3127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7443529" y="3149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7444444" y="3084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7718846" y="3301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7447137" y="2904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7435246" y="3113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7423335" y="3056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7490604" y="3201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7418357" y="3169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7431662" y="3036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7107131" y="3316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7391537" y="3524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7401493" y="3166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7218674" y="3153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7500397" y="3252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7450436" y="3062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8326471" y="360040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7267718" y="302656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7449083" y="3093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7428063" y="3093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7429991" y="3141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6472335" y="47354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7433628" y="3155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7447885" y="2858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7424207" y="3092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7423321" y="3095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7327811" y="3584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7437879" y="3026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7456101" y="3201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7434853" y="3010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7395784" y="306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7416253" y="3064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7397570" y="3282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7432397" y="3219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7430003" y="3226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7449291" y="3183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7443112" y="312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7455575" y="308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7408987" y="3060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7621157" y="304984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7448308" y="3043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7529174" y="3399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7432469" y="320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7442522" y="3220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7447270" y="3272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7442277" y="3664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7439849" y="3187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7458725" y="3260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7434611" y="3337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7683489" y="35703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7392788" y="3207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7470323" y="3489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7418797" y="3230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7422331" y="3031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7423599" y="3211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7429586" y="3205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7400987" y="2949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7415838" y="3002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7476476" y="306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7466189" y="3226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7346858" y="3127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7424082" y="3519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7446386" y="299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7456105" y="3062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7454911" y="318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7415605" y="3092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7453267" y="3061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7402107" y="3304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7476357" y="3060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7439725" y="3092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7332985" y="3102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7454024" y="2930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7435528" y="3030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7412788" y="3510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7472648" y="3156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7432775" y="3260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6341191" y="323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7421131" y="3172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7423745" y="292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7389725" y="3156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7576906" y="3226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7367140" y="3546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7455139" y="302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7451014" y="302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7409049" y="3070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7432266" y="3464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7420528" y="3046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7401841" y="3209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7405426" y="3206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7423696" y="308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7434455" y="3563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7539773" y="297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7564300" y="3280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7418783" y="3094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7459068" y="305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7469399" y="3282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7496435" y="3112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7439877" y="3209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7438163" y="3078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7426351" y="3180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7408092" y="3020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7437789" y="3184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6875194" y="3183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7404382" y="3362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7400128" y="3078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7428495" y="3245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7470640" y="3072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7433728" y="3038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7440261" y="2986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7431412" y="3009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7424555" y="310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7461849" y="3338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7439674" y="3047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7558181" y="317214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7450678" y="3038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7348968" y="3150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7421478" y="3152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7442147" y="3052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7455355" y="3152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7453033" y="3340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7417571" y="312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7465862" y="3098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7464205" y="3008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7452228" y="3051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7458050" y="2966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7420307" y="3418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7431867" y="3075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7462522" y="3167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7493819" y="3368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7493779" y="3095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7437063" y="3107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7468285" y="3428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7439919" y="309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7509064" y="2967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7428638" y="2964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7423377" y="3159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7441246" y="311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5918055" y="322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7470952" y="3393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7441680" y="3106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7415559" y="3026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7421440" y="308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7448500" y="3010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7368596" y="3086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7461364" y="3488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7435460" y="3062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7467199" y="3207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7481766" y="3303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7415608" y="2949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7432482" y="3174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7388550" y="3139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7415504" y="3405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7417799" y="3226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5585760" y="3302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7451067" y="3241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7437919" y="3359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7471737" y="306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7429845" y="3188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7442320" y="3042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7269998" y="30973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7423795" y="3096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7491581" y="3426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7429032" y="3209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7416993" y="3243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7480171" y="3147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7556419" y="309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7419926" y="2878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7398349" y="3126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7262064" y="3556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7404642" y="3244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7445143" y="3090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7425497" y="3096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7451079" y="3177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7445497" y="3117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7459417" y="4517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7206918" y="330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5870851" y="3385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6811778" y="36638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7431866" y="3148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7447607" y="3059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6888188" y="35251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7401882" y="3272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7455490" y="3541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7444696" y="303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7459844" y="3077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7393525" y="3060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7396003" y="3072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7420756" y="3053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7457954" y="3280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7424440" y="297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6646341" y="3482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7436311" y="3248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7421615" y="3198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7439926" y="3087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7433420" y="3227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7477661" y="3275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7430967" y="2865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7357604" y="3113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7457155" y="305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7438727" y="3233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7417960" y="303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7405177" y="2900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7446510" y="3184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7426164" y="3078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7424001" y="4675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7369036" y="2879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7465645" y="3390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7488119" y="3084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7429028" y="2962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7525103" y="3291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7500552" y="3108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7456359" y="3261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7434764" y="3022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7422086" y="3015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7422233" y="3108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7492801" y="3526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7471577" y="3504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7457361" y="3039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7408933" y="2685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7445541" y="3547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7401327" y="353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7416023" y="3107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7437738" y="3021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8270377" y="3286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7428634" y="3193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7432511" y="3183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7462313" y="313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7456984" y="3129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7391767" y="3180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7455770" y="3085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7465978" y="3455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7454068" y="3378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7486460" y="336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7428164" y="3328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7424179" y="3062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7426297" y="2998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7449670" y="320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7387314" y="2792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7392386" y="3576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7372099" y="3608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7430477" y="3047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7451573" y="3194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7440775" y="323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7399850" y="3209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7435303" y="3001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7466320" y="2871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6000055" y="39232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7442436" y="341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7433188" y="3118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7439665" y="3116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7426660" y="3559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7454971" y="3200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7411497" y="3030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7305565" y="4663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7412952" y="3197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7441469" y="3196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7482924" y="311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6866512" y="3233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7446904" y="265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7458430" y="3497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7423096" y="3058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7400535" y="3525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7461239" y="3523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7432203" y="3097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7493038" y="3257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7424834" y="2990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7429448" y="3306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7459230" y="301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7407259" y="3442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7488311" y="3541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7404934" y="3491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7442982" y="3013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7466836" y="338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6846443" y="23012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7420843" y="2941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7456075" y="3423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7412085" y="3274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7456607" y="3029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7422642" y="3179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7438151" y="302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7463951" y="2962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7362537" y="3129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7441272" y="3011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7453661" y="3259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6848844" y="3393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7443446" y="3090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7419516" y="3293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7456564" y="2688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7445534" y="315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7444990" y="3122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7431074" y="2995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7315447" y="3522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7505584" y="3263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7454399" y="3118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7439556" y="3101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7388287" y="311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7434808" y="3348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7377779" y="314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7441161" y="3011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7431702" y="3102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7422423" y="3200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7426241" y="4158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7460445" y="3150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7429559" y="3073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7428772" y="3067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6103296" y="3179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7481175" y="2982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7387934" y="3104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7444371" y="3427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7441601" y="3113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7440760" y="3228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7567309" y="3272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7308642" y="2884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7438939" y="3358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7260803" y="3170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7232944" y="30908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7431323" y="3193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7299166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7432991" y="3130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7380258" y="2793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7452130" y="3210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7443179" y="2999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7382075" y="3161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7466988" y="3186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7308090" y="3265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7270877" y="30168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6814613" y="46107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7431420" y="3220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7390302" y="3117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7429220" y="3187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7438774" y="3078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7363932" y="3521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7451452" y="3046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6219880" y="3114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7472796" y="3434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7468913" y="3939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7470221" y="3072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7432549" y="3258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7441875" y="3055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7044225" y="37495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7431598" y="3235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7424545" y="3129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7436995" y="2958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7459021" y="3110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7432553" y="3404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8193517" y="3236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7444917" y="3071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7455824" y="3082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7466866" y="3129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7429041" y="309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7428263" y="281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7413053" y="2944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7323134" y="3171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7338602" y="3131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7799281" y="3188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7436433" y="3161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7487167" y="3227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7435498" y="3475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7467251" y="3013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7441821" y="3094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7235433" y="365067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7446273" y="3116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7468362" y="315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7431563" y="3186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7435092" y="3133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7598851" y="36521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7453585" y="3278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7459395" y="3364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6208999" y="35328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7436812" y="3431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7445778" y="3281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7422995" y="3160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7448206" y="3068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7271823" y="3374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7425389" y="3328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7445122" y="3592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7335370" y="3036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7470011" y="3075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7431721" y="3215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7433388" y="3147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7492651" y="3483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7449921" y="3559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7400768" y="3163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7802130" y="30612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7408018" y="4013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7441864" y="3356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7422880" y="3125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7413172" y="2344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7392744" y="3409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7454437" y="3440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7441658" y="3102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7458268" y="3835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7374131" y="3235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7493929" y="383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6539986" y="3364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6812417" y="35399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7408412" y="2958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7447135" y="3272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7431853" y="3417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7435013" y="2958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7411124" y="3335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7436885" y="3360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7404968" y="3227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7419357" y="3131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7432258" y="3109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7479410" y="3258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7437507" y="3010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6631302" y="38591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7409404" y="3641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7449067" y="3259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7447320" y="3124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7741449" y="379869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7458508" y="3446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7457941" y="3127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7399215" y="3307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7245890" y="3211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7150141" y="3272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7435129" y="2932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7420014" y="3105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7867134" y="337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7391239" y="345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7374376" y="3202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7419489" y="3218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7357766" y="3217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7446006" y="3330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7510082" y="298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7372834" y="3336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6739718" y="3159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7404827" y="3571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7020448" y="37639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7487918" y="3203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6527435" y="3436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7456705" y="3240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7351372" y="3324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6556641" y="34287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7373541" y="3319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7206351" y="393681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7426338" y="3360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7445036" y="3560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7403578" y="3240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7302050" y="330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7042013" y="37153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7443279" y="3351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7450566" y="3286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6964308" y="41617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7370262" y="424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7681842" y="3384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7948355" y="277533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7372831" y="3194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7463334" y="2544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7465989" y="3204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7516102" y="3553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7406481" y="3717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7377625" y="3461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7404876" y="4078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7448800" y="3203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7416453" y="3579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7418329" y="4031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7444640" y="33379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7412905" y="3668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7346814" y="3598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7427372" y="3630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7421352" y="3732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7442080" y="3776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7454028" y="3596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7404382" y="343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7439353" y="3512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7472091" y="3252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7447584" y="3217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7414337" y="3233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7509992" y="3159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7410003" y="5167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7474339" y="1735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7418903" y="2800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7456349" y="3171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7427598" y="3306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7437676" y="328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7431086" y="3336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7427314" y="287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7296973" y="3847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7426067" y="3430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7434795" y="3422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7415420" y="3352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7426419" y="3477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7424489" y="3189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7419073" y="3616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7447322" y="3556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7406564" y="360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7425355" y="3437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7434603" y="3253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7422699" y="3601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7492175" y="3650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7433691" y="4210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7456505" y="3617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7447657" y="4230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8220953" y="27939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7470653" y="280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7430619" y="3256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7437268" y="2984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7453987" y="2981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7464518" y="3156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7440816" y="3424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7381664" y="3518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7404222" y="3638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7434571" y="3402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7435630" y="3663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7400810" y="3691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7456694" y="3251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7479088" y="3234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7437723" y="3534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7426376" y="3347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7420714" y="3467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7437449" y="3458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7403522" y="3235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6779621" y="39676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7417027" y="3388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7642308" y="2536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7407922" y="455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6732786" y="36079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7442878" y="3411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7422825" y="3349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7427468" y="3635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7446760" y="3533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7489614" y="3262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7447735" y="3510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7317476" y="370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7442203" y="3651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7442770" y="3272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7328321" y="464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7414339" y="4729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7378119" y="4541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7364376" y="5001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7421079" y="4927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7429215" y="3688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7433520" y="3694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7474726" y="326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7453272" y="304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7491075" y="3212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7459068" y="3202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7456681" y="3303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7466531" y="3316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7406800" y="3937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7443164" y="325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7438189" y="3532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7438016" y="3269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7433267" y="3310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7452260" y="331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7427495" y="3811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7163240" y="4218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7417020" y="2998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7444564" y="337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7436500" y="3453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7365167" y="3603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6618612" y="3215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7433849" y="3295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7462187" y="3271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7411544" y="3499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7461987" y="3158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7418177" y="3366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7438504" y="3530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7425919" y="3494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7452177" y="3288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7432492" y="3304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7436887" y="3177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7427698" y="3415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7393960" y="4699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7385386" y="4701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6796927" y="47687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7386473" y="3707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7363970" y="4272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7465630" y="3263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7154922" y="347652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7426068" y="3766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7343467" y="3510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7445396" y="348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7451129" y="3704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7464365" y="3349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7444248" y="3494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7430725" y="3330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7429455" y="3197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7420584" y="3619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7405412" y="3329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7378702" y="3316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7455373" y="3501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7369807" y="437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7091072" y="40364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7454535" y="3317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7457808" y="3790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7448090" y="3354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7463100" y="338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6863570" y="457807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7394091" y="490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7402881" y="3661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7418458" y="3670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7424721" y="3690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7394241" y="370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7360164" y="3831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7275845" y="34099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7449936" y="3675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7421275" y="3546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7450735" y="3552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7426708" y="374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7369714" y="3242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7455801" y="3524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7415945" y="2926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7426638" y="354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7436751" y="3848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7421041" y="5022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7418206" y="3566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7419009" y="3234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7433510" y="3652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7429224" y="3460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7436112" y="3349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7455081" y="3368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7401109" y="322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7446179" y="333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6619249" y="3392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7438644" y="3396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7439602" y="292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7501070" y="3044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7441021" y="3270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7399450" y="3974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7407682" y="3702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7424157" y="3504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7461684" y="3335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7416624" y="3628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7494677" y="3086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7454720" y="3289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7326211" y="4490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7273680" y="4646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7421965" y="3311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7011448" y="42666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7186075" y="3635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7546992" y="2908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7462651" y="3188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7187695" y="3691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7914496" y="3099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7415485" y="3322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7404732" y="3697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7448610" y="364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7415960" y="3607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7439640" y="3848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7418796" y="3551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7501367" y="3126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7459472" y="3532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7437636" y="3384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6914629" y="34837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7472658" y="3503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7374296" y="4618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7397754" y="5168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7399483" y="3432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7455261" y="3282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7438400" y="3704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7439951" y="3574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7412858" y="3406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7453544" y="3107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7350260" y="3303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7380345" y="4070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7422161" y="3263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7488988" y="313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7429388" y="3253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7794295" y="3170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7483722" y="3021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7444095" y="3149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7431692" y="3291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7460922" y="3272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7114665" y="37065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7407479" y="331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7435471" y="3578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7426277" y="326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7463129" y="3312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7711192" y="2945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7371296" y="4838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7103939" y="340157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7152111" y="35080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7442834" y="3194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7339064" y="3302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7512110" y="2783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7442460" y="3373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7457034" y="3195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7448526" y="3101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8261753" y="27652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7422407" y="3996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7369685" y="2971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7476350" y="2988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7436380" y="3418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7445158" y="3310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7408463" y="3656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7458216" y="3168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7425991" y="3167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7421497" y="3270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7429976" y="3161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7444350" y="3597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7410635" y="3272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7443105" y="2749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7509194" y="3197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7281443" y="3185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7421345" y="3468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7474018" y="3245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7448881" y="3262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7460892" y="3095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7353512" y="3669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7459195" y="3062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6460411" y="3251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7385376" y="3585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7427969" y="3311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7401137" y="3566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7411735" y="3598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7496081" y="3248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7419991" y="3203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7388561" y="3644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7302491" y="3685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7859911" y="3151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7435387" y="3119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7438488" y="3692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7481855" y="3176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7138224" y="38184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7451374" y="3219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7418174" y="3308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7401897" y="3408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7422153" y="3787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7447752" y="3397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7457047" y="347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7447540" y="3462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7503405" y="3356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7478542" y="3343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7482022" y="3236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7428761" y="3109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7456514" y="370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7479655" y="3339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6876062" y="39816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7423535" y="323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7365763" y="3345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7429333" y="4345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7427516" y="318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7440823" y="441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7404395" y="4547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7326360" y="4239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6677593" y="40787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7302007" y="3415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7197434" y="3293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7447336" y="3626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7480871" y="3296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7448041" y="3355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7451798" y="3290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7564251" y="321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7451781" y="3205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7449194" y="2970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7220615" y="3291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7496056" y="3288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7411597" y="3455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7357947" y="3805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7341898" y="4021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7475144" y="3303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7460001" y="3156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7340678" y="3739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7325117" y="355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7221113" y="43533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7413749" y="3253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7435355" y="3505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7445704" y="3598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7442776" y="3333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7200224" y="373959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7432306" y="3756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7401619" y="5203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7305990" y="434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7386167" y="3474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7176402" y="3191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7422569" y="3342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7458367" y="3393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7374459" y="291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7400941" y="3773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7482831" y="3236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7434787" y="3262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7457648" y="3039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7476723" y="2957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7469021" y="3122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7083472" y="44732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7257048" y="4058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7476591" y="3137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7427848" y="3117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7461399" y="3123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7410453" y="3362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7493183" y="3137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7319110" y="3930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7466898" y="3127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7472273" y="3171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7451198" y="3206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7419934" y="359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7418849" y="3387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7377097" y="2318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7444416" y="2803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7468166" y="3244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7451030" y="2927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7497832" y="326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7443725" y="2977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7608509" y="2807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7415486" y="3244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7482608" y="3242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7427829" y="3310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7410037" y="329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7463220" y="3344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7417297" y="3786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7454206" y="2911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7383774" y="441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7384022" y="3355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5215286" y="28747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8452753" y="3300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7452083" y="3231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7455817" y="321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7441178" y="333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7468210" y="2963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7414381" y="3618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7401403" y="3555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7308226" y="3627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5895567" y="3529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7412137" y="2801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7443950" y="3059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7448102" y="3154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7476089" y="3094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7655957" y="28776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7473223" y="3258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7464109" y="3278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7462015" y="3317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7488075" y="306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7441533" y="299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7426273" y="3250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7485147" y="3029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5452617" y="3346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7412425" y="3271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7453535" y="3298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7073540" y="3297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7428845" y="327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7389143" y="3373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7425486" y="3497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7455024" y="3125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7453469" y="3150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7470136" y="3168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7406260" y="354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7413124" y="3406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7445303" y="353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7462105" y="3346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7451405" y="3351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7439957" y="3244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7392815" y="3347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7344406" y="3457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7445615" y="3962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7425214" y="3238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7451062" y="3166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7421842" y="3061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7413677" y="3462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7402734" y="4434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7436236" y="3308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7431470" y="3110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7416507" y="3238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7461041" y="3268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7460550" y="3171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7380215" y="4368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7453385" y="2903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7350553" y="3418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7435943" y="372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7431861" y="4336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7360005" y="3107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5084441" y="3315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7453672" y="3235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7451198" y="3281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7459331" y="3178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7440562" y="3257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7439541" y="4546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7492538" y="3149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7530324" y="3164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7372322" y="3912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7406525" y="4251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7396774" y="3958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7442442" y="3496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7443536" y="326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7466679" y="3183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7368927" y="3360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7510789" y="3158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7303938" y="2926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7295520" y="3320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7429648" y="3426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7409838" y="3661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7009979" y="331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7445013" y="3797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7428901" y="357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7441984" y="2608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7426480" y="3964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7420560" y="3187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7425780" y="333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7472488" y="3171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7408360" y="3396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7410113" y="3223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7489295" y="2982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7355048" y="3570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7402467" y="3602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7458204" y="3058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7435296" y="3169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7449726" y="3226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7425745" y="348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7500555" y="3422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7421882" y="3599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7380777" y="3550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7413126" y="336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6121009" y="3474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7430566" y="331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7434011" y="3065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7468240" y="3335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7455311" y="3136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7447587" y="3283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7454497" y="3260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7428991" y="3245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7452742" y="340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7476973" y="2905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7506781" y="3152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7416827" y="3334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7455358" y="3214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7383781" y="3876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7429720" y="3570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7449760" y="3413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7442520" y="337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7447765" y="3268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7426141" y="3350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7018022" y="3332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6375942" y="434342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7424096" y="4678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7415802" y="5327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7426480" y="3677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7540231" y="31956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7424884" y="320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7438896" y="3646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7456677" y="318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7494338" y="317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7482272" y="2842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7445094" y="309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7451267" y="3080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7466996" y="3291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7398351" y="3212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7563205" y="3228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6228839" y="3251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7424526" y="3402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7423774" y="340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7458417" y="3129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7449432" y="3222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7439094" y="3110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7490815" y="3082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7501021" y="3000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7465592" y="3193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7453845" y="324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7442334" y="3289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7447113" y="3355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6796481" y="3179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7434823" y="331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7288315" y="327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7369471" y="369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7450137" y="3474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7488452" y="3173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7328722" y="498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7104636" y="4574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7338213" y="4284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6802651" y="37719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7379083" y="3565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7411934" y="353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7391327" y="5235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7420063" y="3580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7421460" y="3693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7429834" y="3211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7439434" y="3261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7441859" y="3380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7436286" y="326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7471622" y="3282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7512542" y="3100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7467974" y="3274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7446864" y="3493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7433516" y="314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7438598" y="3231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8539437" y="3295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7430692" y="303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7442423" y="3125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7454640" y="332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7423358" y="3300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7389174" y="3623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7464089" y="3248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7436959" y="3601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7441695" y="3772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7421766" y="3987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7464210" y="3382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7442026" y="3338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7437741" y="3682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7454428" y="3390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7456488" y="3376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7433951" y="3603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7377492" y="3679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7321480" y="3240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7322166" y="3260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7430063" y="3286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9053695" y="19014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7441057" y="3553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7426001" y="3745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7428018" y="3325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7466927" y="3262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7416942" y="3750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7435334" y="3715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7437949" y="3558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7347591" y="3411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7400361" y="3480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7347562" y="3644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7412427" y="3646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7430855" y="329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7344464" y="3962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7438054" y="3152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6778069" y="44836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7472366" y="3367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7435407" y="3479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7454776" y="2892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7442836" y="3266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7365047" y="4787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7310571" y="4029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7020448" y="46349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7447121" y="3033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7375821" y="4283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7412128" y="3270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7442081" y="3114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7458859" y="3995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7404431" y="3451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7416371" y="3229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7362417" y="376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7341088" y="3719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7378924" y="3723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7453403" y="3233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7454745" y="3405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7461335" y="3275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7343166" y="3427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7444852" y="3628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7481313" y="304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7427399" y="332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7506764" y="3190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7400469" y="376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7439434" y="3485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7461532" y="3325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7077667" y="3192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7442225" y="3440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7394180" y="341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7406382" y="3295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7358720" y="349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7429803" y="3192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7429575" y="3319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7407433" y="4153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7460385" y="3233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7459047" y="3129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7434305" y="3302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7451259" y="3836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7462614" y="3695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7573320" y="311029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7449081" y="3269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7433160" y="3620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7778885" y="3140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7450041" y="2976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7413638" y="3924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7443295" y="3842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7428797" y="3816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7383641" y="3346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7437052" y="3749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7505463" y="3163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7410942" y="3696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7428917" y="3594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7444748" y="3264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7403993" y="3697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7458552" y="3031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7427704" y="3302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7353133" y="3908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7487649" y="317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7394754" y="3143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7431430" y="3181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7426030" y="3605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7427679" y="3541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7416322" y="3791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7441602" y="3274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7390064" y="3914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7488766" y="3043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7407266" y="3575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6445738" y="35321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7451520" y="3266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7430637" y="3477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7365282" y="3644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7061505" y="47764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7448900" y="3329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7445958" y="3574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7459054" y="3155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7613612" y="27646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7812778" y="30497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7470246" y="3243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7426657" y="3590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7451097" y="3286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7466004" y="3066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7468910" y="3035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7434368" y="3685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7457836" y="3428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7441365" y="3201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7440552" y="3217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7467695" y="3347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7417731" y="4481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7400680" y="385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7244154" y="3007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7424730" y="3272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7431609" y="3148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7390852" y="3378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7713879" y="297268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7398355" y="3351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7438264" y="3348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7449758" y="3307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7414184" y="331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7451769" y="3168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7171865" y="3405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7543615" y="3201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7423691" y="3581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7431117" y="3702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7434107" y="3249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7442104" y="3279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7475213" y="2924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7435442" y="330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7437767" y="3586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7493086" y="3176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7470471" y="3375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7430409" y="3447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7465728" y="3357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7454005" y="3285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7492426" y="3105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7917775" y="25417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7454224" y="3498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7491947" y="3093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7364315" y="3326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7398748" y="3395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7440231" y="3700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7408737" y="3523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7412748" y="3667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7481660" y="322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7468725" y="3296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7460548" y="3327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7467263" y="3246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7618587" y="3218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6494236" y="404424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7435533" y="2994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7468477" y="3128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7506836" y="3191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7514977" y="3187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7455945" y="3291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7444675" y="3612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7455739" y="1581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7439013" y="2760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7464882" y="3260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7473021" y="3248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7435207" y="3308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7458481" y="3345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7479848" y="3081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7497902" y="3283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7454902" y="3287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7458811" y="3198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7419004" y="3503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7443335" y="3290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7429655" y="3526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7528475" y="3000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7565621" y="3193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7436161" y="3086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7476254" y="3213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7453588" y="3344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7450716" y="332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7450294" y="3307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7466184" y="3282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7465884" y="3331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7477999" y="3032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7433256" y="325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7417677" y="2943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7440154" y="3620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5678833" y="3416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7434955" y="3390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7463469" y="3190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7054816" y="344427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7465278" y="3166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7486126" y="3055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7339811" y="3693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7450477" y="3421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7436848" y="3205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7421891" y="3665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7434802" y="3380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7445704" y="3406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7382301" y="3761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7163970" y="369252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6585931" y="40604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7357843" y="3367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7351468" y="3694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7438120" y="320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7478711" y="3225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7415330" y="3460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7447664" y="358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7453743" y="3201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7440312" y="3329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7451267" y="3593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7428563" y="3633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7445359" y="3241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7478694" y="3178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6637458" y="35522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7484740" y="3236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7457448" y="3301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7457710" y="3381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7422661" y="3596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7250394" y="35271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7375986" y="3872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7450466" y="3262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7547929" y="2938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7472749" y="2892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7419803" y="3592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7436740" y="3682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7455849" y="3218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7474372" y="3164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7452769" y="3412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7523764" y="319669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7479390" y="3187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7431820" y="3602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7321475" y="4017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7521775" y="3305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7431886" y="3301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7438334" y="3229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7449165" y="3335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7478753" y="327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7426785" y="3244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7454560" y="3180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7484663" y="3101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7470090" y="3614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7422324" y="3236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7435718" y="3542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7447645" y="3361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7427495" y="3681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7450163" y="3097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7454615" y="3275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7462473" y="330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7446947" y="3066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7425465" y="3157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7459436" y="31394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7452017" y="3236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7469433" y="314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7418034" y="3196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7447343" y="3227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7481899" y="2989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7446815" y="3274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7449212" y="3221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7375425" y="3855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7436437" y="3602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7437143" y="326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7473551" y="3288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7437154" y="4092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7433769" y="3210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7500857" y="3186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7431016" y="3442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7423951" y="3709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7480440" y="3233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7569308" y="2881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7395900" y="2771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7448937" y="3147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7454745" y="3286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7490233" y="3146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7481747" y="2956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7255169" y="4874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7498715" y="3327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7450706" y="3229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7466241" y="3253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7482803" y="3296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7460936" y="3312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7492324" y="3142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7478063" y="3347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7433026" y="3731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5960800" y="20831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7392545" y="3316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7411991" y="3571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6623317" y="30062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7266778" y="37454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7710674" y="27908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7413064" y="3326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7427799" y="3203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7449193" y="3412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6908361" y="3342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7379092" y="3604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7398721" y="3548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7427990" y="3478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7437470" y="3633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7378961" y="4506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7503867" y="2808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7458627" y="3117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7458052" y="332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7441364" y="3221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7422361" y="3494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7475938" y="3215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7407457" y="3410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7165437" y="38676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7425335" y="346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7462096" y="3067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7494834" y="2972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7535471" y="2960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7461961" y="3511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7016454" y="371328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7066540" y="3310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7381196" y="3297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7440843" y="3299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7694089" y="3201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7418758" y="2953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7462877" y="315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7455632" y="3153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7450690" y="2993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7440090" y="3152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7411591" y="3234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7416913" y="322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7473914" y="3250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7441004" y="3313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7455742" y="3247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7400608" y="3421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7465771" y="298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7453167" y="316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7510532" y="283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7448711" y="3210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7389818" y="3578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7427074" y="3439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7331928" y="3913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7386938" y="3737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7424183" y="3182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7445990" y="3474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7416323" y="3479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7460651" y="3303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6385324" y="37267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7414549" y="3421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7457016" y="3292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7456016" y="3540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7440346" y="3279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7402428" y="3175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7463986" y="3175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7355447" y="3519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7440839" y="3727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7460841" y="3308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7405785" y="3289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7447931" y="3279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7486108" y="3292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7361270" y="3699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7465301" y="3321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7453223" y="3298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7449597" y="3014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7435217" y="3284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7409156" y="311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7446590" y="3185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7413592" y="3256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7453054" y="3151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7417465" y="3361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7431616" y="343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7424550" y="3143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7457700" y="3284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7388345" y="323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7409492" y="3445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7453566" y="3209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7427987" y="3262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7410000" y="3783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7440360" y="3297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7433509" y="3242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7437334" y="3220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7465234" y="3389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7433896" y="3275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7446076" y="3522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7452814" y="3380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7072249" y="36953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7446371" y="3279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7361529" y="3821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7406734" y="3279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7463678" y="3254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7431185" y="3170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7434850" y="3457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7460585" y="3323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7419829" y="3722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7087078" y="3260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7432567" y="3519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7442083" y="3249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7463769" y="330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7482671" y="3162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7441047" y="3157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7437884" y="3312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7420959" y="3211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7517489" y="2949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7447634" y="3186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7436311" y="3270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7169871" y="36125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7426458" y="3383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7424967" y="342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7442581" y="3364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7380303" y="3128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7440547" y="3168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7472006" y="3112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7470042" y="3272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7412816" y="3772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7396510" y="3558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7400744" y="3349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7447095" y="317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7262322" y="3310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7427815" y="3237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7430115" y="3372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7444198" y="331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7459151" y="3307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7405793" y="3282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7422005" y="3264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7446334" y="3016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7467189" y="3180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7480726" y="3388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7384025" y="3291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7435804" y="3433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7420646" y="3492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7450068" y="3706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7429313" y="3315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7462564" y="3117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7446364" y="3284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7393517" y="3714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7422160" y="3330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7425442" y="3510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8863768" y="26340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7430762" y="3468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7447527" y="329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7471426" y="3267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7434143" y="3380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7442444" y="3204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7338768" y="3500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7457722" y="3172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7457255" y="3222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7462694" y="3206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7439335" y="3343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7937011" y="29816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7433203" y="3243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7449782" y="3205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7487899" y="3258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7425343" y="3093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7430380" y="338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7470233" y="3136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7520255" y="3226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7468517" y="3273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7456865" y="3288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7517964" y="3041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5538374" y="3323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7441073" y="3262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7394085" y="3131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7436222" y="3206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7425921" y="3348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5972824" y="3504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7455484" y="3282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7436062" y="3284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7436790" y="347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7321058" y="3836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7410009" y="3552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7374894" y="3799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7489296" y="293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7450336" y="3105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7425555" y="3257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7367075" y="2999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7415126" y="3422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7429440" y="3304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7449093" y="3370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7430927" y="3357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7387476" y="3890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7365191" y="3203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7435286" y="3230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7384627" y="3211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7462211" y="3173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7389376" y="3191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7478077" y="3249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7445065" y="3173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7446890" y="3480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7460443" y="333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7431366" y="3186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7452620" y="3417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7433232" y="336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7446675" y="3207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7376113" y="3402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7428980" y="4357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7462350" y="3263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7427820" y="332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7411689" y="375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7197965" y="3706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7435168" y="337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7465776" y="3069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7473513" y="3224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7368556" y="3463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7452950" y="3178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7510439" y="3261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7424561" y="352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7469924" y="3324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7445100" y="3400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7420773" y="322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7071169" y="51844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7406342" y="4051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7456137" y="3269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7404317" y="3495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7454383" y="3287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7393682" y="4638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7484672" y="3289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7454959" y="329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7462947" y="3214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7457589" y="3171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7450227" y="3187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7067804" y="43126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7402026" y="3437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7459923" y="3276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7459171" y="3148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7856840" y="2647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6792765" y="3483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7404433" y="3349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7439242" y="3199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7608798" y="3037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7440236" y="3340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7463510" y="3334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7441447" y="3324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7490633" y="3190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7242315" y="3335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7415837" y="3685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7446906" y="3265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7506351" y="3224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7343411" y="4276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7431395" y="3342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7392124" y="3873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7473545" y="3204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7405821" y="3373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7443190" y="3125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6251582" y="3280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7432216" y="3296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7482181" y="3063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7441841" y="3210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7441249" y="3397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7450090" y="3310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7459702" y="3163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7383374" y="3192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7596230" y="299928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7449300" y="3163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7422135" y="3236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7328656" y="3295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7431632" y="3464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7448236" y="3478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7438910" y="3270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6561490" y="345671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7395038" y="3232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7437330" y="3647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7412570" y="354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7485024" y="3252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7382699" y="3322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7435724" y="323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7436545" y="3254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7422482" y="3538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6598567" y="321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7439163" y="316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7453181" y="316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7466640" y="3278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7440392" y="3281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7440144" y="3247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6288493" y="3324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7527540" y="297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7488150" y="3027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7457599" y="3176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7433410" y="3257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7443766" y="3221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7446619" y="3238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7428655" y="326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7340042" y="3329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7452248" y="3310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7440198" y="3389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7374712" y="3883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7410659" y="3745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7358013" y="3832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7472070" y="3256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7438101" y="3533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7455057" y="3258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7472170" y="3266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7371188" y="3252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7311428" y="4090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7440500" y="3121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7874323" y="27295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7497582" y="2903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7294091" y="5163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7348549" y="496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7396165" y="3240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7440529" y="3222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7407875" y="3693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7455781" y="3292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7425401" y="3550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7452975" y="3384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7238146" y="3344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7362084" y="3561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7379742" y="3213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7429429" y="3213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7384035" y="3258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7444093" y="3366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6673931" y="3274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7467414" y="3124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7344492" y="3912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6203006" y="3334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7408955" y="3691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7425727" y="3622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7482538" y="3199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7351206" y="3243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7462306" y="306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7418050" y="3307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7415067" y="3338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7416454" y="3754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7359830" y="4277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7454458" y="318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7420734" y="3436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7376107" y="4168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7485659" y="3270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7403761" y="3374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7390645" y="3270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6306537" y="25595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7434950" y="3352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7431707" y="3341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5995487" y="3434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7404568" y="3754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7393380" y="368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7490412" y="3271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7424913" y="3663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7402553" y="3766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7464357" y="325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7439264" y="334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7545558" y="296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7429320" y="3346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7416757" y="3235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7440103" y="3318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7391924" y="3534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7501268" y="3360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7353631" y="3487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7427485" y="3328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6554524" y="3228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7069617" y="3728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7404100" y="3277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7418785" y="3467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7387038" y="3650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7433758" y="3717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7459764" y="3308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7449986" y="3211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7455157" y="3262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7455785" y="3320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7511386" y="2968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7653246" y="29306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6217547" y="3248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6922909" y="300713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7446715" y="3381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7425057" y="327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7511180" y="3037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7433052" y="3283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7456909" y="3287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7415248" y="3252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7424114" y="3241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7437323" y="337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7143907" y="346286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7475944" y="3209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7350483" y="4816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7451006" y="3021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7462878" y="3252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7439932" y="3308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7406379" y="3254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7482086" y="273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7469341" y="326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7457355" y="3320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7475224" y="311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7328017" y="3186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7742372" y="30070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7782004" y="285964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7431324" y="3334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7469842" y="320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7417465" y="3531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7460642" y="3276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7410936" y="3643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7432226" y="3220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7432917" y="3207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7416524" y="327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7349205" y="3214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7586512" y="3049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7422747" y="3201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7431421" y="3261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7451435" y="3377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7433193" y="327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7445966" y="3053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7448754" y="3231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7435058" y="3225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7402541" y="3067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7519303" y="3230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7426031" y="3252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7467670" y="304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7244207" y="37983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7465775" y="3524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7388079" y="474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7409947" y="3913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7410014" y="3377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7294700" y="3290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7139189" y="4810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7429966" y="3316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7444147" y="3276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7413664" y="3355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7472969" y="319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7459994" y="3365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7451016" y="3096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7505264" y="3003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7423381" y="3534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7432256" y="3208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7262560" y="3198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7454138" y="3413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7469902" y="3102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7431303" y="3594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7441611" y="3031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7436109" y="3278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7440985" y="3205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7444626" y="3580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7382969" y="3507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7475790" y="325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7489375" y="3266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7467738" y="3166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7411823" y="3308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7415292" y="3206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7403561" y="355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7554717" y="2947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7413761" y="3312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7367301" y="3364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7486557" y="3156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7454327" y="3111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7456737" y="3243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7431330" y="3438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7437223" y="3180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7417686" y="2997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7424115" y="3545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7424164" y="3335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7449119" y="308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7509165" y="3023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7489499" y="3335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7423267" y="3455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7421958" y="3399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7456047" y="3226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7412621" y="3451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7460736" y="2943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7422756" y="3187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7439082" y="3181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7435027" y="3338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7429268" y="3289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7436641" y="3532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7432063" y="382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7487424" y="3000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7489722" y="3275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7465084" y="321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7469058" y="362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7432144" y="3287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7434701" y="3578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7512262" y="3410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7446757" y="3276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7493200" y="2998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7517892" y="3075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6658207" y="3221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7432275" y="3371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7467514" y="3119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7460710" y="3316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7447153" y="3321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7425563" y="3320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7468936" y="3244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7449745" y="327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7556611" y="31363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7479925" y="329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7441300" y="308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7443716" y="323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7471853" y="3345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7492712" y="3200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7466750" y="3231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7461537" y="3193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7448748" y="3706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7472436" y="3116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7396051" y="4155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7428859" y="333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7451328" y="3366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7474066" y="3193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7454386" y="3357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7449569" y="2929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7497073" y="2556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7423835" y="3287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7447948" y="3261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7448799" y="3778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7295891" y="4769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7102719" y="45241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7420334" y="3787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7403064" y="3245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7506496" y="3063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7482353" y="3199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7461143" y="3388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7466357" y="3293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7370012" y="3650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7430279" y="3241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7425358" y="3289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7456963" y="3948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7495260" y="3053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7209070" y="4345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7507793" y="3118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7456619" y="3307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7420548" y="3552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7485831" y="3286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7460031" y="3434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7429711" y="3360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7442188" y="3215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7443832" y="3049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7441893" y="3644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7523517" y="3258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7529998" y="303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7397236" y="4086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7327772" y="4229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7401988" y="3663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7456179" y="3235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7415353" y="3337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7441812" y="3671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7439827" y="3425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7392601" y="3547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7422411" y="3611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7457152" y="3233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7444372" y="326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7444735" y="3191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7422871" y="3268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7413655" y="3168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7455563" y="3293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7473184" y="3256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7462526" y="3311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7373437" y="3347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7440300" y="314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7459720" y="3297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7448068" y="3226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7457875" y="3257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7434300" y="3234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7466811" y="3214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7448726" y="337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7006799" y="3248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7422829" y="3490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7450320" y="3205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7639093" y="30786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7501708" y="3063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7470677" y="3272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7407045" y="3492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7532076" y="3246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7390369" y="3249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7444861" y="3241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7447193" y="3382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7449289" y="3449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7407056" y="3406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7696535" y="29872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7457100" y="3361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7501946" y="3249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7483900" y="3093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7482881" y="3238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7426962" y="3307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7435719" y="3036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7423006" y="3237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7427702" y="3409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7423717" y="3281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7436331" y="3264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7419897" y="3636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7447306" y="3226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7446126" y="3445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7456844" y="3456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7455180" y="3172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7386444" y="3284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7381018" y="3885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7338318" y="4057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7408490" y="335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7438518" y="3279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7442829" y="3231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7401432" y="3301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7512576" y="3050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7462087" y="3575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7459439" y="312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7451779" y="3358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7433820" y="3274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7428434" y="327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7462281" y="3247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7471004" y="3216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7403340" y="3281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7457688" y="3287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7431408" y="315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7470991" y="3294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7427730" y="3750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7397457" y="5347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7451648" y="3327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7471158" y="3396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6751246" y="3196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7447966" y="3362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7421860" y="372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7437055" y="3879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7430647" y="3198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7431226" y="3334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7443792" y="3345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7479942" y="3179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7284428" y="35695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7450362" y="2814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7376347" y="3287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6766420" y="36345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7447152" y="3334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7511504" y="3079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7431370" y="337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7379083" y="3338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7456254" y="3306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7429981" y="3790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7462457" y="3276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7435802" y="335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7430524" y="3722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7445680" y="3500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7419839" y="3795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7447906" y="329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7450168" y="324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7420822" y="3653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7443150" y="3213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7441579" y="3344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7424170" y="3272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7399618" y="3201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7473514" y="3248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7417061" y="252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7501389" y="3228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7482389" y="3130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7428817" y="3231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7511096" y="3178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7440385" y="3502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7440354" y="3615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7460337" y="3222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7448550" y="347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7421321" y="3334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7425279" y="3319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7497441" y="3243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7445310" y="3282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7416182" y="3352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7436671" y="3246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7438683" y="3228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7419988" y="3257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7439065" y="3254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7435044" y="3434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7463109" y="3417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7464778" y="3368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7407873" y="3312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7422577" y="3333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7464347" y="325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7449788" y="3256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7414664" y="3477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7366719" y="3959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7446546" y="323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7483941" y="327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7422457" y="3326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7484309" y="3285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7436193" y="3377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7452854" y="3381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7449751" y="323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7479517" y="3118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7437897" y="3619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7485614" y="3245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7398008" y="3564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7438737" y="3327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7436055" y="3716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7469414" y="3282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7427032" y="3333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7477208" y="3315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7700986" y="27056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7438949" y="3007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8986012" y="306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7467849" y="3146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7504363" y="2968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7435868" y="3480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7465359" y="3226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7484785" y="3210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7491444" y="3126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7429619" y="3336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7468632" y="3367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7451570" y="3504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7595559" y="309669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7454257" y="2864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7560860" y="30992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7475324" y="3179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7409814" y="3580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7440826" y="3210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7484715" y="3230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7448905" y="3332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7466331" y="3205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7461807" y="3265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7464928" y="3290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7480651" y="3297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7435729" y="329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7422647" y="3563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7390423" y="3586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7440450" y="3297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7442843" y="361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7457516" y="334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7449133" y="3425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7467024" y="3343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7475105" y="3201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7467725" y="3287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7425928" y="3335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7467540" y="3063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7518143" y="2953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7437321" y="349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7440355" y="3346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6517666" y="34674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7453599" y="3296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7469344" y="3302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7486841" y="3261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7473535" y="327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7488197" y="3261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7429246" y="3675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7449776" y="3391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7342635" y="3354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7468133" y="3367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7418273" y="3507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7330191" y="3572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7418951" y="3321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7405752" y="334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7438058" y="3238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7197780" y="35331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7437509" y="3303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7486024" y="3202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7494364" y="3198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7468649" y="3238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7469372" y="2979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7481168" y="3123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7454131" y="3232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7458718" y="3346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7467965" y="325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7383664" y="2447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7448649" y="3300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7452560" y="335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7406356" y="3253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7502168" y="307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7454351" y="3594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7375830" y="3662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7445879" y="3278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7463074" y="3287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7305352" y="3862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7416480" y="3615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7468696" y="3253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7864597" y="310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7327623" y="454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7684386" y="269157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7490665" y="293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7511250" y="3127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7422430" y="3306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7472709" y="3312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7467716" y="2914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7436731" y="3570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7481869" y="2943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7416096" y="3553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7410996" y="3244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7431613" y="3686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7442145" y="326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7454155" y="3248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7403828" y="3539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7455139" y="2981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7428424" y="3433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7452602" y="3329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7441833" y="3353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7469161" y="3348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7428129" y="3360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7432363" y="3694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7427764" y="3566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7466415" y="291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7422698" y="3270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7470903" y="3358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7432738" y="3441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7485972" y="3298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7482462" y="3263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7452226" y="3467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7447052" y="3142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7396197" y="3654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7343730" y="3480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7438675" y="3334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7426149" y="3618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7431056" y="366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7456727" y="3352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7461456" y="3391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7492407" y="3232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7421519" y="3343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7508777" y="3056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7463216" y="3227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7410277" y="3493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7259405" y="37235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7450641" y="3326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7495419" y="318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7157973" y="47678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7458000" y="33029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7449838" y="3222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7469663" y="3310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7409000" y="3662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7443229" y="3393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7387935" y="3404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7497443" y="323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7455278" y="331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7432069" y="3375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7448510" y="3434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7375103" y="3337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7502883" y="3225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7444960" y="3174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7424743" y="3408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7436779" y="3273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7445108" y="3352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7445890" y="3369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7430680" y="3322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7480213" y="3217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7460838" y="330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7463005" y="3291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7460078" y="3277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7466233" y="3239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7425061" y="329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7470131" y="3410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7588054" y="293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7469913" y="3346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7462007" y="3270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7407340" y="3568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7439609" y="331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7440263" y="3373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7473417" y="3110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7436923" y="3343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7445413" y="3300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7474177" y="3240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7422810" y="3839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7363482" y="3270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7274046" y="35890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7456693" y="3285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7386990" y="3319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7433899" y="3736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7417332" y="3348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7419672" y="3640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7458419" y="3264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7450445" y="3276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7453840" y="3357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7409254" y="4221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7479401" y="3138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7458330" y="3315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7427527" y="2795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7459059" y="3245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7448243" y="3255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7441092" y="354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7550343" y="2986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7432781" y="3330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7443871" y="3336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7489878" y="3045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7072449" y="343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7454387" y="331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7411867" y="3931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7444874" y="3544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7428579" y="3533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7437878" y="3419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7423673" y="324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7447722" y="328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7445332" y="3221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7473232" y="3195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7388817" y="3588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7432522" y="3401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7453238" y="3432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7410073" y="3326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7465911" y="3248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7467607" y="3140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7468718" y="3431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7432279" y="3390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7103554" y="3249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6226985" y="34745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7435011" y="3797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7409680" y="359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7440268" y="3333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7075580" y="36469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7441470" y="3337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7513850" y="3165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7446070" y="3305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7424445" y="2911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7459362" y="1988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7432071" y="3237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7438383" y="3294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7434755" y="3290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7460604" y="3289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7484718" y="3182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7468834" y="3216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7454320" y="3380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7455086" y="308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7402300" y="3316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7420535" y="3092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7501073" y="3056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7440639" y="3378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7369044" y="338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7494005" y="2984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7483854" y="316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7392402" y="3510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7487327" y="3107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7442022" y="3334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7454971" y="32055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7420850" y="3583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7511968" y="309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7414493" y="364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7481028" y="3176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7458304" y="3279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7419764" y="3342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7430736" y="3651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5582601" y="3330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7441338" y="3294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7384749" y="3279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7459800" y="335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7447624" y="3218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7418633" y="3940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7470482" y="3317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7558649" y="301036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7469297" y="3270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7431161" y="3608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7469158" y="3315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7449523" y="3281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7456818" y="3355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7425999" y="333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7418336" y="3262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7423133" y="3320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7438619" y="3159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7386016" y="3237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7468918" y="3238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7414348" y="311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7411711" y="3626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7331463" y="3376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7464806" y="3336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7487960" y="3236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7572325" y="286332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7374460" y="4397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7477412" y="3477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7417759" y="3285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7475798" y="3443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7467316" y="3121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7447107" y="3611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7422959" y="322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7423224" y="3299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7436176" y="3213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7446446" y="3336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7421149" y="3699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7475442" y="3227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7451770" y="3244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7424463" y="3731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7470370" y="3202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7117455" y="37242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7463390" y="334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7466252" y="3314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7341539" y="3708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7427205" y="3361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7569706" y="3268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7476538" y="3292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7457880" y="3285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7460561" y="3367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7455196" y="3404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7489350" y="3180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7451906" y="3353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7457820" y="3375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7515960" y="3149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7449450" y="3319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7487382" y="3287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7425360" y="3350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7518923" y="3298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7376798" y="3621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7456627" y="3404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7451631" y="3302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7436712" y="3397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7458815" y="335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7418933" y="3207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7534511" y="2861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7423989" y="3324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7450277" y="3334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7494177" y="3180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7464317" y="3177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7461788" y="3265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7459060" y="311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7460446" y="3164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7452174" y="323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7464126" y="3294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7473483" y="3267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7457798" y="3317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7446505" y="3158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7433830" y="332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7453865" y="3306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7440733" y="3377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7438884" y="3274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7436879" y="3487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7479777" y="3164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7487006" y="3245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7433358" y="3307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7480385" y="3157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7462240" y="3334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7509751" y="3142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7421981" y="3297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7393506" y="3589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7483447" y="3112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7452908" y="3355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7475534" y="3329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7495771" y="317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7467503" y="330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7434472" y="3421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7466648" y="3353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7448461" y="3288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7447605" y="3235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7443092" y="3294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7454914" y="331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7503358" y="3099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7422975" y="4116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7445102" y="3327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7437548" y="3157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7462438" y="3322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7474903" y="3312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7457757" y="3317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7465642" y="3326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7436679" y="326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7444652" y="3292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7503978" y="2984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7433535" y="3395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7452172" y="3258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7477787" y="3205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7463023" y="3492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7476454" y="3167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7451578" y="3236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7458119" y="3344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7455787" y="3465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7422917" y="3133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7454128" y="3182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7435827" y="3649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7512345" y="3192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7454282" y="3324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7418744" y="3380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7421472" y="3585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7420458" y="3149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7475083" y="3233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7464291" y="366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7435329" y="339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7435218" y="3195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7678440" y="31152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7444507" y="3093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7438775" y="3346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7406902" y="342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7441956" y="3890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7415598" y="3365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7453557" y="3365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7407709" y="3258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7457137" y="342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7429838" y="3321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7407258" y="3812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7454582" y="3231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7471204" y="325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7472955" y="2877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7495410" y="3511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7450881" y="3214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7439796" y="3220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7453087" y="3293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7493811" y="3101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7456829" y="3463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7465257" y="3268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7475945" y="3197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7454186" y="325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7549188" y="3089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7429863" y="3366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7346352" y="3174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7423274" y="3778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7405460" y="3700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7412229" y="3376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7456172" y="3338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7454867" y="3256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7483346" y="330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7346500" y="4024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7394513" y="3844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7405561" y="3602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7467084" y="3314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7461883" y="3245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7449719" y="3322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7473542" y="3233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7436199" y="3228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7407480" y="371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7445004" y="3318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7404751" y="3412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7442634" y="3061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7457095" y="2965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7435290" y="3282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7444760" y="3336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7418761" y="3232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7458436" y="3370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7439507" y="3763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7465894" y="3073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7444288" y="3197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7524850" y="3239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7442427" y="316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7441516" y="3396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7345235" y="3137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7475153" y="3177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7420813" y="3370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7401035" y="3531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7458323" y="3168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7458025" y="3097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7490146" y="3171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7453962" y="3211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7463238" y="3237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7486787" y="3232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7462462" y="3457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7462431" y="3289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7499688" y="2962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7464380" y="331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7481142" y="327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7450341" y="372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7480363" y="3321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7419951" y="3506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7447733" y="337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7480275" y="3175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7501509" y="316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7453131" y="3341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7654193" y="3074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7447760" y="3318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7431098" y="3248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7453136" y="2879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7439241" y="3261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7454511" y="3281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7153529" y="353876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7468137" y="3867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7437651" y="3306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7451418" y="3474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7454547" y="3263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7450658" y="3216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7425438" y="3233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7441910" y="3222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7457741" y="3317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7463507" y="3383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7408613" y="3294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7432986" y="3412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7474657" y="3211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7424729" y="3302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7501062" y="3235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7423056" y="3722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7446720" y="3301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7403704" y="3353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7465552" y="3277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7446793" y="3224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7454167" y="326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7455869" y="3225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7488692" y="3027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7455156" y="3264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7186681" y="3290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7436180" y="3201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7455029" y="3140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7427600" y="3196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7459623" y="3641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7428760" y="3157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7412629" y="3464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7480363" y="3388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7467468" y="3276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7434346" y="3260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7440930" y="339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7450587" y="327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7424527" y="3513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7477855" y="328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7440998" y="3331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7434074" y="3267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7352248" y="2964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7432670" y="3560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7451158" y="3443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7482111" y="3268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7434331" y="3514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7420746" y="3261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7545309" y="3223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7453127" y="3301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7460546" y="333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7450730" y="3302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7435995" y="3249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7429533" y="3665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7324968" y="3660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7461216" y="3392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7486783" y="3307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7461788" y="3247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7436827" y="3876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7460193" y="3100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7462331" y="2892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7513109" y="3114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7453241" y="3305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7457707" y="3077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7474609" y="3257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7456282" y="3357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7416166" y="3094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7433729" y="3309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7389975" y="3438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7443033" y="3272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7431694" y="3300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7410864" y="3629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7443455" y="321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7452435" y="3267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7456470" y="3180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7492875" y="317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7460024" y="325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7447601" y="3337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7469853" y="3264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7464423" y="3226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7516142" y="3135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7424708" y="3132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7462796" y="3332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7438353" y="3469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7459798" y="3295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7429900" y="3366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7469791" y="3502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7441266" y="3170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7456134" y="3273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7418199" y="3218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7491891" y="3210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7447871" y="3385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7358756" y="3309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7455466" y="3174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7581569" y="30280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7454786" y="3369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7475349" y="3295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7370527" y="3273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7401886" y="5325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7536459" y="315170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7430569" y="3818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7429197" y="3625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7426271" y="338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7460317" y="2994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7459295" y="3307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7474206" y="322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7439484" y="3238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7538503" y="2967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7509250" y="3230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7444176" y="3512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7221718" y="35561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7430640" y="3755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7453862" y="3266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7455095" y="3096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7453810" y="3160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7484071" y="3253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7459948" y="3162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7730881" y="28656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7421942" y="3722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7314409" y="3780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7481884" y="3145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7463244" y="3324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7468466" y="3612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7468669" y="3264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7401051" y="3561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7523159" y="31781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7484361" y="3293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7411828" y="3449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7411442" y="3931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7440752" y="3315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7335206" y="3009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7440191" y="343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7465474" y="3244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7431354" y="3369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7457937" y="3373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7459837" y="3191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7451622" y="3266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7437561" y="3277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7417742" y="3659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7453791" y="3121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7441538" y="3275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7443091" y="3431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7353273" y="360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7481218" y="3239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7427700" y="3454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7445953" y="297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7265454" y="3289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7440092" y="3294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7455437" y="3322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7465423" y="3250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7433966" y="3598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7408483" y="3608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7454113" y="3368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7321039" y="3334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7415950" y="3649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7454843" y="3263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7456656" y="3250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7444347" y="3349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7454044" y="3355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7436305" y="3322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7380649" y="3457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7519469" y="3028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7429751" y="3286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7456696" y="3323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7423005" y="3149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7404880" y="3250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7680270" y="3347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7441652" y="3300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7446919" y="3316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7453926" y="2917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7464124" y="3336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7407561" y="3284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7516721" y="3195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7465855" y="3177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7443911" y="3349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7448742" y="322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7382137" y="3179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7395384" y="3373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7484067" y="3224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7435126" y="3597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7218520" y="3204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7510140" y="3218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7431404" y="3362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7465021" y="3236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7456391" y="3131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7505864" y="311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7513963" y="3181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7453541" y="3325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7462965" y="3293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7443419" y="3439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7456621" y="3203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7467037" y="3304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7422852" y="3418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7424887" y="3307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7411104" y="3387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7447798" y="3261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7426381" y="3338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7449072" y="326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7501903" y="3118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7415849" y="331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7442347" y="3316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7479078" y="3116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7467257" y="332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7455117" y="2903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7643166" y="279589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7437109" y="3374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7449979" y="3283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7461451" y="3311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7478742" y="313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7527422" y="3073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7540591" y="31624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7444176" y="3356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7439681" y="3212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7461676" y="3172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7438686" y="3330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7436570" y="357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7380814" y="3759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7463736" y="3259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7453648" y="336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7450314" y="3307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7461847" y="325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7400255" y="3572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7459654" y="3197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7457182" y="330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7453899" y="3317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7440724" y="342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7399087" y="3750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7436406" y="3568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7391615" y="3519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7453376" y="3353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7422448" y="360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7494090" y="3192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7451527" y="318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7444216" y="3241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7465661" y="3262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7415231" y="338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7423099" y="3514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7428366" y="3392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7429543" y="3286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7494743" y="315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7441747" y="3092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7446130" y="3165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7428657" y="3737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7436928" y="3263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7443727" y="3487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7391166" y="379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7460708" y="3131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7443053" y="3448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6211663" y="380883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7471088" y="329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7466059" y="3409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7420431" y="3243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7401236" y="3256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7461531" y="3262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7439474" y="3380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7432646" y="3270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7452303" y="3315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7452702" y="3257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7364246" y="3402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7433129" y="3351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7296145" y="3675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7363418" y="4005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7489281" y="3067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7448478" y="3347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7477908" y="3297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7442959" y="3701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7494228" y="3093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7466298" y="3168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7474081" y="3287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7459704" y="3249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7469389" y="3239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7453833" y="3234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7394534" y="3334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7457059" y="3267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7445560" y="3232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7452630" y="3120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7447523" y="3362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7464237" y="3231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7481722" y="3074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7474130" y="323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7439334" y="3409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7455136" y="3335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7451770" y="3134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7422796" y="3200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7453671" y="3286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7479678" y="3180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7432158" y="3325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7463801" y="3265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7459588" y="342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7505818" y="3302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7468086" y="3382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7454902" y="3252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7487711" y="3131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7444941" y="3330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7432800" y="3213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7452231" y="3262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7423945" y="320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7450504" y="3208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7450767" y="3246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7440376" y="330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7460937" y="3198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7453984" y="3287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7479066" y="3247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7441900" y="32217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7434846" y="3294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7465300" y="3318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7403786" y="3138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7420134" y="3321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7450622" y="334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7337299" y="3067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7367940" y="340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7493437" y="3113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7478928" y="3167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7461292" y="2996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7496480" y="3220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7433833" y="3313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7469221" y="3226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7428310" y="333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7446406" y="319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7358403" y="3496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7468825" y="327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7450293" y="3342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7503140" y="3009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7514367" y="3252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7451446" y="3571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7419536" y="3528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7462094" y="2825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7440158" y="342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7447849" y="3394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7455568" y="334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7474738" y="3281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7546354" y="3161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7529922" y="3245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7451524" y="3223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7405317" y="3495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7421159" y="349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7439031" y="3383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7454632" y="303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7422798" y="3303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7437656" y="3277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7436718" y="324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7454142" y="3418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7466053" y="3250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7410792" y="3341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7448587" y="3239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7488753" y="3155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7448462" y="3464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7446225" y="3362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7456173" y="3531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7411364" y="3407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7425587" y="3597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7444520" y="3315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7428937" y="3271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7423008" y="3309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7430868" y="3460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7439473" y="3227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7437112" y="319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7430453" y="3604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7430123" y="3336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7445745" y="3069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7403481" y="3873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7470924" y="3272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7420093" y="3296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7415580" y="3309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7437726" y="3554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7449033" y="2982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7479550" y="3304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7429399" y="3285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7598199" y="304689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7454423" y="320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7454696" y="3314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7426213" y="3325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7514595" y="2995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7423433" y="3393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7451509" y="3377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7452705" y="3404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7250565" y="3489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7436046" y="3381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7433366" y="3249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7432589" y="3621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7474723" y="3286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7434217" y="3272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7478022" y="3198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7474220" y="3172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7451029" y="3354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7441790" y="3241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7516019" y="3136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7459231" y="3315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7351921" y="3673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7461177" y="32195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7441067" y="3807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7478126" y="3004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7480010" y="3095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7469243" y="325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7523027" y="3016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7488555" y="2906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6562403" y="3269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7427388" y="3317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7398706" y="3372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7461704" y="3224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7481645" y="3311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7502402" y="3235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7441948" y="3251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7415681" y="3834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7441100" y="3329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7354103" y="3304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7422239" y="3300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7370705" y="3722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7487168" y="3192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7444228" y="3200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7450724" y="3267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7438564" y="335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7483652" y="3077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7461798" y="3162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7439180" y="332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7475295" y="3320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7455284" y="3122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7425471" y="3339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7443911" y="3512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7421437" y="342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7413938" y="3255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7455082" y="324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7447751" y="3425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7455974" y="3160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7426319" y="3325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7426163" y="3253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7440905" y="3229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7421394" y="331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7436636" y="3279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7456890" y="331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7469166" y="3295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7449471" y="3302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7448239" y="3328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7428776" y="3493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7415082" y="3657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7344303" y="3612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7453654" y="3389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7453417" y="3446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7410774" y="3470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7436167" y="3070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7502414" y="3286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7423267" y="3589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7423785" y="3323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7360738" y="4094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7427477" y="3264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7476805" y="3280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7483695" y="328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7413273" y="3227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7439207" y="3327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7476652" y="3329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7443717" y="3181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7439609" y="3216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7326754" y="3249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7450943" y="3218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7434481" y="3208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7446237" y="329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7424834" y="317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7431891" y="3380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7478704" y="3147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7484561" y="3135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7465952" y="3304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7355823" y="3553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7460050" y="3305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7457468" y="3312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7485775" y="307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7392169" y="3208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7430210" y="3359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7449114" y="3234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7454778" y="3411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7452519" y="3412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7490891" y="327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7456453" y="3307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7435543" y="3040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7426989" y="3540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7430240" y="3258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7418211" y="3339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7508865" y="3134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7490692" y="3144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7446209" y="3640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7423300" y="3136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7450351" y="3154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7455534" y="3116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7483700" y="3279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7424368" y="348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7448495" y="355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7404851" y="3319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7418671" y="3139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7477968" y="323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7412385" y="352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7454221" y="3301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7444680" y="3328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7474863" y="3170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7461807" y="3169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7450885" y="329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7455185" y="3067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7453038" y="3337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7443688" y="3274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7090945" y="36673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6658890" y="409157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7454890" y="3441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7463014" y="3354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7374684" y="4396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7297949" y="3030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7477780" y="3202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7439596" y="3247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7476171" y="3277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7436009" y="3256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7393404" y="366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7433921" y="3202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7427739" y="3245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7403625" y="3794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7422895" y="3309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7444838" y="3278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7431179" y="3320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7022572" y="41493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7443354" y="3323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7468622" y="3171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7467629" y="3184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7332012" y="3524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7446786" y="3019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7437065" y="3288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7466080" y="3136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7464309" y="3197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7451883" y="3321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7467406" y="3173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7431267" y="3231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7432172" y="3329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7419199" y="3311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7444815" y="3302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7457258" y="328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7332032" y="34767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7507319" y="2975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7501004" y="3050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7358553" y="3297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7469867" y="3210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7412991" y="3322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7457058" y="3279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7437802" y="3232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7438187" y="3276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7532229" y="3145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7465541" y="3260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7435181" y="3400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7437259" y="3286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7510966" y="330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7479545" y="3237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7453085" y="3307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7363126" y="3504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7454419" y="3083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7443463" y="3247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7408549" y="3596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7344195" y="4416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7367945" y="3370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7449751" y="316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7516056" y="3284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7484360" y="2990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7428577" y="3290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7455723" y="3226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7440015" y="4025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7456433" y="3164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7490608" y="3128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7426834" y="3168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7479512" y="3186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7502174" y="3081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7412227" y="326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7426182" y="3416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7468804" y="3257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7450804" y="3329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7466561" y="3318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7465324" y="3236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7446903" y="3278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7416170" y="3371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7459423" y="3228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7448345" y="2952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7462467" y="3266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7458821" y="3197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7468607" y="3263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7474908" y="3280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7346014" y="3569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7397590" y="342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7064306" y="3298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7466660" y="3209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7481168" y="3205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7408722" y="3289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7419507" y="332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7429154" y="332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7419229" y="3394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7450243" y="3409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7434747" y="4527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7495434" y="3173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7463583" y="3225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7445297" y="344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7474378" y="3187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7500618" y="3290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7446309" y="3139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7433250" y="3224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7452504" y="3290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7474923" y="3146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7453744" y="3204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7465655" y="3256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7551328" y="3258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7456614" y="3175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7464156" y="3162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7539426" y="3204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7463854" y="3327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7443905" y="3325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7445154" y="3336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7490103" y="3090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7492706" y="3190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7426351" y="3653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7456490" y="3342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7531609" y="3223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7414383" y="3630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7428299" y="3412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7488631" y="3170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7505854" y="291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7445316" y="3164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7405595" y="3313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7485048" y="3235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7472585" y="3139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7488226" y="3148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7453739" y="3194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7489193" y="3284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7494077" y="3157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7480893" y="3286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7438476" y="353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7412501" y="3266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7447572" y="3007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7439253" y="3551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7403204" y="3371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7268517" y="34695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7444141" y="329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7493679" y="3289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7518195" y="3099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7441041" y="3358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7460594" y="3188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7299908" y="35594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7443110" y="3247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7440332" y="3634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7452632" y="3074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7477163" y="339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7422633" y="3203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7462182" y="3105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7452181" y="311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7454974" y="3198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7435681" y="3163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7503106" y="3248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7464145" y="328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7454321" y="327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7471857" y="3302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7426812" y="3662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7458442" y="323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7462457" y="3176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7404715" y="3227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7460100" y="3302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7451435" y="3279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7373163" y="3509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7450553" y="320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7457506" y="328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7436343" y="3199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6943842" y="35516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7452234" y="3246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7458513" y="327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7409468" y="3591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7471367" y="3319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7412529" y="3269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7425585" y="3119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7440555" y="3352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7468193" y="3475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7470226" y="3285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7446021" y="3352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7451971" y="330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7438991" y="3302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7436257" y="3790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7345534" y="4100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7424718" y="3340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7445054" y="3462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7504191" y="3087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7429057" y="3424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7450451" y="3309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7419172" y="3579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7452361" y="328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7451942" y="3229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7391651" y="3263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7467467" y="331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7440544" y="3217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7454585" y="3284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7428234" y="3355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7453436" y="3215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7460956" y="3475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7429813" y="3289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7449949" y="3254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7451638" y="3122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7434002" y="3196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7463579" y="3231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7526666" y="3234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7400576" y="3278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7485981" y="3310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7440629" y="3241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7456148" y="3251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7461986" y="3314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7551692" y="3127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7440631" y="3251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7459336" y="339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7452101" y="3082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7473798" y="2993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7444210" y="3161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7435825" y="3257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7427231" y="373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7504399" y="3263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7430328" y="3189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7430343" y="3613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7464577" y="324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7479772" y="3050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7485984" y="3261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7528105" y="3134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7446225" y="3275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7451789" y="3346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7458822" y="3243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8003249" y="28863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7467861" y="3222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7448426" y="3271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7426173" y="3331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7433191" y="3509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7437230" y="3256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7429239" y="3331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7289428" y="366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7515333" y="3075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7429724" y="3349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7525569" y="3180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7428153" y="3386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7402394" y="3119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7479709" y="3287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7443384" y="3129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7465843" y="3327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7484015" y="3299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7462881" y="317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7458609" y="3306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7476689" y="3197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7417842" y="3188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7465475" y="335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7462680" y="3177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7458225" y="3353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7445046" y="3121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7441909" y="3284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7467774" y="3234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7455601" y="3203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7440065" y="3146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7451150" y="3241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6828660" y="47940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7487976" y="3467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7276732" y="413400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7459003" y="3255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7473185" y="3196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7474977" y="326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7507519" y="3139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7443449" y="333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7475627" y="3296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7457521" y="321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7463064" y="3301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7419673" y="3574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7435830" y="3235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7516478" y="3282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7534305" y="3171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7436237" y="3259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7448687" y="3494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7480123" y="3186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7425560" y="3259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7449424" y="2960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7632664" y="302641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7394408" y="3547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7434965" y="320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7457239" y="3299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7488655" y="3154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7450421" y="298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7413212" y="3301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7427050" y="3463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7410652" y="3307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7480903" y="3228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7492743" y="3249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7485426" y="3092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7494307" y="3287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7379158" y="346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7470426" y="3186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7483757" y="3276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7402874" y="3307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7452265" y="3334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6973177" y="381769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7450085" y="3291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7437121" y="3255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7446287" y="347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7491728" y="3166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7444863" y="3203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7476692" y="3127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7351065" y="3246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7486235" y="3187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7464651" y="3220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7453912" y="3292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7464489" y="3330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7453210" y="3309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7621358" y="3217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7446603" y="3249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7463599" y="3337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7457608" y="361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7457925" y="3368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7483026" y="3270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7393051" y="3419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7466634" y="3206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7422963" y="3296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7453692" y="3182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7457006" y="3159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6435928" y="34535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7447460" y="3105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7451364" y="3134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7488956" y="3218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7489027" y="3221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7454330" y="3320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7410143" y="3432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7411945" y="3169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7473242" y="318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7518054" y="3022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7418339" y="3185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7377680" y="315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7433921" y="3226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7458282" y="3165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7450637" y="3198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7442167" y="3333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7470203" y="3143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7431506" y="3413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7444371" y="3517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7455679" y="325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7490324" y="3232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7576824" y="3223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7440989" y="3314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7461560" y="3194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7264411" y="36497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7436847" y="3280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7360666" y="3522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7518234" y="3111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7491507" y="3061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7479551" y="331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7448121" y="3221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7430062" y="3173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7448567" y="3329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7404430" y="345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7426912" y="3321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7441628" y="3244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7461010" y="3065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7464602" y="3290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7514340" y="3148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7344038" y="4095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7439248" y="3196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7496923" y="3166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7470855" y="3390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7451305" y="3289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7450999" y="3461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7396721" y="3246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7490663" y="3050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7494474" y="3111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7458105" y="3186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7450103" y="3161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7431558" y="3482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7378641" y="3337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7382412" y="3302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7423787" y="3325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7456855" y="312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7474624" y="3250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7374170" y="3215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7447116" y="2771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7457235" y="3140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7460850" y="3215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7438275" y="3261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7392710" y="3442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7440635" y="317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7451090" y="3276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7484476" y="3181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7475334" y="3208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7419878" y="3262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7336044" y="3205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7445340" y="3136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7439033" y="3179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7448776" y="3262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7395113" y="3283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7442110" y="3780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7473559" y="3223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7466925" y="3078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7449794" y="3314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7480322" y="3266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7417433" y="3260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7454436" y="3121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7431822" y="3347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7432128" y="3232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7491979" y="315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7444793" y="3163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7478849" y="3139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7426984" y="342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7414218" y="3230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7452695" y="310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7494442" y="311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7450912" y="3255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7448821" y="319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7406611" y="3295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7461868" y="3070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7498492" y="3252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7458082" y="3254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7424178" y="3644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7475148" y="3033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7425421" y="3442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7443395" y="3448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7426234" y="3429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7501194" y="3202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7426475" y="317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7422250" y="3241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7463064" y="3049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7445591" y="3254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7363840" y="349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7473548" y="3204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7500664" y="2988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7094643" y="41827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7463162" y="3204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7436384" y="3200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7417290" y="3307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7418601" y="3440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7434964" y="3444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7515561" y="3193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7415949" y="3364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7465170" y="3238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7413372" y="3277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7389801" y="3489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7420197" y="3391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7432005" y="3112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7467496" y="3186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7445026" y="3291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7463777" y="3242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7406980" y="353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7436285" y="3276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7995452" y="29171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7441275" y="3276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7476670" y="3267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7466369" y="3324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7451359" y="3316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7429121" y="3324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7474468" y="3194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7451146" y="3081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7633880" y="29125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7452619" y="336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7413532" y="3243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7459008" y="3126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7462098" y="3150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7445743" y="338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7437748" y="3362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7504202" y="3137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7472505" y="3123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7394360" y="3355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7460776" y="320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7443344" y="3031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7466870" y="331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7437797" y="3428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7529672" y="329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7481386" y="3079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7411339" y="3334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7470487" y="3322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7435728" y="3344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7410698" y="3798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7422557" y="3270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7360964" y="3411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7434939" y="3384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7544732" y="2921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7488370" y="3168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7483328" y="3239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7443217" y="3340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7450473" y="3293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7443129" y="353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7458292" y="3220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7562555" y="3152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7464700" y="3216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7426738" y="3411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7445982" y="3245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7414486" y="321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7497990" y="3213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7438697" y="3304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7447944" y="3266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7493373" y="3263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7440933" y="3600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7329646" y="334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7441433" y="3287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7480069" y="3225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7350173" y="3422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7438969" y="3307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7457039" y="3115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7449857" y="3428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7404633" y="3448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7438211" y="3581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7474232" y="3160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7419152" y="3702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7481808" y="317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7438562" y="3167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7427325" y="3364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7481869" y="3333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7452760" y="3346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7449400" y="3226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7454899" y="3308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7457904" y="3226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7456065" y="3246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7465442" y="3292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7452912" y="3649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7419184" y="346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7455293" y="3332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7456700" y="3377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7433902" y="3096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7410583" y="3372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6821741" y="42093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7448101" y="3415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7459854" y="3183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7453649" y="3417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7458692" y="3269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7474998" y="3145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7438545" y="3210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7484626" y="321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7478472" y="3054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7453466" y="3168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7473858" y="3265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7483918" y="3250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6649702" y="3256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7473624" y="3172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7451761" y="3318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7387698" y="3625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7366794" y="5041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7437186" y="3447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7403614" y="3454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7455486" y="3211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7424628" y="3327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7421341" y="3196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7447680" y="327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7476764" y="312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7447990" y="322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7427133" y="3273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7434576" y="3219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7481531" y="314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7471411" y="3363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7452355" y="3271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7480913" y="3078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7451013" y="332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7420556" y="3346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7436971" y="3271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7440194" y="3335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7446760" y="3297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7422717" y="3521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7444457" y="3301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7448697" y="3281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7422427" y="3188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6884753" y="3285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7450152" y="3314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7458557" y="3370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7399073" y="3301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7409577" y="3268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7441688" y="3190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7443034" y="3190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7465629" y="3138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7416128" y="3168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7469430" y="3192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7413303" y="3430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7485475" y="3155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7426734" y="3336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7461705" y="3281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7405233" y="354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7455022" y="3267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7451940" y="3233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7441050" y="3348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7460367" y="3341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7473619" y="3269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7425493" y="3367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7411502" y="3257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7398356" y="3258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7414254" y="3722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7442551" y="377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7477242" y="3317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7443020" y="3579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7435995" y="3612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7388576" y="3268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7432025" y="3254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7423934" y="3297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7463604" y="3254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7426723" y="3204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7450560" y="3334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7469539" y="3133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7316831" y="327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7475587" y="2942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7470475" y="3149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7498785" y="3106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7486925" y="3276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7468062" y="3238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7451110" y="3574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7434900" y="3208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7457781" y="3271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7450114" y="3258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7476651" y="3421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7448540" y="3274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7420674" y="3245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7447395" y="3240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7409969" y="347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7415296" y="3171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7458214" y="3212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7397436" y="3318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7393730" y="3316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7468295" y="3176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7428784" y="3486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7474394" y="3322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7396890" y="343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7473821" y="3111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7454429" y="3260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7465221" y="3305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7421725" y="3374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7456847" y="3197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7399199" y="3565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7449432" y="3354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7413285" y="3313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7463953" y="3158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7452856" y="3219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7466072" y="3216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7481361" y="3197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7464578" y="3345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7485239" y="3180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7455848" y="3108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7451841" y="3220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7533865" y="3221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7465919" y="3424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7479249" y="3190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7465145" y="328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7414897" y="3295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7472475" y="3151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7392502" y="3204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7501836" y="3112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7443789" y="3303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7437527" y="3255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7461238" y="317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7463910" y="3261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7388392" y="3780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7508046" y="3258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7459826" y="359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7437289" y="347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7439189" y="3298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7448680" y="335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7473818" y="3107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7401739" y="3233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7419877" y="3502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7456757" y="3280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7499046" y="3010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7397641" y="3489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7425962" y="3319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7365004" y="3454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7379934" y="3275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7466333" y="3161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7503081" y="3231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7424633" y="344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7451736" y="322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7443994" y="316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7456326" y="330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7441544" y="329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7500033" y="3203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7470950" y="3254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7423667" y="3268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7394525" y="3313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7371698" y="3411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7493305" y="3121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7456036" y="3154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7454935" y="3273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7454328" y="3243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7462926" y="3276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7467170" y="3184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7460885" y="3237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7407014" y="341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7463755" y="3261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7445451" y="3429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7570377" y="30569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7466367" y="3093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7479757" y="3126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7411909" y="3400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7431282" y="3284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7490952" y="3229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7434901" y="3325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7366357" y="3476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7461973" y="3268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7432548" y="3328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7436514" y="313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7335152" y="3249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7413241" y="3283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7424020" y="3431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7471102" y="3250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7430630" y="336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7439152" y="3200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7427673" y="3278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7429668" y="3338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7479155" y="320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7430767" y="3589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7439345" y="3323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7457712" y="3153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7443292" y="3277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7465509" y="3235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7442250" y="3330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7466990" y="3298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7432840" y="335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7403202" y="348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7424652" y="314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7419634" y="3365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7485368" y="317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7444086" y="318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7428649" y="330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7445077" y="3151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7399602" y="340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7462063" y="327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7531269" y="288223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7455975" y="3135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7444353" y="3267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7439208" y="3326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7390282" y="3410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7438492" y="3281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7482871" y="3220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7446259" y="3301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7382833" y="3478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7483415" y="329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7454084" y="3170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7443101" y="326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7462285" y="3273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7448555" y="3196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7365950" y="3434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7457777" y="3160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7442819" y="325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7529007" y="3158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7450560" y="3259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7418606" y="324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7435566" y="3364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7461347" y="3243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7459779" y="3195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7474011" y="3199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7407760" y="3156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7428586" y="3392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7450857" y="3412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7478731" y="3180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7463661" y="3220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7442418" y="3199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7432510" y="3261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7417076" y="3299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7385009" y="3330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7343857" y="3686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7491304" y="306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7449314" y="3268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7443346" y="3248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7475792" y="3257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7450287" y="3289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7163722" y="3299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7433953" y="3303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7491759" y="3146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7442719" y="3358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7484178" y="3308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7379480" y="3339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7461936" y="3213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7423284" y="3398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7509445" y="3165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7434474" y="3219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7453328" y="3287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7438428" y="3399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7463202" y="3246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7463029" y="3233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7447195" y="3279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7434650" y="3329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7513061" y="3160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7461316" y="335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7437987" y="3312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7206996" y="3218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7444532" y="3293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7468170" y="3250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7496391" y="322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7455231" y="3387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7146394" y="307188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7507713" y="3333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7463741" y="3157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7490531" y="305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7491541" y="3158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7441920" y="3561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7413108" y="3546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7456567" y="3328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7445028" y="3272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7511861" y="2985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7416007" y="3136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7469483" y="3172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7478114" y="3301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7430320" y="326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7431903" y="3175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7445895" y="3150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7463876" y="3353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7442126" y="3289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7448473" y="3237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7427109" y="337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7472113" y="3241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7449671" y="3361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7501481" y="3233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7446618" y="3219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7479077" y="3232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7490837" y="3078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7407374" y="3331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7454823" y="3136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7464206" y="3270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7432144" y="3228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7446025" y="3304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7405912" y="3506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7524765" y="3095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7459353" y="3284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7459378" y="3340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7501146" y="31434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7221829" y="36938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7461179" y="2933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7453104" y="3207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7332463" y="3631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7449041" y="3199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7300369" y="37112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7357014" y="3364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7469683" y="3309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7456430" y="3411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7407928" y="3286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7431885" y="3222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7473868" y="3262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7435398" y="3272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7456692" y="340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7417197" y="3165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7444211" y="3254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7481264" y="3204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7489673" y="3187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7394325" y="3395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7453601" y="3238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7451610" y="3385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7464836" y="321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7398191" y="3401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7436482" y="3229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7438701" y="3772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7433065" y="3447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7376516" y="3339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7421964" y="3363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7434384" y="3199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7446414" y="3403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7483475" y="3286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7409383" y="3251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7467783" y="3168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7446274" y="320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7416404" y="320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7456987" y="3276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7463699" y="3229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7418667" y="3163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7476161" y="3207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7440733" y="3277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7443104" y="3203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7417891" y="3423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7472298" y="3437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7444739" y="3256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7485026" y="3268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7439961" y="3222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7474665" y="3170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7423684" y="3306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7418427" y="3351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7457075" y="3179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7496565" y="3369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7451321" y="3082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7412942" y="3195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7434932" y="3311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7462316" y="3198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7447089" y="3211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7477596" y="3107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7472709" y="3194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7518100" y="3079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7471437" y="3135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7413353" y="3184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7496703" y="2884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7450096" y="3287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7462817" y="3202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7415963" y="360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7439876" y="3359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7372702" y="3266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7429617" y="3316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7450973" y="3330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7449887" y="3096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7438539" y="3411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7463621" y="3240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7411717" y="3589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7449485" y="3198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7440794" y="337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7452644" y="3310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7421410" y="3454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7462873" y="3231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7404818" y="3496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7453790" y="3186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7443834" y="361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7464933" y="3148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7413845" y="329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7509801" y="2803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7470574" y="332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7438481" y="323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7428538" y="3206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7448368" y="3261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7604161" y="293595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7452142" y="3359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7450246" y="3435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7446820" y="320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7475664" y="3181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7434021" y="3249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7468278" y="3332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7540894" y="3232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7336599" y="4071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7475465" y="3296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7447446" y="3332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7473693" y="3269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7619901" y="3287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7456834" y="3272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7447491" y="3277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7473479" y="3152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7458353" y="3250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7393496" y="3326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7395566" y="3244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7467521" y="3100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7454645" y="3222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7463361" y="3202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7485076" y="3167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7428597" y="3477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7298795" y="34634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7407814" y="3401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7445384" y="3281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7459672" y="3192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7468147" y="3266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7450281" y="3185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7455768" y="3217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7448657" y="307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7468610" y="3209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7244737" y="3321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7463867" y="314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7496787" y="3228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7503664" y="3158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7564742" y="2970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7463304" y="326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7422339" y="3456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7447194" y="3266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6190160" y="3339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7458206" y="3181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7496624" y="3136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7508385" y="3174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7501902" y="3162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7459638" y="3285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7440042" y="3520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7455114" y="347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7407025" y="3410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7427543" y="318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7602452" y="30778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7411099" y="3254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7451564" y="3189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7462489" y="3289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7450945" y="3394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7465668" y="3126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7453339" y="3275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7435883" y="324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7372000" y="3978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7470083" y="3279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7472467" y="3251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7434411" y="3182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7397536" y="3673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7448248" y="3157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7413139" y="3573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7466554" y="3125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7430667" y="3110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7437077" y="3303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7473720" y="3081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7429971" y="3522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7465814" y="3118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7439354" y="3198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7466964" y="3188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7524635" y="3138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7483607" y="3198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7532112" y="3305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7595013" y="3210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7440363" y="3255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7458598" y="3367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7437401" y="3169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7448384" y="3321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7440764" y="3242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7445148" y="3200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7386639" y="3359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7539471" y="318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7451523" y="3119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7451470" y="3249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7478262" y="312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7518320" y="3245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7419102" y="3391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7485636" y="3279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7412769" y="3562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7452344" y="318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7423658" y="3762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7466320" y="3168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7451001" y="3372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7475962" y="3091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7457391" y="3523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7430085" y="3278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7435337" y="3294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7295441" y="3845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7422853" y="3523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7436099" y="3359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7398179" y="3326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7464193" y="3148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7486869" y="324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7467170" y="3380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7444985" y="3329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7382596" y="3776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7419267" y="3464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7449003" y="3158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7461895" y="3367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7512861" y="3211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7429851" y="325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7859191" y="29626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7356162" y="3215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7413188" y="3168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7436387" y="3538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7444674" y="3188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7464259" y="3269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7421299" y="3390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7369825" y="3725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7447892" y="3133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7460398" y="3340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7463163" y="3234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7484292" y="3384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7470660" y="3286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7449716" y="3447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7480861" y="3258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7469950" y="3355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7499518" y="3180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7420918" y="3313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7437884" y="3190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7440716" y="3713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7431418" y="3183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7447313" y="3368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7512959" y="3138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7439764" y="3450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7377091" y="3414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7438226" y="335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7429601" y="3369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7486544" y="3324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7462831" y="3192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7465177" y="3249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7422139" y="3165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7364335" y="3471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7677957" y="30265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7418654" y="3317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7400948" y="3517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7445625" y="3237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7383772" y="3484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7452365" y="3277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7458709" y="3243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7450537" y="319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7430925" y="333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7467826" y="3365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7490367" y="3190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7384787" y="3825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7393173" y="316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7442004" y="3233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7374278" y="3348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7453411" y="3291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7452608" y="3202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7270940" y="36443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7446128" y="3407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7465467" y="3217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7443056" y="3265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7383760" y="3621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7469181" y="3309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7473052" y="3122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7452183" y="3124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7453759" y="3187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7450651" y="3317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7444766" y="3257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7428946" y="3348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7461064" y="323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7431280" y="3447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7459264" y="3316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7459893" y="3137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7402255" y="3532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7423080" y="2998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7441204" y="3279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7460704" y="307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7468543" y="3170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7481743" y="3170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7436843" y="3214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7451712" y="323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7409510" y="3367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7366129" y="3523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7407066" y="3226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7933126" y="30366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7467236" y="3215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7464242" y="3274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7421967" y="3421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7459797" y="3211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7332854" y="35501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7457077" y="317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7376478" y="3314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7420197" y="3229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7420106" y="3765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7429700" y="3202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7463557" y="3189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7482569" y="3156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7447896" y="3273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7444964" y="3274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7513074" y="3026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7446569" y="3217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7436119" y="3277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7417489" y="3132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7433592" y="318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7052079" y="37894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7458462" y="3240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7456394" y="3186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7482014" y="3138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7458864" y="3215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7435615" y="3222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7393016" y="356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7485202" y="3136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7445521" y="3316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7437573" y="3221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7448381" y="3208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7416197" y="3272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7488944" y="324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7443388" y="3162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7461485" y="3219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7506478" y="311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7407764" y="3245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7476038" y="328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7456372" y="3171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7467638" y="3261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7488027" y="3285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7414260" y="3208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7509055" y="318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7473952" y="3259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7433167" y="3054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7419283" y="3338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7441823" y="3279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7417156" y="3309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7470542" y="3339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7442708" y="3241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7483968" y="3140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7445347" y="3196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7416435" y="3299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7390162" y="3352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7488042" y="3078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7419683" y="3426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7448811" y="3291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7475965" y="3221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7464756" y="3164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7522201" y="3179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7484465" y="3110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7456146" y="3073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7471307" y="3258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7419148" y="3345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7475675" y="3275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7417982" y="3254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7438542" y="3360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7484918" y="3240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7447632" y="3160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7468592" y="3184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7466443" y="3159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7462230" y="3237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7447737" y="3172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7426537" y="3458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7484336" y="3196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7484614" y="3216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7467066" y="3284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7450288" y="3205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7459783" y="3273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7473170" y="3266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7432762" y="3160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7448767" y="3174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7454646" y="3310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7455491" y="3223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7452587" y="3417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7429740" y="3478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7415905" y="3308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7444014" y="3462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7462880" y="309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7452680" y="3358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7446384" y="327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7427192" y="330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7458006" y="3279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7440650" y="3262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7425301" y="3284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7457663" y="3352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7495485" y="3201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7435730" y="3085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7463276" y="327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7509924" y="3125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7438888" y="3202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7452630" y="3355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7444048" y="3232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7462139" y="3204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7471897" y="3265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7459185" y="3288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7446387" y="3212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7437695" y="3185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7491896" y="3145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7460951" y="3310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7479972" y="321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7502934" y="3198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7473929" y="3072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7440822" y="3104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7532686" y="316278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7440584" y="3296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7189729" y="38431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7415012" y="3282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7362218" y="3231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7534315" y="305016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7480357" y="3198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7440462" y="3352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7397009" y="3467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7458585" y="3390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7446734" y="3193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7430051" y="3844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7450051" y="329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7437395" y="3308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7450410" y="3325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7438508" y="3230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7425442" y="3590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7432738" y="3333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7440594" y="3253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7453840" y="3330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7439352" y="3382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7435120" y="3256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7464082" y="3239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7451422" y="3278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7414840" y="3408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7443995" y="322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7484144" y="318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7424897" y="3275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7444259" y="3232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7231577" y="3029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7500447" y="3253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7506181" y="3343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7522744" y="31429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7471570" y="3311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7445730" y="3257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7410727" y="329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7483155" y="3164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7493455" y="3126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7456392" y="3262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7446387" y="3252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7441398" y="3245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7508237" y="3190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7450159" y="3260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7440844" y="3152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7433796" y="3289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7419926" y="3287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7467763" y="3217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7444736" y="3310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7448663" y="293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7529902" y="313251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7457389" y="3247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7172427" y="40110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7437614" y="3392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7493198" y="3250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7434279" y="317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7462936" y="3177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7457504" y="3253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7401751" y="334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7411161" y="3521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7430545" y="3305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7433497" y="338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7447560" y="3305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7452341" y="3163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7393593" y="3385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7458340" y="3283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7427003" y="3222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7389094" y="3745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7513435" y="2880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7451996" y="3309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7420411" y="3214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7435817" y="3729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7442409" y="3628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7450664" y="3178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7512170" y="3188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7440854" y="3291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7467039" y="3248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7445079" y="3279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7449391" y="3739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7224449" y="312619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7479835" y="3003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7441518" y="3453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7466679" y="3158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7454238" y="3343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7440771" y="3136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7453739" y="326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7482724" y="3225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7457140" y="3212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7450473" y="330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7443051" y="3263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7457342" y="3328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7425461" y="3199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7439081" y="3191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7387954" y="341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7413095" y="3098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7433006" y="3450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7367702" y="341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7364206" y="3583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7476661" y="3153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7439876" y="3256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7453346" y="3322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7503907" y="3152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7480108" y="3091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7455762" y="3255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7450789" y="3175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7455680" y="3239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7446343" y="3350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7461487" y="3173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7549576" y="30842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7451005" y="3286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7401060" y="3409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7433003" y="3300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7453781" y="3212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7409501" y="3198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7438973" y="3263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7418679" y="3331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7469223" y="3153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7478317" y="315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7443866" y="3212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7461972" y="3312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7456629" y="343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7425920" y="3294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7475821" y="3268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7388187" y="3426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7479148" y="3249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7456927" y="3127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7458438" y="3211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7439092" y="3304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7430359" y="3288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7423659" y="3208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7445120" y="320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7525307" y="3148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7460920" y="3360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7440161" y="3279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7430670" y="3359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7467694" y="3281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7489528" y="3166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7456430" y="3177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7448339" y="3224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7432046" y="313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7441891" y="3229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7456643" y="3175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7367543" y="381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7469678" y="3239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7381577" y="3484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7410716" y="3361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7404247" y="3234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7456993" y="3269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7455630" y="3234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7461027" y="3123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7463227" y="3282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7569432" y="3098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7477611" y="3114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7451279" y="3171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7450712" y="3186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7428346" y="3366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7454653" y="3372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7493834" y="317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7418436" y="331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7394130" y="3515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7434507" y="3245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7414439" y="318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7457259" y="3168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7434185" y="3281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7431310" y="3301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7273575" y="39529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7394938" y="3401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7459083" y="3258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7421980" y="3552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7429402" y="3295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7413027" y="3368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7434592" y="3259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7453787" y="307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7424110" y="3411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7495277" y="3186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7452440" y="3278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7412978" y="3367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7441362" y="3032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7412000" y="3542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7485005" y="3277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7428362" y="3298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7448275" y="3297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7446590" y="3331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7437112" y="3270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7470412" y="3301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7464060" y="3171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7432394" y="3158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7442571" y="3319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7473367" y="3148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7362347" y="33923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7404211" y="325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7490422" y="3243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7458243" y="3138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7420391" y="322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7434578" y="3393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7404316" y="3264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7389555" y="3348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7438900" y="3254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7494727" y="3190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7291948" y="35378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6725895" y="3184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7417599" y="3438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7450274" y="3278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7448641" y="3252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7437670" y="328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7429114" y="3216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7436550" y="3264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7453457" y="3179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7467461" y="3157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7444018" y="3303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7345454" y="3338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7440402" y="3309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7389056" y="3490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7457870" y="3219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7375976" y="3625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7495620" y="3278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7450715" y="3307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7429700" y="3473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7468868" y="3188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7448218" y="321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7441014" y="3264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7431703" y="3253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7354144" y="3243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7473986" y="3192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7457929" y="3154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7421966" y="3620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7472693" y="3320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7444060" y="327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7420473" y="3253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7446281" y="3376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7456346" y="323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7431106" y="3433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7476107" y="3304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7465186" y="3327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7481500" y="3260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7430713" y="3305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7417622" y="3346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7487064" y="3215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7440325" y="3301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7463448" y="310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7440457" y="3199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7454912" y="3263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7477501" y="3148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7459874" y="3315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7506419" y="3199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7416613" y="3310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7458756" y="3240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7446703" y="3246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7447821" y="3300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7375746" y="3557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7454455" y="3347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7471992" y="3280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7438566" y="3207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7422246" y="3330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7486587" y="3201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7445692" y="3228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7455079" y="321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7452104" y="3178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7509035" y="3371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7456473" y="317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7428855" y="3697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7426115" y="3574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7460437" y="3225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7412821" y="3396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7466723" y="3150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7480300" y="3177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7496644" y="3100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7480445" y="3020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7435634" y="3275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7500381" y="3281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7436677" y="3305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7404050" y="3193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7446344" y="3183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7497005" y="3177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7427179" y="3517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7445605" y="334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7519060" y="3131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7443679" y="3182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7468478" y="3362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7481795" y="316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7439827" y="3190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7475856" y="3046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7468651" y="3183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7476195" y="3189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7473991" y="3227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7477187" y="3197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7382347" y="3707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7452771" y="3371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7439470" y="3595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7416080" y="3594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7460652" y="3251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7429457" y="3254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7444527" y="3233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7432902" y="3249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7479518" y="3183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7424198" y="3252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7420585" y="3320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7405166" y="3243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7451072" y="3296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7522635" y="305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7447284" y="3123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7322632" y="4937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7451924" y="3110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7479708" y="336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7398478" y="3267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7530375" y="3061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7451346" y="3310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7436247" y="338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7493435" y="3250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7508849" y="3220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6598061" y="36326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7426997" y="3251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7481224" y="3234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7483836" y="2909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7475655" y="316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7481406" y="320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7452512" y="336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7397054" y="3387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7409867" y="3654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7409802" y="3164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7466626" y="3212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7390861" y="3343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7438604" y="3212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7408936" y="3372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7494549" y="3266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7471826" y="3174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7412327" y="3363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7476717" y="3215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7434469" y="3256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7448200" y="3154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7440276" y="3174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7512752" y="3281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7478947" y="3194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7456036" y="3250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7436859" y="3235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7426686" y="3275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7466641" y="3169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7354524" y="3245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7458137" y="3315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7457692" y="3175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7465942" y="3127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7455679" y="3234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7413827" y="3328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7350806" y="3592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7393725" y="3405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7456605" y="3316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7427294" y="3245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7427568" y="3311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7433620" y="3485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7451170" y="3156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7446064" y="3252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7488228" y="3234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7530459" y="3249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7426222" y="3484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7453555" y="334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7415824" y="3251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7430084" y="3327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7433162" y="3235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7464472" y="3225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7443609" y="3268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7446680" y="311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7453925" y="2996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7457891" y="3183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7470324" y="3330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7447244" y="3362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7413695" y="3200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7465401" y="3249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7381889" y="3302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7479198" y="3108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7496844" y="3215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7460626" y="3231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7452211" y="3146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7449314" y="3549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7442242" y="32605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7440799" y="3752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7452109" y="3135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7418353" y="3409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7455162" y="318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7479991" y="3376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7379880" y="406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7483856" y="3018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7429807" y="3415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7448614" y="3299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7440557" y="3213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7431377" y="3377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6959029" y="351936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7418762" y="3210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7440931" y="3289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7416334" y="3856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7464146" y="3313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7442937" y="3336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7415086" y="3835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7460242" y="3071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7456410" y="3158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7464557" y="3184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7462244" y="3239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7456416" y="3161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7478994" y="3289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7441439" y="3356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7413697" y="343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7452010" y="3115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7421285" y="3791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7417633" y="3481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7461983" y="3214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7414231" y="3297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7458196" y="3177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7494346" y="3162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7425761" y="3138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7527797" y="2996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7507571" y="3221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7577431" y="297544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7383226" y="3558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7462993" y="3179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7375610" y="364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7458471" y="3307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7386226" y="3221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7448547" y="324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7462000" y="3215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7459908" y="316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7454365" y="3125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7430661" y="3306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7400441" y="368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7448800" y="3254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7409395" y="3282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7437079" y="3216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7446639" y="3211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7438953" y="3706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7447196" y="3502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7463924" y="3262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7423684" y="3295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7440441" y="3292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7423640" y="3582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7385052" y="3628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7439825" y="340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7412912" y="3751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7452790" y="3219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7453184" y="3341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7444338" y="3433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7465803" y="333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7421464" y="3387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7456353" y="3239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7446121" y="3210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7436306" y="3148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7462919" y="3323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7428653" y="3141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7477946" y="3216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7464624" y="3316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7448946" y="3176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7523797" y="319113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7405447" y="3350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7492059" y="3264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7459320" y="3254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7434161" y="3282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7448660" y="3283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7473742" y="3182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7365987" y="3228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7475177" y="314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7496796" y="3047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7439394" y="3289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7439839" y="3206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7468511" y="3201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7441446" y="335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7461131" y="3243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7441624" y="3458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7456758" y="3162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7422202" y="3123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7456106" y="3197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7478157" y="3131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7463851" y="3163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7459657" y="3312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7475188" y="3249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7452912" y="3181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7497858" y="3181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7486055" y="3149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7417484" y="3396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7419976" y="3423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7433603" y="321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7458240" y="3259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7503910" y="3259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7402120" y="3407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7422921" y="3361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7406121" y="3273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7086671" y="42835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7532223" y="311900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7451351" y="3246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7503527" y="3200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7426472" y="3243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7437523" y="332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7454514" y="3219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7432494" y="3205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7474627" y="3113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7464879" y="3319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7428610" y="32282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7461094" y="3232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7460060" y="3185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7426871" y="3287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7465282" y="3423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7466065" y="3463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7462991" y="3570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7481409" y="3149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7408046" y="3280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7461531" y="3256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7438520" y="3222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7454212" y="3330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7449047" y="3337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7474104" y="323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7431440" y="3233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7455933" y="3350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7437765" y="3304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7426924" y="3360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7470379" y="334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7455886" y="3217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7438336" y="326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7467749" y="3103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7438577" y="3311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7452726" y="3411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7447145" y="3324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7464934" y="326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7395758" y="3281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7466642" y="3212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7452647" y="3235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7454285" y="3190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7521549" y="3141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7422312" y="3377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7448705" y="3301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7518892" y="3325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7441134" y="3252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7441115" y="3609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7444583" y="3169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7465618" y="3172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7440694" y="3255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7418043" y="31657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7471936" y="3255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7429098" y="3241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7430972" y="324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7418098" y="3433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7444405" y="3352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7412837" y="3127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7493283" y="3244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7465283" y="3290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7428712" y="2976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7467328" y="3269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7449288" y="3225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7395528" y="3450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7434784" y="331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7463646" y="3238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7403640" y="3244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7417704" y="3191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7445736" y="3254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7432276" y="3616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7493253" y="2916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7405498" y="3198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7430462" y="3329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7450364" y="318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7501214" y="3182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7450053" y="3248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7434663" y="326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7443745" y="322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7455715" y="3145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7426679" y="3438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7447726" y="3344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7448665" y="3306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7453364" y="3285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7445436" y="3710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7444183" y="3292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7503194" y="317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7468500" y="3305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7465049" y="3345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7446457" y="3240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7449868" y="3291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7414348" y="342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7495471" y="3148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7464512" y="3319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7433201" y="325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7451687" y="3167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7409410" y="3909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7477359" y="3343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7479897" y="294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7464429" y="3282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7433469" y="3356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7493467" y="310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7432944" y="3261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7439660" y="3290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7456023" y="3189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7439847" y="3215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7427343" y="346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7436707" y="3188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7494570" y="3245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7457319" y="3173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7424357" y="3262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7424562" y="3285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7469263" y="3215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7484692" y="3225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7443122" y="3179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7464037" y="3267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7397914" y="3260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7425587" y="3642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7480631" y="3287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7470504" y="321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7435906" y="3703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7465878" y="327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7368914" y="328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7417170" y="3230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7456502" y="3360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7434845" y="3253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7341955" y="4039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7370267" y="3230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7447697" y="3274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7354075" y="34101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7432893" y="3258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7479605" y="3070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7404041" y="3274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7497716" y="2884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7461309" y="3012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7483990" y="3187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7418357" y="3468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7449671" y="3364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7418719" y="3665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7440285" y="3595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7422328" y="3226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7462437" y="3335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7445331" y="3260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7439386" y="3211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7428853" y="3348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7478923" y="3135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7411701" y="3151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7436635" y="3231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7367547" y="340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7440588" y="3272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7485744" y="3271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7437918" y="3346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7505848" y="3134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7469409" y="3338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7414232" y="3407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7444795" y="3149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7416144" y="3582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7448057" y="3257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7429361" y="3367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7408297" y="323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7451224" y="3286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7478091" y="3126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7461556" y="3103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7450098" y="3341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7478001" y="3099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7635163" y="38600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7458098" y="3159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7432018" y="3285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7413357" y="3336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7470541" y="3334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7480067" y="3071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7458471" y="334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7471217" y="3249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7445708" y="3275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7478068" y="3304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7477901" y="3287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7370368" y="3335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7434820" y="3250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7475940" y="3184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7419246" y="3512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7436966" y="3246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7417001" y="3438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7443778" y="3236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7448480" y="302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7509948" y="3300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7466905" y="3229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7455420" y="3239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7473028" y="3135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7436612" y="3428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7435728" y="3251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7449710" y="3812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7435194" y="3329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7433433" y="3299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7420966" y="3244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7490709" y="3187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7371056" y="3695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7478961" y="325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7450915" y="3246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7482149" y="3155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7468288" y="3310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7525055" y="3288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7444648" y="3144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7463877" y="324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7444805" y="3307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7467875" y="3376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7455596" y="3194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7456955" y="3369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7435294" y="3653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7426078" y="3402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7479636" y="313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7465336" y="3256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7406255" y="3422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7454521" y="3255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7373819" y="3612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7438867" y="3219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7388257" y="4780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7376536" y="3530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7433616" y="3257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7476631" y="3192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7500362" y="322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7374866" y="3183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7404860" y="3363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7415095" y="3506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7400530" y="337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7410315" y="315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7450850" y="3280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7437550" y="3216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7380701" y="3403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7448192" y="3185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7454149" y="3289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7420685" y="325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7424714" y="3261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7492918" y="3225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5981670" y="3395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7446612" y="319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7438540" y="3299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7486657" y="3124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7487062" y="2989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7214985" y="3849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7461934" y="3154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7499604" y="326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7434543" y="3258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7443668" y="3290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7430881" y="3317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7477091" y="3358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7498333" y="3048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7487758" y="3340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7436736" y="3261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7451341" y="3256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7430727" y="332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7453064" y="3220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7450513" y="3122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7434069" y="3562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7449492" y="3271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7435898" y="3303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7452113" y="3349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7498740" y="3197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7439260" y="3344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7440030" y="3246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7278212" y="3501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7462461" y="3392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7411622" y="3441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7345475" y="3792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7511568" y="3246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7423645" y="3254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7470976" y="3299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7450855" y="3200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7446231" y="3175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7384934" y="3226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7454809" y="3177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6430054" y="3232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7458682" y="3185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7413845" y="3401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7459060" y="3176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7428015" y="3550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7470542" y="3345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7426512" y="3377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7452594" y="3122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7441803" y="3150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7452543" y="3459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7466926" y="3155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7495087" y="2951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7504925" y="3301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7427506" y="308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7456659" y="3228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7474063" y="322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7450257" y="3085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7430314" y="3323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7448473" y="3257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7443156" y="3254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7447562" y="3423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7450971" y="3327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7434629" y="3304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7380466" y="3303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7433521" y="3276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7431402" y="3362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7456327" y="3197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7503402" y="3107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7445205" y="3191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7458186" y="3192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7439554" y="3414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7471178" y="3196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7452542" y="3547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7439059" y="3187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7468267" y="3282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7375686" y="3289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7459954" y="332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7452100" y="3294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7482942" y="329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7511374" y="3032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7425720" y="3351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7472332" y="3287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7468699" y="3190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7474572" y="3138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7485191" y="3265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7441663" y="3213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7410894" y="3294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7462225" y="2777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7438422" y="3296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7433807" y="3305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7441336" y="3520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7459202" y="3161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7437819" y="3223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7451995" y="3617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7447509" y="328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7398407" y="3250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7451833" y="3226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7445674" y="3170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7438331" y="3276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7450462" y="3329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7445057" y="320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7492067" y="3193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7369423" y="3710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7495086" y="3244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7450066" y="3132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7440591" y="3753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7331485" y="3239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7464177" y="317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7458977" y="3169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7425156" y="3316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7440222" y="3262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7423620" y="3198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7415559" y="3346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7277394" y="36327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7457621" y="3101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7431289" y="3222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7460802" y="3466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7478359" y="3288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7082528" y="48583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7443499" y="3194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7460393" y="3352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7398740" y="345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7406958" y="3299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7427881" y="3205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7410835" y="3408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7461058" y="326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7458589" y="3258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7467051" y="3196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7412022" y="318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7452317" y="3279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7461720" y="3282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7432360" y="3494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7476832" y="321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7455209" y="3136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7449463" y="3155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7481327" y="3267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7436598" y="3232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7452485" y="3141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7435616" y="3365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7438913" y="324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7436069" y="3081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7419571" y="3442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7410043" y="3584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7450248" y="3279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7430733" y="3171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7391999" y="3468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7431525" y="3573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7470278" y="3284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7439895" y="3200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7402917" y="3401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7464584" y="3126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7483802" y="3146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7466378" y="3227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7415911" y="3683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7456412" y="3233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7426964" y="3159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7446070" y="321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7435521" y="3222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7452266" y="3241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7515460" y="3258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7464443" y="3157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7233255" y="36143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7465426" y="3179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7463494" y="3171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7438571" y="3219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7464227" y="3183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7417298" y="3676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7682836" y="295323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7481326" y="3345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7483653" y="3224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7398832" y="3483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7440306" y="3419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7462877" y="337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7447458" y="2826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7423923" y="3613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7449382" y="3209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7461346" y="313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7486122" y="310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7500239" y="3171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7383563" y="3584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7417034" y="3265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7443331" y="3172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7417335" y="3452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7475073" y="3165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7424974" y="3188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7458985" y="3357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7441819" y="3244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7444347" y="357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7459404" y="3181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7507219" y="3129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7429802" y="3075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7537182" y="31140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7465410" y="324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7452505" y="3178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7449647" y="3301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7445738" y="3295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7416889" y="3553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7423609" y="326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7456093" y="3259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7453265" y="3321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7438648" y="3315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7433552" y="3204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7461275" y="3271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7435678" y="3366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7403180" y="3376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7446305" y="3183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7442683" y="3245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7455765" y="3183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7475664" y="3278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7399855" y="3264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7401805" y="3228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7451353" y="3343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7422724" y="3311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7404435" y="3587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7430117" y="3208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7416463" y="3442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7454700" y="3219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7449700" y="319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7423314" y="3408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7446813" y="3221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7452609" y="3157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7464469" y="3164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7418922" y="3168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7429889" y="3345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7486499" y="3254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7467700" y="3376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7459990" y="3378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7451079" y="3145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7432777" y="3098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7418782" y="3233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7452502" y="3235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7442767" y="3285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7430130" y="3224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7453864" y="3275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7454368" y="3264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7424636" y="3332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7433209" y="3198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7458499" y="320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7441350" y="3364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7462727" y="3267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7413289" y="3303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7452445" y="3213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7445371" y="3289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7444555" y="3253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7477968" y="3525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7418338" y="3228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7471292" y="3155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7497257" y="3124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7455515" y="3006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7465139" y="3213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7453028" y="3286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7309071" y="3471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7253376" y="35099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7444801" y="3520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7380452" y="3507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7421233" y="3267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7428733" y="3271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7345530" y="3256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7474001" y="3174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7467319" y="3204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7452285" y="3205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7459513" y="3267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7420038" y="3384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7465539" y="3349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7458484" y="3181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7461364" y="3106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7422955" y="3007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7473420" y="3158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7458982" y="3134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7468492" y="3144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7403565" y="3244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7429245" y="3202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7434285" y="3222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7416574" y="3398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7451583" y="3255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7450648" y="3176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7438736" y="4059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7479493" y="3227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7405708" y="3267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7431672" y="3415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7434837" y="323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7484677" y="287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7408129" y="3622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7441625" y="3285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7465256" y="3328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7439467" y="3274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7482952" y="3122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7459035" y="3263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7465908" y="3226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7462425" y="3208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7449368" y="3222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7446068" y="3331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7475383" y="318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7455744" y="3211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7388008" y="3239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7479072" y="3251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7447241" y="3487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7417781" y="3203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7451315" y="3187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7454212" y="3282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7444888" y="3178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7445563" y="3188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7397243" y="3384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7437860" y="3329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7421044" y="3473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7448182" y="3189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7494106" y="3360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7447489" y="3161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7435382" y="3076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7453452" y="3224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7377310" y="3596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7461362" y="3162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7440905" y="3361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7450296" y="3181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7417580" y="3244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7456473" y="3283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7491627" y="3176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7427857" y="3297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7443684" y="316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7492223" y="319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7443798" y="3264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7497298" y="3182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7464310" y="3150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7403567" y="334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7438753" y="3344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7486127" y="2802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7398117" y="3266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7438718" y="3420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7395646" y="3229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7441914" y="3096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7464288" y="3206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7448734" y="3248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7452060" y="3223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7474733" y="3140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7451547" y="324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7345937" y="354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7489853" y="3213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7464778" y="3068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7452161" y="2819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7438824" y="3433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7404183" y="3461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7450003" y="3249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7452992" y="3226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7446633" y="3381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7449417" y="3257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7490594" y="3282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7420297" y="3636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7464380" y="3269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7471523" y="3163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7463608" y="3182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7440008" y="3299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6413833" y="3416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7431937" y="3285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6820091" y="37551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7397384" y="3393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7216185" y="3624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7412160" y="3340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7425072" y="3476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7472800" y="3265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7458586" y="3416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7457480" y="3135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7462395" y="3209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7459855" y="314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7120200" y="350294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7441123" y="3215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7417971" y="3341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7443333" y="3240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7431782" y="3279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7478085" y="3156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7432931" y="3253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7357941" y="3581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7437793" y="3290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7448551" y="3163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7428957" y="3613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7489030" y="3248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7448120" y="3227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7430883" y="3368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7485242" y="3271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7429068" y="3454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7466376" y="3157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7413545" y="3530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7347023" y="367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7451008" y="3184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7457967" y="3154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7447490" y="3124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7438175" y="3196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7416618" y="3765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7380213" y="3279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7457701" y="3149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7510153" y="3193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7462811" y="3238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7454631" y="3244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7438475" y="3315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7408027" y="3486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7445813" y="3198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7467336" y="3188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7462215" y="3287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7434083" y="3699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7422758" y="3273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7430296" y="3254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7415475" y="3175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7490778" y="3295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7507714" y="3243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7417263" y="3592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7416681" y="3353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7483535" y="3095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7454748" y="3205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7480244" y="3332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7438850" y="3281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7484813" y="3327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7448557" y="3007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7449653" y="3249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7436362" y="3247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7383158" y="3410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7386582" y="3241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7450758" y="3274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7437491" y="3216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7457411" y="3257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7415245" y="388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7399893" y="4089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7442935" y="3272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7417380" y="3630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7407878" y="3806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7437693" y="3316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7428102" y="3213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7409604" y="330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7297451" y="3810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7431246" y="3317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7564957" y="316278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7438532" y="3192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7399188" y="3255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7449005" y="3209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7367835" y="3922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7418955" y="3272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7411760" y="339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7434283" y="3376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7437571" y="340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7448637" y="3318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7455898" y="3196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7466904" y="3144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7455957" y="3205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7408864" y="3156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7463968" y="3366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7448304" y="3238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7471349" y="2979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7429772" y="3467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7404534" y="352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7459180" y="3110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7424958" y="3310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7454222" y="3392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7445903" y="3585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7437934" y="4066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7459240" y="3105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7504889" y="3117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7417033" y="3533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7419942" y="320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7376091" y="3491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7476883" y="3134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7435973" y="3214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7448774" y="3165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7429363" y="3239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7444393" y="3415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7472928" y="32215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7435609" y="3247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7430180" y="3168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7447727" y="3316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7428084" y="4201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7419171" y="3832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7465868" y="3294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7428654" y="3226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7401779" y="347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7450793" y="3200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7411631" y="341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7432597" y="3240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7438216" y="3421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7595633" y="315711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7454208" y="333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7414297" y="4393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7421179" y="323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7441791" y="3229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7523921" y="3152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7455522" y="324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7422246" y="3227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7446568" y="325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7468228" y="3250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7389441" y="3145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7462891" y="3243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7428896" y="3298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7451051" y="3257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7392157" y="3244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7427056" y="3413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7415976" y="3371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7475706" y="2728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7520813" y="2864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7457806" y="3241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7428286" y="3315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7413081" y="3342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7430122" y="314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7465685" y="3296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7431728" y="3219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7455997" y="3171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7434885" y="3266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7489605" y="3279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7398147" y="3290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7419980" y="339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7380813" y="3443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7496122" y="315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7423378" y="3569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7478755" y="3137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7468863" y="3310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7462102" y="3263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7435383" y="3227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6563387" y="38452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7458954" y="3193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7434806" y="3290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7454099" y="3331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7509614" y="3143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7449352" y="319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7429084" y="318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7422830" y="327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6636621" y="34898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7420720" y="3420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7453254" y="3132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7495523" y="3208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7446231" y="3298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7474012" y="2991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7422412" y="3441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7453488" y="3211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7498902" y="3246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7456483" y="3356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7473921" y="3172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7425353" y="3335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7440420" y="3227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7401787" y="3840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7425015" y="3331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7464097" y="317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7435525" y="3175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7462992" y="3207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7456383" y="3217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7368831" y="464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7426181" y="330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7399912" y="3577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7436971" y="3298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7414997" y="3818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7425627" y="3253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7459952" y="3207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7463185" y="3229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7408507" y="3351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7474859" y="3183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7447462" y="3261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7499987" y="3250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7434157" y="3314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7450096" y="3179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7454606" y="3215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7456891" y="3185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7475487" y="3308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7440832" y="3198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7434499" y="3521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7431361" y="3357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7462043" y="3278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7492172" y="3112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7396673" y="3580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7400909" y="3249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7415915" y="3400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7467024" y="3141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7751545" y="30743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7439217" y="3232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7431542" y="3352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7444987" y="3128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7389803" y="3357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7443562" y="3184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7430105" y="3311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7395768" y="3287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7458322" y="3211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7435541" y="3224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7497240" y="3395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7453274" y="323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7422969" y="3343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7470112" y="3274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7433916" y="3418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7501429" y="3080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7474855" y="3124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7409244" y="334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7472339" y="325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7426844" y="3248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7436059" y="392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8298557" y="268167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7487446" y="3161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7478196" y="3264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7487485" y="3160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7458270" y="3662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7402798" y="3328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7508962" y="3130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7415337" y="3255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8502783" y="260157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7360752" y="418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7449737" y="3160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7438374" y="3139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7419513" y="3245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7465852" y="3136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7384594" y="3447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7476449" y="3233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7514936" y="3176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7497959" y="3176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7456966" y="3282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7437860" y="3444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7414915" y="3337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7433336" y="3299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7466809" y="3152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7461639" y="3092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7442478" y="3189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7130191" y="33742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7423730" y="3343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7462265" y="3211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7473197" y="3135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7425974" y="3487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7565248" y="283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7459011" y="3186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7507968" y="3372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7443083" y="346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7361165" y="3067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7428440" y="3268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7475758" y="3098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7404088" y="3419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7430467" y="321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7427898" y="350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7480671" y="2883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7500437" y="3246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7422514" y="3471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7438599" y="3227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7463927" y="3266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7392821" y="3236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7465537" y="3186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7448252" y="3315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7410770" y="4665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7429398" y="3343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7469401" y="3301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7434755" y="3214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7456038" y="3538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7460557" y="3280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7457472" y="3196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7444242" y="3222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7426360" y="3307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7443789" y="3263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7476851" y="3161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7443711" y="3317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7418627" y="379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7468372" y="3239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7409507" y="3303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7465987" y="3251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7459027" y="3041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7450675" y="3275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7415420" y="3265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7351527" y="4332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7446159" y="3283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7433449" y="3237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7369466" y="344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7456439" y="3287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7436853" y="3321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6069207" y="3315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7465634" y="311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7474261" y="3293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7470645" y="3241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7436175" y="3248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7442130" y="3475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7434219" y="3362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7423748" y="3491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7478250" y="3335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7458891" y="3263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7398394" y="3259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7478372" y="3272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7474903" y="3202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7473660" y="3165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7439099" y="3165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7473444" y="3157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7488315" y="312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7439061" y="3241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7465614" y="3315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7429022" y="337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7457509" y="3190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7378575" y="3649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7421512" y="344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7428783" y="3123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7435267" y="3098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7405359" y="3277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7409011" y="3397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7440684" y="3251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7482443" y="3146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7434840" y="3350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7428562" y="3160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7420468" y="3167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7429959" y="3150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7380472" y="336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7439600" y="3497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7438042" y="3222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7459067" y="3226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7470793" y="3030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7447077" y="3252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7417788" y="3253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7446566" y="3284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7426220" y="3387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7429279" y="3197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7418078" y="327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7455444" y="316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7399232" y="3546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7458475" y="3289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7457077" y="3221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7434506" y="3299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7456923" y="3260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7432282" y="3737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7472101" y="2506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7406432" y="4187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7435086" y="3735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7458787" y="3239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7407502" y="3322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7405589" y="3171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7423555" y="3415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7405726" y="3537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7450524" y="3356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7426652" y="2902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7411647" y="5093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7461928" y="3252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7491901" y="3149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7424528" y="3332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7464579" y="3220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7453579" y="3391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7428258" y="3499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7425816" y="3164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7526547" y="3214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7447573" y="3233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7106324" y="36839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7519195" y="3144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7381660" y="3244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7410807" y="3506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7396010" y="3523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7428440" y="318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7439986" y="3193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7412059" y="3260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7462010" y="3237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7378591" y="3544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7451640" y="3291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7449349" y="3725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7454535" y="3560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7578844" y="3169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7470288" y="3299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7426113" y="324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7430193" y="3156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7451255" y="3171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7483185" y="3202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7456752" y="3141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7457154" y="3263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7437236" y="3215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7343680" y="381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7424417" y="329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7397538" y="3741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7424991" y="3612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7441950" y="3211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7389786" y="3840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7289807" y="4362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7484707" y="3244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7469466" y="3284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7449119" y="3194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7437456" y="3540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7461884" y="3274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7481954" y="3070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7428483" y="3188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7386182" y="3503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7475117" y="3095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7475024" y="3241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7093441" y="3324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7463130" y="3247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7428222" y="3383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7441950" y="2948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7445114" y="3174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7420589" y="324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7415531" y="3365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7455655" y="3162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7443561" y="3274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7423998" y="338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7468499" y="3299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7469486" y="3226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7433376" y="3177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7434355" y="3644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7536779" y="3490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7467086" y="3296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7422204" y="3221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7490051" y="2937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7483352" y="3064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7456599" y="3058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7417693" y="3510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7387624" y="3390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7320440" y="34375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7417060" y="3354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7433302" y="3239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7444430" y="3264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7437839" y="3610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7454145" y="3307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7441906" y="3248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7390246" y="3491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7447602" y="3166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7412796" y="3606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7397856" y="3310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7480254" y="3108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7441071" y="3275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7453536" y="3201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7378559" y="3238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7445557" y="3370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7499948" y="314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7211631" y="4493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7388167" y="3355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7415722" y="355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7429511" y="3311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7465162" y="3229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7347980" y="3818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7572236" y="2738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7450451" y="3225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7464390" y="3247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7426545" y="3431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7508629" y="3241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7421970" y="3445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7496178" y="3165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7449258" y="3108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7434363" y="3141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7521551" y="3019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7569116" y="3086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7454922" y="3279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7495773" y="313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7426414" y="4662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7471121" y="3529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7411723" y="3809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7430578" y="3366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7178130" y="34412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7439009" y="345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7420200" y="3170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7436463" y="3286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7448624" y="3152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8120016" y="26184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7384827" y="3298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7486411" y="3254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7397220" y="3308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7415964" y="3270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7426643" y="3231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7417656" y="3668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7447814" y="3238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7436587" y="3272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7417601" y="3228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7424854" y="3292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7444352" y="3252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7442664" y="3191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7354257" y="3516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7408054" y="3314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7455113" y="306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7466549" y="3200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7446851" y="3092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7238176" y="3355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7442945" y="300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7435495" y="3313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7447473" y="3188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7453061" y="3502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7369730" y="3728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6996528" y="3230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7430422" y="3276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7425515" y="3168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7454181" y="3245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7416986" y="3647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7440525" y="3220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7439228" y="3302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7361065" y="4711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7433381" y="3215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7412451" y="3755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7446950" y="3270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7462719" y="3394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7215046" y="34197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7414754" y="3072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7472226" y="3421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7297554" y="3267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7490752" y="3152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7442695" y="3185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7442298" y="3337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7450134" y="3281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7429970" y="3396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5705222" y="3200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7434260" y="3215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7403942" y="3282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7303686" y="4393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7453363" y="3255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7447568" y="3187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7418151" y="3261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7446667" y="3286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7451410" y="3270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7451689" y="3214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7469152" y="3039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7448460" y="3181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7382401" y="3431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7386349" y="3393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7435682" y="3198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7431621" y="3368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7417119" y="3427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7423208" y="3727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7421057" y="3305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7440140" y="3268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7440434" y="3200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7483903" y="3110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7344058" y="3260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7437808" y="343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7448706" y="3164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7417766" y="3408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7285742" y="3420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7498627" y="2981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7438575" y="3227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7480392" y="310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7382381" y="3342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7438928" y="3220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7438992" y="3221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7451659" y="3159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7464056" y="3220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7427173" y="298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7455502" y="3478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7435624" y="335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7398727" y="3499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7382790" y="3616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7431251" y="3187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7410337" y="3153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7419579" y="317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7428716" y="3393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7451641" y="3232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7415470" y="3539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7425108" y="336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7475206" y="313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7331180" y="34250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7419785" y="3301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7238964" y="3666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7463696" y="3278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7435638" y="318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7442409" y="3321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7432043" y="3340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7470210" y="312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7425711" y="3226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7449529" y="314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7427820" y="3298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7471207" y="325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7502094" y="3189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7182821" y="387936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7480243" y="316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7463849" y="3085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7444637" y="2972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7426809" y="3270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7406879" y="3315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7391226" y="378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7433145" y="3478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7470438" y="3199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7472061" y="3239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7418346" y="3196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7458772" y="3242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5697997" y="3375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7409618" y="4745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6470077" y="3329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7404731" y="3388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7453878" y="186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5660508" y="3332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7457271" y="3272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7355510" y="3217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7189445" y="38013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7415419" y="3221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7405462" y="3285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7470407" y="334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7453511" y="3226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7460080" y="3191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7442281" y="3246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6856046" y="3224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7464466" y="3154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7326251" y="406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7383367" y="3598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7427562" y="3173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8488137" y="26478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7448077" y="332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7443994" y="3287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7417001" y="3353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7464534" y="3364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7412032" y="332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7435493" y="3513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7390959" y="3606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7443508" y="3203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7445066" y="331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7369753" y="3543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7452859" y="3274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7467666" y="2699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7496236" y="3230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7507641" y="2812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7493228" y="3019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7457689" y="3128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7435133" y="3163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7468366" y="3351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7416654" y="3407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7468125" y="330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7465806" y="3333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7360656" y="3582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7396965" y="3499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7432518" y="3304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7426571" y="330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7452739" y="3186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7441552" y="3229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7439992" y="346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7425781" y="3618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7425954" y="3466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7465892" y="2132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7455975" y="3332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6707542" y="3365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7455922" y="3276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7428548" y="358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7423949" y="3847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7593333" y="2887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7439561" y="3191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7409348" y="3553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7373187" y="3483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7497809" y="3021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7476820" y="3226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7437685" y="335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7111774" y="323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7412918" y="3628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7474937" y="3253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7481151" y="2983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7470502" y="3060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7404441" y="3253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6752453" y="3347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5393317" y="3320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7462236" y="3360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7433724" y="3249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7453553" y="3136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6978741" y="3335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6046913" y="3234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7424361" y="3287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7392374" y="3386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7385239" y="4010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7432926" y="3255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7428578" y="3266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8053316" y="327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7445049" y="352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7440381" y="3286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5672253" y="35221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7437167" y="3305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7441302" y="3239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7440247" y="3669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7416016" y="3335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7446253" y="3126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7451053" y="3274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7157251" y="35815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7449042" y="3607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7424840" y="3520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7454963" y="317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7408377" y="3296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6212606" y="3285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7480306" y="3133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7540221" y="3286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7405779" y="5197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7450010" y="314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7450559" y="3354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7556319" y="2622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7438928" y="3245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7465641" y="3088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7439979" y="3316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7451087" y="3451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6356894" y="34771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7446974" y="3226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7463307" y="3413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7451688" y="3073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7452054" y="3068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7447615" y="3223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7426749" y="3325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7442641" y="338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7189309" y="37331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7433496" y="3356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7403437" y="332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7396181" y="3305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7427659" y="4265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7395210" y="3456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7441812" y="3232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7434181" y="3244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7348566" y="3757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7379870" y="3226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7444889" y="3241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7478522" y="3066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7364328" y="3354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5045386" y="3271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7463639" y="291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7363519" y="3299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7383829" y="3619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7432049" y="3376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7386086" y="3268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7527010" y="3314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7353555" y="3286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7449945" y="3573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6606239" y="27358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7451186" y="3297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7417647" y="3353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6036350" y="36919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7421202" y="3425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7420020" y="3263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7477217" y="3117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7433399" y="3360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7399729" y="3267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7473721" y="3139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7414989" y="4499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7401805" y="3307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5659504" y="3314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7409362" y="324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7889113" y="29716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7488715" y="3346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7427508" y="3390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7436472" y="3201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7439839" y="3326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7550440" y="3119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7426445" y="4880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7444971" y="3215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7525247" y="3018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7456453" y="3200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6087539" y="3327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7430459" y="2940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7394605" y="3404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7423733" y="3326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7447688" y="3370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7445313" y="3572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8357508" y="28254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7426871" y="330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7440855" y="3305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7441818" y="3263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7422269" y="3278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7371470" y="3406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7472521" y="3120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7422873" y="3544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7455545" y="326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7459234" y="3277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7432483" y="3412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7540500" y="31196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7435642" y="3622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7431033" y="3239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7439612" y="3314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6942249" y="3266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7445219" y="3449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7425462" y="3470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7428444" y="3440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7957461" y="3219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7488634" y="2824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7456020" y="3406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6825298" y="3315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7054777" y="5028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7451040" y="3299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7413162" y="3341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7441252" y="3323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6410079" y="3215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7483127" y="2966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7432475" y="3421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7439940" y="3284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7466598" y="3183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7425219" y="3249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7423038" y="3569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7850694" y="308317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7410475" y="3723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7448939" y="3272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7441408" y="3232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6879404" y="3304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7465589" y="3399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7346171" y="3434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7438983" y="3332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7444403" y="3871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7426759" y="295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7424150" y="3388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7422492" y="417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7430176" y="3340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7460055" y="3440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7391339" y="3539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6520509" y="3252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7425829" y="3831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7457883" y="3364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7470564" y="360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7457154" y="3244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7430298" y="3306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7439541" y="3898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7337292" y="3673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7409287" y="326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7448898" y="3264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7519832" y="3175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7409364" y="3512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6291671" y="346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7437269" y="3682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7361567" y="3500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7391376" y="3302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7463425" y="331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7582173" y="3163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7597972" y="3178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7373590" y="4008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6190701" y="3234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6328803" y="30660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7446327" y="3244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7420452" y="3278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7651497" y="2650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6010277" y="3232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7425944" y="5285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7446726" y="3272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7389664" y="3378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7434961" y="3500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7376174" y="3284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5767650" y="3263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9" name="pt33609"/>
            <p:cNvSpPr/>
            <p:nvPr/>
          </p:nvSpPr>
          <p:spPr>
            <a:xfrm>
              <a:off x="7428522" y="290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0" name="pt33610"/>
            <p:cNvSpPr/>
            <p:nvPr/>
          </p:nvSpPr>
          <p:spPr>
            <a:xfrm>
              <a:off x="7289893" y="3392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1" name="pl33611"/>
            <p:cNvSpPr/>
            <p:nvPr/>
          </p:nvSpPr>
          <p:spPr>
            <a:xfrm>
              <a:off x="5840367" y="3296087"/>
              <a:ext cx="2120993" cy="7554"/>
            </a:xfrm>
            <a:custGeom>
              <a:avLst/>
              <a:pathLst>
                <a:path w="2120993" h="7554">
                  <a:moveTo>
                    <a:pt x="0" y="7554"/>
                  </a:moveTo>
                  <a:lnTo>
                    <a:pt x="10658" y="7516"/>
                  </a:lnTo>
                  <a:lnTo>
                    <a:pt x="21316" y="7478"/>
                  </a:lnTo>
                  <a:lnTo>
                    <a:pt x="31974" y="7440"/>
                  </a:lnTo>
                  <a:lnTo>
                    <a:pt x="42633" y="7402"/>
                  </a:lnTo>
                  <a:lnTo>
                    <a:pt x="53291" y="7364"/>
                  </a:lnTo>
                  <a:lnTo>
                    <a:pt x="63949" y="7326"/>
                  </a:lnTo>
                  <a:lnTo>
                    <a:pt x="74607" y="7288"/>
                  </a:lnTo>
                  <a:lnTo>
                    <a:pt x="85266" y="7250"/>
                  </a:lnTo>
                  <a:lnTo>
                    <a:pt x="95924" y="7212"/>
                  </a:lnTo>
                  <a:lnTo>
                    <a:pt x="106582" y="7174"/>
                  </a:lnTo>
                  <a:lnTo>
                    <a:pt x="117240" y="7136"/>
                  </a:lnTo>
                  <a:lnTo>
                    <a:pt x="127899" y="7098"/>
                  </a:lnTo>
                  <a:lnTo>
                    <a:pt x="138557" y="7060"/>
                  </a:lnTo>
                  <a:lnTo>
                    <a:pt x="149215" y="7022"/>
                  </a:lnTo>
                  <a:lnTo>
                    <a:pt x="159873" y="6984"/>
                  </a:lnTo>
                  <a:lnTo>
                    <a:pt x="170532" y="6946"/>
                  </a:lnTo>
                  <a:lnTo>
                    <a:pt x="181190" y="6908"/>
                  </a:lnTo>
                  <a:lnTo>
                    <a:pt x="191848" y="6870"/>
                  </a:lnTo>
                  <a:lnTo>
                    <a:pt x="202506" y="6832"/>
                  </a:lnTo>
                  <a:lnTo>
                    <a:pt x="213165" y="6794"/>
                  </a:lnTo>
                  <a:lnTo>
                    <a:pt x="223823" y="6756"/>
                  </a:lnTo>
                  <a:lnTo>
                    <a:pt x="234481" y="6718"/>
                  </a:lnTo>
                  <a:lnTo>
                    <a:pt x="245139" y="6680"/>
                  </a:lnTo>
                  <a:lnTo>
                    <a:pt x="255798" y="6642"/>
                  </a:lnTo>
                  <a:lnTo>
                    <a:pt x="266456" y="6605"/>
                  </a:lnTo>
                  <a:lnTo>
                    <a:pt x="277114" y="6567"/>
                  </a:lnTo>
                  <a:lnTo>
                    <a:pt x="287773" y="6529"/>
                  </a:lnTo>
                  <a:lnTo>
                    <a:pt x="298431" y="6491"/>
                  </a:lnTo>
                  <a:lnTo>
                    <a:pt x="309089" y="6453"/>
                  </a:lnTo>
                  <a:lnTo>
                    <a:pt x="319747" y="6415"/>
                  </a:lnTo>
                  <a:lnTo>
                    <a:pt x="330406" y="6377"/>
                  </a:lnTo>
                  <a:lnTo>
                    <a:pt x="341064" y="6339"/>
                  </a:lnTo>
                  <a:lnTo>
                    <a:pt x="351722" y="6301"/>
                  </a:lnTo>
                  <a:lnTo>
                    <a:pt x="362380" y="6263"/>
                  </a:lnTo>
                  <a:lnTo>
                    <a:pt x="373039" y="6225"/>
                  </a:lnTo>
                  <a:lnTo>
                    <a:pt x="383697" y="6187"/>
                  </a:lnTo>
                  <a:lnTo>
                    <a:pt x="394355" y="6149"/>
                  </a:lnTo>
                  <a:lnTo>
                    <a:pt x="405013" y="6111"/>
                  </a:lnTo>
                  <a:lnTo>
                    <a:pt x="415672" y="6073"/>
                  </a:lnTo>
                  <a:lnTo>
                    <a:pt x="426330" y="6035"/>
                  </a:lnTo>
                  <a:lnTo>
                    <a:pt x="436988" y="5997"/>
                  </a:lnTo>
                  <a:lnTo>
                    <a:pt x="447646" y="5959"/>
                  </a:lnTo>
                  <a:lnTo>
                    <a:pt x="458305" y="5921"/>
                  </a:lnTo>
                  <a:lnTo>
                    <a:pt x="468963" y="5883"/>
                  </a:lnTo>
                  <a:lnTo>
                    <a:pt x="479621" y="5845"/>
                  </a:lnTo>
                  <a:lnTo>
                    <a:pt x="490279" y="5807"/>
                  </a:lnTo>
                  <a:lnTo>
                    <a:pt x="500938" y="5769"/>
                  </a:lnTo>
                  <a:lnTo>
                    <a:pt x="511596" y="5731"/>
                  </a:lnTo>
                  <a:lnTo>
                    <a:pt x="522254" y="5693"/>
                  </a:lnTo>
                  <a:lnTo>
                    <a:pt x="532913" y="5656"/>
                  </a:lnTo>
                  <a:lnTo>
                    <a:pt x="543571" y="5618"/>
                  </a:lnTo>
                  <a:lnTo>
                    <a:pt x="554229" y="5580"/>
                  </a:lnTo>
                  <a:lnTo>
                    <a:pt x="564887" y="5542"/>
                  </a:lnTo>
                  <a:lnTo>
                    <a:pt x="575546" y="5504"/>
                  </a:lnTo>
                  <a:lnTo>
                    <a:pt x="586204" y="5466"/>
                  </a:lnTo>
                  <a:lnTo>
                    <a:pt x="596862" y="5428"/>
                  </a:lnTo>
                  <a:lnTo>
                    <a:pt x="607520" y="5390"/>
                  </a:lnTo>
                  <a:lnTo>
                    <a:pt x="618179" y="5352"/>
                  </a:lnTo>
                  <a:lnTo>
                    <a:pt x="628837" y="5314"/>
                  </a:lnTo>
                  <a:lnTo>
                    <a:pt x="639495" y="5276"/>
                  </a:lnTo>
                  <a:lnTo>
                    <a:pt x="650153" y="5238"/>
                  </a:lnTo>
                  <a:lnTo>
                    <a:pt x="660812" y="5200"/>
                  </a:lnTo>
                  <a:lnTo>
                    <a:pt x="671470" y="5162"/>
                  </a:lnTo>
                  <a:lnTo>
                    <a:pt x="682128" y="5124"/>
                  </a:lnTo>
                  <a:lnTo>
                    <a:pt x="692786" y="5086"/>
                  </a:lnTo>
                  <a:lnTo>
                    <a:pt x="703445" y="5048"/>
                  </a:lnTo>
                  <a:lnTo>
                    <a:pt x="714103" y="5010"/>
                  </a:lnTo>
                  <a:lnTo>
                    <a:pt x="724761" y="4972"/>
                  </a:lnTo>
                  <a:lnTo>
                    <a:pt x="735419" y="4934"/>
                  </a:lnTo>
                  <a:lnTo>
                    <a:pt x="746078" y="4896"/>
                  </a:lnTo>
                  <a:lnTo>
                    <a:pt x="756736" y="4858"/>
                  </a:lnTo>
                  <a:lnTo>
                    <a:pt x="767394" y="4820"/>
                  </a:lnTo>
                  <a:lnTo>
                    <a:pt x="778053" y="4782"/>
                  </a:lnTo>
                  <a:lnTo>
                    <a:pt x="788711" y="4744"/>
                  </a:lnTo>
                  <a:lnTo>
                    <a:pt x="799369" y="4707"/>
                  </a:lnTo>
                  <a:lnTo>
                    <a:pt x="810027" y="4669"/>
                  </a:lnTo>
                  <a:lnTo>
                    <a:pt x="820686" y="4631"/>
                  </a:lnTo>
                  <a:lnTo>
                    <a:pt x="831344" y="4593"/>
                  </a:lnTo>
                  <a:lnTo>
                    <a:pt x="842002" y="4555"/>
                  </a:lnTo>
                  <a:lnTo>
                    <a:pt x="852660" y="4517"/>
                  </a:lnTo>
                  <a:lnTo>
                    <a:pt x="863319" y="4479"/>
                  </a:lnTo>
                  <a:lnTo>
                    <a:pt x="873977" y="4441"/>
                  </a:lnTo>
                  <a:lnTo>
                    <a:pt x="884635" y="4403"/>
                  </a:lnTo>
                  <a:lnTo>
                    <a:pt x="895293" y="4365"/>
                  </a:lnTo>
                  <a:lnTo>
                    <a:pt x="905952" y="4327"/>
                  </a:lnTo>
                  <a:lnTo>
                    <a:pt x="916610" y="4289"/>
                  </a:lnTo>
                  <a:lnTo>
                    <a:pt x="927268" y="4251"/>
                  </a:lnTo>
                  <a:lnTo>
                    <a:pt x="937926" y="4213"/>
                  </a:lnTo>
                  <a:lnTo>
                    <a:pt x="948585" y="4175"/>
                  </a:lnTo>
                  <a:lnTo>
                    <a:pt x="959243" y="4137"/>
                  </a:lnTo>
                  <a:lnTo>
                    <a:pt x="969901" y="4099"/>
                  </a:lnTo>
                  <a:lnTo>
                    <a:pt x="980559" y="4061"/>
                  </a:lnTo>
                  <a:lnTo>
                    <a:pt x="991218" y="4023"/>
                  </a:lnTo>
                  <a:lnTo>
                    <a:pt x="1001876" y="3985"/>
                  </a:lnTo>
                  <a:lnTo>
                    <a:pt x="1012534" y="3947"/>
                  </a:lnTo>
                  <a:lnTo>
                    <a:pt x="1023193" y="3909"/>
                  </a:lnTo>
                  <a:lnTo>
                    <a:pt x="1033851" y="3871"/>
                  </a:lnTo>
                  <a:lnTo>
                    <a:pt x="1044509" y="3833"/>
                  </a:lnTo>
                  <a:lnTo>
                    <a:pt x="1055167" y="3795"/>
                  </a:lnTo>
                  <a:lnTo>
                    <a:pt x="1065826" y="3758"/>
                  </a:lnTo>
                  <a:lnTo>
                    <a:pt x="1076484" y="3720"/>
                  </a:lnTo>
                  <a:lnTo>
                    <a:pt x="1087142" y="3682"/>
                  </a:lnTo>
                  <a:lnTo>
                    <a:pt x="1097800" y="3644"/>
                  </a:lnTo>
                  <a:lnTo>
                    <a:pt x="1108459" y="3606"/>
                  </a:lnTo>
                  <a:lnTo>
                    <a:pt x="1119117" y="3568"/>
                  </a:lnTo>
                  <a:lnTo>
                    <a:pt x="1129775" y="3530"/>
                  </a:lnTo>
                  <a:lnTo>
                    <a:pt x="1140433" y="3492"/>
                  </a:lnTo>
                  <a:lnTo>
                    <a:pt x="1151092" y="3454"/>
                  </a:lnTo>
                  <a:lnTo>
                    <a:pt x="1161750" y="3416"/>
                  </a:lnTo>
                  <a:lnTo>
                    <a:pt x="1172408" y="3378"/>
                  </a:lnTo>
                  <a:lnTo>
                    <a:pt x="1183066" y="3340"/>
                  </a:lnTo>
                  <a:lnTo>
                    <a:pt x="1193725" y="3302"/>
                  </a:lnTo>
                  <a:lnTo>
                    <a:pt x="1204383" y="3264"/>
                  </a:lnTo>
                  <a:lnTo>
                    <a:pt x="1215041" y="3226"/>
                  </a:lnTo>
                  <a:lnTo>
                    <a:pt x="1225699" y="3188"/>
                  </a:lnTo>
                  <a:lnTo>
                    <a:pt x="1236358" y="3150"/>
                  </a:lnTo>
                  <a:lnTo>
                    <a:pt x="1247016" y="3112"/>
                  </a:lnTo>
                  <a:lnTo>
                    <a:pt x="1257674" y="3074"/>
                  </a:lnTo>
                  <a:lnTo>
                    <a:pt x="1268333" y="3036"/>
                  </a:lnTo>
                  <a:lnTo>
                    <a:pt x="1278991" y="2998"/>
                  </a:lnTo>
                  <a:lnTo>
                    <a:pt x="1289649" y="2960"/>
                  </a:lnTo>
                  <a:lnTo>
                    <a:pt x="1300307" y="2922"/>
                  </a:lnTo>
                  <a:lnTo>
                    <a:pt x="1310966" y="2884"/>
                  </a:lnTo>
                  <a:lnTo>
                    <a:pt x="1321624" y="2846"/>
                  </a:lnTo>
                  <a:lnTo>
                    <a:pt x="1332282" y="2809"/>
                  </a:lnTo>
                  <a:lnTo>
                    <a:pt x="1342940" y="2771"/>
                  </a:lnTo>
                  <a:lnTo>
                    <a:pt x="1353599" y="2733"/>
                  </a:lnTo>
                  <a:lnTo>
                    <a:pt x="1364257" y="2695"/>
                  </a:lnTo>
                  <a:lnTo>
                    <a:pt x="1374915" y="2657"/>
                  </a:lnTo>
                  <a:lnTo>
                    <a:pt x="1385573" y="2619"/>
                  </a:lnTo>
                  <a:lnTo>
                    <a:pt x="1396232" y="2581"/>
                  </a:lnTo>
                  <a:lnTo>
                    <a:pt x="1406890" y="2543"/>
                  </a:lnTo>
                  <a:lnTo>
                    <a:pt x="1417548" y="2505"/>
                  </a:lnTo>
                  <a:lnTo>
                    <a:pt x="1428206" y="2467"/>
                  </a:lnTo>
                  <a:lnTo>
                    <a:pt x="1438865" y="2429"/>
                  </a:lnTo>
                  <a:lnTo>
                    <a:pt x="1449523" y="2391"/>
                  </a:lnTo>
                  <a:lnTo>
                    <a:pt x="1460181" y="2353"/>
                  </a:lnTo>
                  <a:lnTo>
                    <a:pt x="1470839" y="2315"/>
                  </a:lnTo>
                  <a:lnTo>
                    <a:pt x="1481498" y="2277"/>
                  </a:lnTo>
                  <a:lnTo>
                    <a:pt x="1492156" y="2239"/>
                  </a:lnTo>
                  <a:lnTo>
                    <a:pt x="1502814" y="2201"/>
                  </a:lnTo>
                  <a:lnTo>
                    <a:pt x="1513473" y="2163"/>
                  </a:lnTo>
                  <a:lnTo>
                    <a:pt x="1524131" y="2125"/>
                  </a:lnTo>
                  <a:lnTo>
                    <a:pt x="1534789" y="2087"/>
                  </a:lnTo>
                  <a:lnTo>
                    <a:pt x="1545447" y="2049"/>
                  </a:lnTo>
                  <a:lnTo>
                    <a:pt x="1556106" y="2011"/>
                  </a:lnTo>
                  <a:lnTo>
                    <a:pt x="1566764" y="1973"/>
                  </a:lnTo>
                  <a:lnTo>
                    <a:pt x="1577422" y="1935"/>
                  </a:lnTo>
                  <a:lnTo>
                    <a:pt x="1588080" y="1897"/>
                  </a:lnTo>
                  <a:lnTo>
                    <a:pt x="1598739" y="1860"/>
                  </a:lnTo>
                  <a:lnTo>
                    <a:pt x="1609397" y="1822"/>
                  </a:lnTo>
                  <a:lnTo>
                    <a:pt x="1620055" y="1784"/>
                  </a:lnTo>
                  <a:lnTo>
                    <a:pt x="1630713" y="1746"/>
                  </a:lnTo>
                  <a:lnTo>
                    <a:pt x="1641372" y="1708"/>
                  </a:lnTo>
                  <a:lnTo>
                    <a:pt x="1652030" y="1670"/>
                  </a:lnTo>
                  <a:lnTo>
                    <a:pt x="1662688" y="1632"/>
                  </a:lnTo>
                  <a:lnTo>
                    <a:pt x="1673346" y="1594"/>
                  </a:lnTo>
                  <a:lnTo>
                    <a:pt x="1684005" y="1556"/>
                  </a:lnTo>
                  <a:lnTo>
                    <a:pt x="1694663" y="1518"/>
                  </a:lnTo>
                  <a:lnTo>
                    <a:pt x="1705321" y="1480"/>
                  </a:lnTo>
                  <a:lnTo>
                    <a:pt x="1715979" y="1442"/>
                  </a:lnTo>
                  <a:lnTo>
                    <a:pt x="1726638" y="1404"/>
                  </a:lnTo>
                  <a:lnTo>
                    <a:pt x="1737296" y="1366"/>
                  </a:lnTo>
                  <a:lnTo>
                    <a:pt x="1747954" y="1328"/>
                  </a:lnTo>
                  <a:lnTo>
                    <a:pt x="1758613" y="1290"/>
                  </a:lnTo>
                  <a:lnTo>
                    <a:pt x="1769271" y="1252"/>
                  </a:lnTo>
                  <a:lnTo>
                    <a:pt x="1779929" y="1214"/>
                  </a:lnTo>
                  <a:lnTo>
                    <a:pt x="1790587" y="1176"/>
                  </a:lnTo>
                  <a:lnTo>
                    <a:pt x="1801246" y="1138"/>
                  </a:lnTo>
                  <a:lnTo>
                    <a:pt x="1811904" y="1100"/>
                  </a:lnTo>
                  <a:lnTo>
                    <a:pt x="1822562" y="1062"/>
                  </a:lnTo>
                  <a:lnTo>
                    <a:pt x="1833220" y="1024"/>
                  </a:lnTo>
                  <a:lnTo>
                    <a:pt x="1843879" y="986"/>
                  </a:lnTo>
                  <a:lnTo>
                    <a:pt x="1854537" y="948"/>
                  </a:lnTo>
                  <a:lnTo>
                    <a:pt x="1865195" y="911"/>
                  </a:lnTo>
                  <a:lnTo>
                    <a:pt x="1875853" y="873"/>
                  </a:lnTo>
                  <a:lnTo>
                    <a:pt x="1886512" y="835"/>
                  </a:lnTo>
                  <a:lnTo>
                    <a:pt x="1897170" y="797"/>
                  </a:lnTo>
                  <a:lnTo>
                    <a:pt x="1907828" y="759"/>
                  </a:lnTo>
                  <a:lnTo>
                    <a:pt x="1918486" y="721"/>
                  </a:lnTo>
                  <a:lnTo>
                    <a:pt x="1929145" y="683"/>
                  </a:lnTo>
                  <a:lnTo>
                    <a:pt x="1939803" y="645"/>
                  </a:lnTo>
                  <a:lnTo>
                    <a:pt x="1950461" y="607"/>
                  </a:lnTo>
                  <a:lnTo>
                    <a:pt x="1961119" y="569"/>
                  </a:lnTo>
                  <a:lnTo>
                    <a:pt x="1971778" y="531"/>
                  </a:lnTo>
                  <a:lnTo>
                    <a:pt x="1982436" y="493"/>
                  </a:lnTo>
                  <a:lnTo>
                    <a:pt x="1993094" y="455"/>
                  </a:lnTo>
                  <a:lnTo>
                    <a:pt x="2003753" y="417"/>
                  </a:lnTo>
                  <a:lnTo>
                    <a:pt x="2014411" y="379"/>
                  </a:lnTo>
                  <a:lnTo>
                    <a:pt x="2025069" y="341"/>
                  </a:lnTo>
                  <a:lnTo>
                    <a:pt x="2035727" y="303"/>
                  </a:lnTo>
                  <a:lnTo>
                    <a:pt x="2046386" y="265"/>
                  </a:lnTo>
                  <a:lnTo>
                    <a:pt x="2057044" y="227"/>
                  </a:lnTo>
                  <a:lnTo>
                    <a:pt x="2067702" y="189"/>
                  </a:lnTo>
                  <a:lnTo>
                    <a:pt x="2078360" y="151"/>
                  </a:lnTo>
                  <a:lnTo>
                    <a:pt x="2089019" y="113"/>
                  </a:lnTo>
                  <a:lnTo>
                    <a:pt x="2099677" y="75"/>
                  </a:lnTo>
                  <a:lnTo>
                    <a:pt x="2110335" y="37"/>
                  </a:lnTo>
                  <a:lnTo>
                    <a:pt x="2120993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l33612"/>
            <p:cNvSpPr/>
            <p:nvPr/>
          </p:nvSpPr>
          <p:spPr>
            <a:xfrm>
              <a:off x="6062358" y="2963958"/>
              <a:ext cx="3228182" cy="591698"/>
            </a:xfrm>
            <a:custGeom>
              <a:avLst/>
              <a:pathLst>
                <a:path w="3228182" h="591698">
                  <a:moveTo>
                    <a:pt x="0" y="591698"/>
                  </a:moveTo>
                  <a:lnTo>
                    <a:pt x="16222" y="588724"/>
                  </a:lnTo>
                  <a:lnTo>
                    <a:pt x="32444" y="585751"/>
                  </a:lnTo>
                  <a:lnTo>
                    <a:pt x="48666" y="582778"/>
                  </a:lnTo>
                  <a:lnTo>
                    <a:pt x="64888" y="579804"/>
                  </a:lnTo>
                  <a:lnTo>
                    <a:pt x="81110" y="576831"/>
                  </a:lnTo>
                  <a:lnTo>
                    <a:pt x="97332" y="573858"/>
                  </a:lnTo>
                  <a:lnTo>
                    <a:pt x="113554" y="570884"/>
                  </a:lnTo>
                  <a:lnTo>
                    <a:pt x="129776" y="567911"/>
                  </a:lnTo>
                  <a:lnTo>
                    <a:pt x="145998" y="564938"/>
                  </a:lnTo>
                  <a:lnTo>
                    <a:pt x="162220" y="561964"/>
                  </a:lnTo>
                  <a:lnTo>
                    <a:pt x="178442" y="558991"/>
                  </a:lnTo>
                  <a:lnTo>
                    <a:pt x="194664" y="556017"/>
                  </a:lnTo>
                  <a:lnTo>
                    <a:pt x="210886" y="553044"/>
                  </a:lnTo>
                  <a:lnTo>
                    <a:pt x="227108" y="550071"/>
                  </a:lnTo>
                  <a:lnTo>
                    <a:pt x="243330" y="547097"/>
                  </a:lnTo>
                  <a:lnTo>
                    <a:pt x="259552" y="544124"/>
                  </a:lnTo>
                  <a:lnTo>
                    <a:pt x="275774" y="541151"/>
                  </a:lnTo>
                  <a:lnTo>
                    <a:pt x="291996" y="538177"/>
                  </a:lnTo>
                  <a:lnTo>
                    <a:pt x="308218" y="535204"/>
                  </a:lnTo>
                  <a:lnTo>
                    <a:pt x="324440" y="532231"/>
                  </a:lnTo>
                  <a:lnTo>
                    <a:pt x="340662" y="529257"/>
                  </a:lnTo>
                  <a:lnTo>
                    <a:pt x="356884" y="526284"/>
                  </a:lnTo>
                  <a:lnTo>
                    <a:pt x="373106" y="523311"/>
                  </a:lnTo>
                  <a:lnTo>
                    <a:pt x="389328" y="520337"/>
                  </a:lnTo>
                  <a:lnTo>
                    <a:pt x="405550" y="517364"/>
                  </a:lnTo>
                  <a:lnTo>
                    <a:pt x="421772" y="514390"/>
                  </a:lnTo>
                  <a:lnTo>
                    <a:pt x="437994" y="511417"/>
                  </a:lnTo>
                  <a:lnTo>
                    <a:pt x="454216" y="508444"/>
                  </a:lnTo>
                  <a:lnTo>
                    <a:pt x="470438" y="505470"/>
                  </a:lnTo>
                  <a:lnTo>
                    <a:pt x="486660" y="502497"/>
                  </a:lnTo>
                  <a:lnTo>
                    <a:pt x="502882" y="499524"/>
                  </a:lnTo>
                  <a:lnTo>
                    <a:pt x="519104" y="496550"/>
                  </a:lnTo>
                  <a:lnTo>
                    <a:pt x="535326" y="493577"/>
                  </a:lnTo>
                  <a:lnTo>
                    <a:pt x="551548" y="490604"/>
                  </a:lnTo>
                  <a:lnTo>
                    <a:pt x="567770" y="487630"/>
                  </a:lnTo>
                  <a:lnTo>
                    <a:pt x="583992" y="484657"/>
                  </a:lnTo>
                  <a:lnTo>
                    <a:pt x="600214" y="481684"/>
                  </a:lnTo>
                  <a:lnTo>
                    <a:pt x="616436" y="478710"/>
                  </a:lnTo>
                  <a:lnTo>
                    <a:pt x="632658" y="475737"/>
                  </a:lnTo>
                  <a:lnTo>
                    <a:pt x="648880" y="472763"/>
                  </a:lnTo>
                  <a:lnTo>
                    <a:pt x="665103" y="469790"/>
                  </a:lnTo>
                  <a:lnTo>
                    <a:pt x="681325" y="466817"/>
                  </a:lnTo>
                  <a:lnTo>
                    <a:pt x="697547" y="463843"/>
                  </a:lnTo>
                  <a:lnTo>
                    <a:pt x="713769" y="460870"/>
                  </a:lnTo>
                  <a:lnTo>
                    <a:pt x="729991" y="457897"/>
                  </a:lnTo>
                  <a:lnTo>
                    <a:pt x="746213" y="454923"/>
                  </a:lnTo>
                  <a:lnTo>
                    <a:pt x="762435" y="451950"/>
                  </a:lnTo>
                  <a:lnTo>
                    <a:pt x="778657" y="448977"/>
                  </a:lnTo>
                  <a:lnTo>
                    <a:pt x="794879" y="446003"/>
                  </a:lnTo>
                  <a:lnTo>
                    <a:pt x="811101" y="443030"/>
                  </a:lnTo>
                  <a:lnTo>
                    <a:pt x="827323" y="440056"/>
                  </a:lnTo>
                  <a:lnTo>
                    <a:pt x="843545" y="437083"/>
                  </a:lnTo>
                  <a:lnTo>
                    <a:pt x="859767" y="434110"/>
                  </a:lnTo>
                  <a:lnTo>
                    <a:pt x="875989" y="431136"/>
                  </a:lnTo>
                  <a:lnTo>
                    <a:pt x="892211" y="428163"/>
                  </a:lnTo>
                  <a:lnTo>
                    <a:pt x="908433" y="425190"/>
                  </a:lnTo>
                  <a:lnTo>
                    <a:pt x="924655" y="422216"/>
                  </a:lnTo>
                  <a:lnTo>
                    <a:pt x="940877" y="419243"/>
                  </a:lnTo>
                  <a:lnTo>
                    <a:pt x="957099" y="416270"/>
                  </a:lnTo>
                  <a:lnTo>
                    <a:pt x="973321" y="413296"/>
                  </a:lnTo>
                  <a:lnTo>
                    <a:pt x="989543" y="410323"/>
                  </a:lnTo>
                  <a:lnTo>
                    <a:pt x="1005765" y="407350"/>
                  </a:lnTo>
                  <a:lnTo>
                    <a:pt x="1021987" y="404376"/>
                  </a:lnTo>
                  <a:lnTo>
                    <a:pt x="1038209" y="401403"/>
                  </a:lnTo>
                  <a:lnTo>
                    <a:pt x="1054431" y="398429"/>
                  </a:lnTo>
                  <a:lnTo>
                    <a:pt x="1070653" y="395456"/>
                  </a:lnTo>
                  <a:lnTo>
                    <a:pt x="1086875" y="392483"/>
                  </a:lnTo>
                  <a:lnTo>
                    <a:pt x="1103097" y="389509"/>
                  </a:lnTo>
                  <a:lnTo>
                    <a:pt x="1119319" y="386536"/>
                  </a:lnTo>
                  <a:lnTo>
                    <a:pt x="1135541" y="383563"/>
                  </a:lnTo>
                  <a:lnTo>
                    <a:pt x="1151763" y="380589"/>
                  </a:lnTo>
                  <a:lnTo>
                    <a:pt x="1167985" y="377616"/>
                  </a:lnTo>
                  <a:lnTo>
                    <a:pt x="1184207" y="374643"/>
                  </a:lnTo>
                  <a:lnTo>
                    <a:pt x="1200429" y="371669"/>
                  </a:lnTo>
                  <a:lnTo>
                    <a:pt x="1216651" y="368696"/>
                  </a:lnTo>
                  <a:lnTo>
                    <a:pt x="1232873" y="365723"/>
                  </a:lnTo>
                  <a:lnTo>
                    <a:pt x="1249095" y="362749"/>
                  </a:lnTo>
                  <a:lnTo>
                    <a:pt x="1265317" y="359776"/>
                  </a:lnTo>
                  <a:lnTo>
                    <a:pt x="1281539" y="356802"/>
                  </a:lnTo>
                  <a:lnTo>
                    <a:pt x="1297761" y="353829"/>
                  </a:lnTo>
                  <a:lnTo>
                    <a:pt x="1313984" y="350856"/>
                  </a:lnTo>
                  <a:lnTo>
                    <a:pt x="1330206" y="347882"/>
                  </a:lnTo>
                  <a:lnTo>
                    <a:pt x="1346428" y="344909"/>
                  </a:lnTo>
                  <a:lnTo>
                    <a:pt x="1362650" y="341936"/>
                  </a:lnTo>
                  <a:lnTo>
                    <a:pt x="1378872" y="338962"/>
                  </a:lnTo>
                  <a:lnTo>
                    <a:pt x="1395094" y="335989"/>
                  </a:lnTo>
                  <a:lnTo>
                    <a:pt x="1411316" y="333016"/>
                  </a:lnTo>
                  <a:lnTo>
                    <a:pt x="1427538" y="330042"/>
                  </a:lnTo>
                  <a:lnTo>
                    <a:pt x="1443760" y="327069"/>
                  </a:lnTo>
                  <a:lnTo>
                    <a:pt x="1459982" y="324096"/>
                  </a:lnTo>
                  <a:lnTo>
                    <a:pt x="1476204" y="321122"/>
                  </a:lnTo>
                  <a:lnTo>
                    <a:pt x="1492426" y="318149"/>
                  </a:lnTo>
                  <a:lnTo>
                    <a:pt x="1508648" y="315175"/>
                  </a:lnTo>
                  <a:lnTo>
                    <a:pt x="1524870" y="312202"/>
                  </a:lnTo>
                  <a:lnTo>
                    <a:pt x="1541092" y="309229"/>
                  </a:lnTo>
                  <a:lnTo>
                    <a:pt x="1557314" y="306255"/>
                  </a:lnTo>
                  <a:lnTo>
                    <a:pt x="1573536" y="303282"/>
                  </a:lnTo>
                  <a:lnTo>
                    <a:pt x="1589758" y="300309"/>
                  </a:lnTo>
                  <a:lnTo>
                    <a:pt x="1605980" y="297335"/>
                  </a:lnTo>
                  <a:lnTo>
                    <a:pt x="1622202" y="294362"/>
                  </a:lnTo>
                  <a:lnTo>
                    <a:pt x="1638424" y="291389"/>
                  </a:lnTo>
                  <a:lnTo>
                    <a:pt x="1654646" y="288415"/>
                  </a:lnTo>
                  <a:lnTo>
                    <a:pt x="1670868" y="285442"/>
                  </a:lnTo>
                  <a:lnTo>
                    <a:pt x="1687090" y="282469"/>
                  </a:lnTo>
                  <a:lnTo>
                    <a:pt x="1703312" y="279495"/>
                  </a:lnTo>
                  <a:lnTo>
                    <a:pt x="1719534" y="276522"/>
                  </a:lnTo>
                  <a:lnTo>
                    <a:pt x="1735756" y="273548"/>
                  </a:lnTo>
                  <a:lnTo>
                    <a:pt x="1751978" y="270575"/>
                  </a:lnTo>
                  <a:lnTo>
                    <a:pt x="1768200" y="267602"/>
                  </a:lnTo>
                  <a:lnTo>
                    <a:pt x="1784422" y="264628"/>
                  </a:lnTo>
                  <a:lnTo>
                    <a:pt x="1800644" y="261655"/>
                  </a:lnTo>
                  <a:lnTo>
                    <a:pt x="1816866" y="258682"/>
                  </a:lnTo>
                  <a:lnTo>
                    <a:pt x="1833088" y="255708"/>
                  </a:lnTo>
                  <a:lnTo>
                    <a:pt x="1849310" y="252735"/>
                  </a:lnTo>
                  <a:lnTo>
                    <a:pt x="1865532" y="249762"/>
                  </a:lnTo>
                  <a:lnTo>
                    <a:pt x="1881754" y="246788"/>
                  </a:lnTo>
                  <a:lnTo>
                    <a:pt x="1897976" y="243815"/>
                  </a:lnTo>
                  <a:lnTo>
                    <a:pt x="1914198" y="240842"/>
                  </a:lnTo>
                  <a:lnTo>
                    <a:pt x="1930420" y="237868"/>
                  </a:lnTo>
                  <a:lnTo>
                    <a:pt x="1946642" y="234895"/>
                  </a:lnTo>
                  <a:lnTo>
                    <a:pt x="1962865" y="231921"/>
                  </a:lnTo>
                  <a:lnTo>
                    <a:pt x="1979087" y="228948"/>
                  </a:lnTo>
                  <a:lnTo>
                    <a:pt x="1995309" y="225975"/>
                  </a:lnTo>
                  <a:lnTo>
                    <a:pt x="2011531" y="223001"/>
                  </a:lnTo>
                  <a:lnTo>
                    <a:pt x="2027753" y="220028"/>
                  </a:lnTo>
                  <a:lnTo>
                    <a:pt x="2043975" y="217055"/>
                  </a:lnTo>
                  <a:lnTo>
                    <a:pt x="2060197" y="214081"/>
                  </a:lnTo>
                  <a:lnTo>
                    <a:pt x="2076419" y="211108"/>
                  </a:lnTo>
                  <a:lnTo>
                    <a:pt x="2092641" y="208135"/>
                  </a:lnTo>
                  <a:lnTo>
                    <a:pt x="2108863" y="205161"/>
                  </a:lnTo>
                  <a:lnTo>
                    <a:pt x="2125085" y="202188"/>
                  </a:lnTo>
                  <a:lnTo>
                    <a:pt x="2141307" y="199214"/>
                  </a:lnTo>
                  <a:lnTo>
                    <a:pt x="2157529" y="196241"/>
                  </a:lnTo>
                  <a:lnTo>
                    <a:pt x="2173751" y="193268"/>
                  </a:lnTo>
                  <a:lnTo>
                    <a:pt x="2189973" y="190294"/>
                  </a:lnTo>
                  <a:lnTo>
                    <a:pt x="2206195" y="187321"/>
                  </a:lnTo>
                  <a:lnTo>
                    <a:pt x="2222417" y="184348"/>
                  </a:lnTo>
                  <a:lnTo>
                    <a:pt x="2238639" y="181374"/>
                  </a:lnTo>
                  <a:lnTo>
                    <a:pt x="2254861" y="178401"/>
                  </a:lnTo>
                  <a:lnTo>
                    <a:pt x="2271083" y="175428"/>
                  </a:lnTo>
                  <a:lnTo>
                    <a:pt x="2287305" y="172454"/>
                  </a:lnTo>
                  <a:lnTo>
                    <a:pt x="2303527" y="169481"/>
                  </a:lnTo>
                  <a:lnTo>
                    <a:pt x="2319749" y="166508"/>
                  </a:lnTo>
                  <a:lnTo>
                    <a:pt x="2335971" y="163534"/>
                  </a:lnTo>
                  <a:lnTo>
                    <a:pt x="2352193" y="160561"/>
                  </a:lnTo>
                  <a:lnTo>
                    <a:pt x="2368415" y="157587"/>
                  </a:lnTo>
                  <a:lnTo>
                    <a:pt x="2384637" y="154614"/>
                  </a:lnTo>
                  <a:lnTo>
                    <a:pt x="2400859" y="151641"/>
                  </a:lnTo>
                  <a:lnTo>
                    <a:pt x="2417081" y="148667"/>
                  </a:lnTo>
                  <a:lnTo>
                    <a:pt x="2433303" y="145694"/>
                  </a:lnTo>
                  <a:lnTo>
                    <a:pt x="2449525" y="142721"/>
                  </a:lnTo>
                  <a:lnTo>
                    <a:pt x="2465747" y="139747"/>
                  </a:lnTo>
                  <a:lnTo>
                    <a:pt x="2481969" y="136774"/>
                  </a:lnTo>
                  <a:lnTo>
                    <a:pt x="2498191" y="133801"/>
                  </a:lnTo>
                  <a:lnTo>
                    <a:pt x="2514413" y="130827"/>
                  </a:lnTo>
                  <a:lnTo>
                    <a:pt x="2530635" y="127854"/>
                  </a:lnTo>
                  <a:lnTo>
                    <a:pt x="2546857" y="124881"/>
                  </a:lnTo>
                  <a:lnTo>
                    <a:pt x="2563079" y="121907"/>
                  </a:lnTo>
                  <a:lnTo>
                    <a:pt x="2579301" y="118934"/>
                  </a:lnTo>
                  <a:lnTo>
                    <a:pt x="2595523" y="115960"/>
                  </a:lnTo>
                  <a:lnTo>
                    <a:pt x="2611745" y="112987"/>
                  </a:lnTo>
                  <a:lnTo>
                    <a:pt x="2627968" y="110014"/>
                  </a:lnTo>
                  <a:lnTo>
                    <a:pt x="2644190" y="107040"/>
                  </a:lnTo>
                  <a:lnTo>
                    <a:pt x="2660412" y="104067"/>
                  </a:lnTo>
                  <a:lnTo>
                    <a:pt x="2676634" y="101094"/>
                  </a:lnTo>
                  <a:lnTo>
                    <a:pt x="2692856" y="98120"/>
                  </a:lnTo>
                  <a:lnTo>
                    <a:pt x="2709078" y="95147"/>
                  </a:lnTo>
                  <a:lnTo>
                    <a:pt x="2725300" y="92174"/>
                  </a:lnTo>
                  <a:lnTo>
                    <a:pt x="2741522" y="89200"/>
                  </a:lnTo>
                  <a:lnTo>
                    <a:pt x="2757744" y="86227"/>
                  </a:lnTo>
                  <a:lnTo>
                    <a:pt x="2773966" y="83254"/>
                  </a:lnTo>
                  <a:lnTo>
                    <a:pt x="2790188" y="80280"/>
                  </a:lnTo>
                  <a:lnTo>
                    <a:pt x="2806410" y="77307"/>
                  </a:lnTo>
                  <a:lnTo>
                    <a:pt x="2822632" y="74333"/>
                  </a:lnTo>
                  <a:lnTo>
                    <a:pt x="2838854" y="71360"/>
                  </a:lnTo>
                  <a:lnTo>
                    <a:pt x="2855076" y="68387"/>
                  </a:lnTo>
                  <a:lnTo>
                    <a:pt x="2871298" y="65413"/>
                  </a:lnTo>
                  <a:lnTo>
                    <a:pt x="2887520" y="62440"/>
                  </a:lnTo>
                  <a:lnTo>
                    <a:pt x="2903742" y="59467"/>
                  </a:lnTo>
                  <a:lnTo>
                    <a:pt x="2919964" y="56493"/>
                  </a:lnTo>
                  <a:lnTo>
                    <a:pt x="2936186" y="53520"/>
                  </a:lnTo>
                  <a:lnTo>
                    <a:pt x="2952408" y="50547"/>
                  </a:lnTo>
                  <a:lnTo>
                    <a:pt x="2968630" y="47573"/>
                  </a:lnTo>
                  <a:lnTo>
                    <a:pt x="2984852" y="44600"/>
                  </a:lnTo>
                  <a:lnTo>
                    <a:pt x="3001074" y="41627"/>
                  </a:lnTo>
                  <a:lnTo>
                    <a:pt x="3017296" y="38653"/>
                  </a:lnTo>
                  <a:lnTo>
                    <a:pt x="3033518" y="35680"/>
                  </a:lnTo>
                  <a:lnTo>
                    <a:pt x="3049740" y="32706"/>
                  </a:lnTo>
                  <a:lnTo>
                    <a:pt x="3065962" y="29733"/>
                  </a:lnTo>
                  <a:lnTo>
                    <a:pt x="3082184" y="26760"/>
                  </a:lnTo>
                  <a:lnTo>
                    <a:pt x="3098406" y="23786"/>
                  </a:lnTo>
                  <a:lnTo>
                    <a:pt x="3114628" y="20813"/>
                  </a:lnTo>
                  <a:lnTo>
                    <a:pt x="3130850" y="17840"/>
                  </a:lnTo>
                  <a:lnTo>
                    <a:pt x="3147072" y="14866"/>
                  </a:lnTo>
                  <a:lnTo>
                    <a:pt x="3163294" y="11893"/>
                  </a:lnTo>
                  <a:lnTo>
                    <a:pt x="3179516" y="8920"/>
                  </a:lnTo>
                  <a:lnTo>
                    <a:pt x="3195738" y="5946"/>
                  </a:lnTo>
                  <a:lnTo>
                    <a:pt x="3211960" y="2973"/>
                  </a:lnTo>
                  <a:lnTo>
                    <a:pt x="3228182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l33613"/>
            <p:cNvSpPr/>
            <p:nvPr/>
          </p:nvSpPr>
          <p:spPr>
            <a:xfrm>
              <a:off x="7171520" y="3121366"/>
              <a:ext cx="2739562" cy="203090"/>
            </a:xfrm>
            <a:custGeom>
              <a:avLst/>
              <a:pathLst>
                <a:path w="2739562" h="203090">
                  <a:moveTo>
                    <a:pt x="0" y="203090"/>
                  </a:moveTo>
                  <a:lnTo>
                    <a:pt x="13766" y="202070"/>
                  </a:lnTo>
                  <a:lnTo>
                    <a:pt x="27533" y="201049"/>
                  </a:lnTo>
                  <a:lnTo>
                    <a:pt x="41299" y="200028"/>
                  </a:lnTo>
                  <a:lnTo>
                    <a:pt x="55066" y="199008"/>
                  </a:lnTo>
                  <a:lnTo>
                    <a:pt x="68833" y="197987"/>
                  </a:lnTo>
                  <a:lnTo>
                    <a:pt x="82599" y="196967"/>
                  </a:lnTo>
                  <a:lnTo>
                    <a:pt x="96366" y="195946"/>
                  </a:lnTo>
                  <a:lnTo>
                    <a:pt x="110133" y="194926"/>
                  </a:lnTo>
                  <a:lnTo>
                    <a:pt x="123899" y="193905"/>
                  </a:lnTo>
                  <a:lnTo>
                    <a:pt x="137666" y="192885"/>
                  </a:lnTo>
                  <a:lnTo>
                    <a:pt x="151433" y="191864"/>
                  </a:lnTo>
                  <a:lnTo>
                    <a:pt x="165199" y="190843"/>
                  </a:lnTo>
                  <a:lnTo>
                    <a:pt x="178966" y="189823"/>
                  </a:lnTo>
                  <a:lnTo>
                    <a:pt x="192733" y="188802"/>
                  </a:lnTo>
                  <a:lnTo>
                    <a:pt x="206499" y="187782"/>
                  </a:lnTo>
                  <a:lnTo>
                    <a:pt x="220266" y="186761"/>
                  </a:lnTo>
                  <a:lnTo>
                    <a:pt x="234032" y="185741"/>
                  </a:lnTo>
                  <a:lnTo>
                    <a:pt x="247799" y="184720"/>
                  </a:lnTo>
                  <a:lnTo>
                    <a:pt x="261566" y="183700"/>
                  </a:lnTo>
                  <a:lnTo>
                    <a:pt x="275332" y="182679"/>
                  </a:lnTo>
                  <a:lnTo>
                    <a:pt x="289099" y="181658"/>
                  </a:lnTo>
                  <a:lnTo>
                    <a:pt x="302866" y="180638"/>
                  </a:lnTo>
                  <a:lnTo>
                    <a:pt x="316632" y="179617"/>
                  </a:lnTo>
                  <a:lnTo>
                    <a:pt x="330399" y="178597"/>
                  </a:lnTo>
                  <a:lnTo>
                    <a:pt x="344166" y="177576"/>
                  </a:lnTo>
                  <a:lnTo>
                    <a:pt x="357932" y="176556"/>
                  </a:lnTo>
                  <a:lnTo>
                    <a:pt x="371699" y="175535"/>
                  </a:lnTo>
                  <a:lnTo>
                    <a:pt x="385466" y="174515"/>
                  </a:lnTo>
                  <a:lnTo>
                    <a:pt x="399232" y="173494"/>
                  </a:lnTo>
                  <a:lnTo>
                    <a:pt x="412999" y="172473"/>
                  </a:lnTo>
                  <a:lnTo>
                    <a:pt x="426766" y="171453"/>
                  </a:lnTo>
                  <a:lnTo>
                    <a:pt x="440532" y="170432"/>
                  </a:lnTo>
                  <a:lnTo>
                    <a:pt x="454299" y="169412"/>
                  </a:lnTo>
                  <a:lnTo>
                    <a:pt x="468065" y="168391"/>
                  </a:lnTo>
                  <a:lnTo>
                    <a:pt x="481832" y="167371"/>
                  </a:lnTo>
                  <a:lnTo>
                    <a:pt x="495599" y="166350"/>
                  </a:lnTo>
                  <a:lnTo>
                    <a:pt x="509365" y="165330"/>
                  </a:lnTo>
                  <a:lnTo>
                    <a:pt x="523132" y="164309"/>
                  </a:lnTo>
                  <a:lnTo>
                    <a:pt x="536899" y="163288"/>
                  </a:lnTo>
                  <a:lnTo>
                    <a:pt x="550665" y="162268"/>
                  </a:lnTo>
                  <a:lnTo>
                    <a:pt x="564432" y="161247"/>
                  </a:lnTo>
                  <a:lnTo>
                    <a:pt x="578199" y="160227"/>
                  </a:lnTo>
                  <a:lnTo>
                    <a:pt x="591965" y="159206"/>
                  </a:lnTo>
                  <a:lnTo>
                    <a:pt x="605732" y="158186"/>
                  </a:lnTo>
                  <a:lnTo>
                    <a:pt x="619499" y="157165"/>
                  </a:lnTo>
                  <a:lnTo>
                    <a:pt x="633265" y="156145"/>
                  </a:lnTo>
                  <a:lnTo>
                    <a:pt x="647032" y="155124"/>
                  </a:lnTo>
                  <a:lnTo>
                    <a:pt x="660799" y="154103"/>
                  </a:lnTo>
                  <a:lnTo>
                    <a:pt x="674565" y="153083"/>
                  </a:lnTo>
                  <a:lnTo>
                    <a:pt x="688332" y="152062"/>
                  </a:lnTo>
                  <a:lnTo>
                    <a:pt x="702098" y="151042"/>
                  </a:lnTo>
                  <a:lnTo>
                    <a:pt x="715865" y="150021"/>
                  </a:lnTo>
                  <a:lnTo>
                    <a:pt x="729632" y="149001"/>
                  </a:lnTo>
                  <a:lnTo>
                    <a:pt x="743398" y="147980"/>
                  </a:lnTo>
                  <a:lnTo>
                    <a:pt x="757165" y="146960"/>
                  </a:lnTo>
                  <a:lnTo>
                    <a:pt x="770932" y="145939"/>
                  </a:lnTo>
                  <a:lnTo>
                    <a:pt x="784698" y="144918"/>
                  </a:lnTo>
                  <a:lnTo>
                    <a:pt x="798465" y="143898"/>
                  </a:lnTo>
                  <a:lnTo>
                    <a:pt x="812232" y="142877"/>
                  </a:lnTo>
                  <a:lnTo>
                    <a:pt x="825998" y="141857"/>
                  </a:lnTo>
                  <a:lnTo>
                    <a:pt x="839765" y="140836"/>
                  </a:lnTo>
                  <a:lnTo>
                    <a:pt x="853532" y="139816"/>
                  </a:lnTo>
                  <a:lnTo>
                    <a:pt x="867298" y="138795"/>
                  </a:lnTo>
                  <a:lnTo>
                    <a:pt x="881065" y="137775"/>
                  </a:lnTo>
                  <a:lnTo>
                    <a:pt x="894832" y="136754"/>
                  </a:lnTo>
                  <a:lnTo>
                    <a:pt x="908598" y="135733"/>
                  </a:lnTo>
                  <a:lnTo>
                    <a:pt x="922365" y="134713"/>
                  </a:lnTo>
                  <a:lnTo>
                    <a:pt x="936131" y="133692"/>
                  </a:lnTo>
                  <a:lnTo>
                    <a:pt x="949898" y="132672"/>
                  </a:lnTo>
                  <a:lnTo>
                    <a:pt x="963665" y="131651"/>
                  </a:lnTo>
                  <a:lnTo>
                    <a:pt x="977431" y="130631"/>
                  </a:lnTo>
                  <a:lnTo>
                    <a:pt x="991198" y="129610"/>
                  </a:lnTo>
                  <a:lnTo>
                    <a:pt x="1004965" y="128590"/>
                  </a:lnTo>
                  <a:lnTo>
                    <a:pt x="1018731" y="127569"/>
                  </a:lnTo>
                  <a:lnTo>
                    <a:pt x="1032498" y="126548"/>
                  </a:lnTo>
                  <a:lnTo>
                    <a:pt x="1046265" y="125528"/>
                  </a:lnTo>
                  <a:lnTo>
                    <a:pt x="1060031" y="124507"/>
                  </a:lnTo>
                  <a:lnTo>
                    <a:pt x="1073798" y="123487"/>
                  </a:lnTo>
                  <a:lnTo>
                    <a:pt x="1087565" y="122466"/>
                  </a:lnTo>
                  <a:lnTo>
                    <a:pt x="1101331" y="121446"/>
                  </a:lnTo>
                  <a:lnTo>
                    <a:pt x="1115098" y="120425"/>
                  </a:lnTo>
                  <a:lnTo>
                    <a:pt x="1128864" y="119405"/>
                  </a:lnTo>
                  <a:lnTo>
                    <a:pt x="1142631" y="118384"/>
                  </a:lnTo>
                  <a:lnTo>
                    <a:pt x="1156398" y="117363"/>
                  </a:lnTo>
                  <a:lnTo>
                    <a:pt x="1170164" y="116343"/>
                  </a:lnTo>
                  <a:lnTo>
                    <a:pt x="1183931" y="115322"/>
                  </a:lnTo>
                  <a:lnTo>
                    <a:pt x="1197698" y="114302"/>
                  </a:lnTo>
                  <a:lnTo>
                    <a:pt x="1211464" y="113281"/>
                  </a:lnTo>
                  <a:lnTo>
                    <a:pt x="1225231" y="112261"/>
                  </a:lnTo>
                  <a:lnTo>
                    <a:pt x="1238998" y="111240"/>
                  </a:lnTo>
                  <a:lnTo>
                    <a:pt x="1252764" y="110220"/>
                  </a:lnTo>
                  <a:lnTo>
                    <a:pt x="1266531" y="109199"/>
                  </a:lnTo>
                  <a:lnTo>
                    <a:pt x="1280298" y="108178"/>
                  </a:lnTo>
                  <a:lnTo>
                    <a:pt x="1294064" y="107158"/>
                  </a:lnTo>
                  <a:lnTo>
                    <a:pt x="1307831" y="106137"/>
                  </a:lnTo>
                  <a:lnTo>
                    <a:pt x="1321598" y="105117"/>
                  </a:lnTo>
                  <a:lnTo>
                    <a:pt x="1335364" y="104096"/>
                  </a:lnTo>
                  <a:lnTo>
                    <a:pt x="1349131" y="103076"/>
                  </a:lnTo>
                  <a:lnTo>
                    <a:pt x="1362897" y="102055"/>
                  </a:lnTo>
                  <a:lnTo>
                    <a:pt x="1376664" y="101035"/>
                  </a:lnTo>
                  <a:lnTo>
                    <a:pt x="1390431" y="100014"/>
                  </a:lnTo>
                  <a:lnTo>
                    <a:pt x="1404197" y="98993"/>
                  </a:lnTo>
                  <a:lnTo>
                    <a:pt x="1417964" y="97973"/>
                  </a:lnTo>
                  <a:lnTo>
                    <a:pt x="1431731" y="96952"/>
                  </a:lnTo>
                  <a:lnTo>
                    <a:pt x="1445497" y="95932"/>
                  </a:lnTo>
                  <a:lnTo>
                    <a:pt x="1459264" y="94911"/>
                  </a:lnTo>
                  <a:lnTo>
                    <a:pt x="1473031" y="93891"/>
                  </a:lnTo>
                  <a:lnTo>
                    <a:pt x="1486797" y="92870"/>
                  </a:lnTo>
                  <a:lnTo>
                    <a:pt x="1500564" y="91850"/>
                  </a:lnTo>
                  <a:lnTo>
                    <a:pt x="1514331" y="90829"/>
                  </a:lnTo>
                  <a:lnTo>
                    <a:pt x="1528097" y="89808"/>
                  </a:lnTo>
                  <a:lnTo>
                    <a:pt x="1541864" y="88788"/>
                  </a:lnTo>
                  <a:lnTo>
                    <a:pt x="1555631" y="87767"/>
                  </a:lnTo>
                  <a:lnTo>
                    <a:pt x="1569397" y="86747"/>
                  </a:lnTo>
                  <a:lnTo>
                    <a:pt x="1583164" y="85726"/>
                  </a:lnTo>
                  <a:lnTo>
                    <a:pt x="1596930" y="84706"/>
                  </a:lnTo>
                  <a:lnTo>
                    <a:pt x="1610697" y="83685"/>
                  </a:lnTo>
                  <a:lnTo>
                    <a:pt x="1624464" y="82665"/>
                  </a:lnTo>
                  <a:lnTo>
                    <a:pt x="1638230" y="81644"/>
                  </a:lnTo>
                  <a:lnTo>
                    <a:pt x="1651997" y="80623"/>
                  </a:lnTo>
                  <a:lnTo>
                    <a:pt x="1665764" y="79603"/>
                  </a:lnTo>
                  <a:lnTo>
                    <a:pt x="1679530" y="78582"/>
                  </a:lnTo>
                  <a:lnTo>
                    <a:pt x="1693297" y="77562"/>
                  </a:lnTo>
                  <a:lnTo>
                    <a:pt x="1707064" y="76541"/>
                  </a:lnTo>
                  <a:lnTo>
                    <a:pt x="1720830" y="75521"/>
                  </a:lnTo>
                  <a:lnTo>
                    <a:pt x="1734597" y="74500"/>
                  </a:lnTo>
                  <a:lnTo>
                    <a:pt x="1748364" y="73480"/>
                  </a:lnTo>
                  <a:lnTo>
                    <a:pt x="1762130" y="72459"/>
                  </a:lnTo>
                  <a:lnTo>
                    <a:pt x="1775897" y="71438"/>
                  </a:lnTo>
                  <a:lnTo>
                    <a:pt x="1789664" y="70418"/>
                  </a:lnTo>
                  <a:lnTo>
                    <a:pt x="1803430" y="69397"/>
                  </a:lnTo>
                  <a:lnTo>
                    <a:pt x="1817197" y="68377"/>
                  </a:lnTo>
                  <a:lnTo>
                    <a:pt x="1830963" y="67356"/>
                  </a:lnTo>
                  <a:lnTo>
                    <a:pt x="1844730" y="66336"/>
                  </a:lnTo>
                  <a:lnTo>
                    <a:pt x="1858497" y="65315"/>
                  </a:lnTo>
                  <a:lnTo>
                    <a:pt x="1872263" y="64295"/>
                  </a:lnTo>
                  <a:lnTo>
                    <a:pt x="1886030" y="63274"/>
                  </a:lnTo>
                  <a:lnTo>
                    <a:pt x="1899797" y="62253"/>
                  </a:lnTo>
                  <a:lnTo>
                    <a:pt x="1913563" y="61233"/>
                  </a:lnTo>
                  <a:lnTo>
                    <a:pt x="1927330" y="60212"/>
                  </a:lnTo>
                  <a:lnTo>
                    <a:pt x="1941097" y="59192"/>
                  </a:lnTo>
                  <a:lnTo>
                    <a:pt x="1954863" y="58171"/>
                  </a:lnTo>
                  <a:lnTo>
                    <a:pt x="1968630" y="57151"/>
                  </a:lnTo>
                  <a:lnTo>
                    <a:pt x="1982397" y="56130"/>
                  </a:lnTo>
                  <a:lnTo>
                    <a:pt x="1996163" y="55110"/>
                  </a:lnTo>
                  <a:lnTo>
                    <a:pt x="2009930" y="54089"/>
                  </a:lnTo>
                  <a:lnTo>
                    <a:pt x="2023696" y="53068"/>
                  </a:lnTo>
                  <a:lnTo>
                    <a:pt x="2037463" y="52048"/>
                  </a:lnTo>
                  <a:lnTo>
                    <a:pt x="2051230" y="51027"/>
                  </a:lnTo>
                  <a:lnTo>
                    <a:pt x="2064996" y="50007"/>
                  </a:lnTo>
                  <a:lnTo>
                    <a:pt x="2078763" y="48986"/>
                  </a:lnTo>
                  <a:lnTo>
                    <a:pt x="2092530" y="47966"/>
                  </a:lnTo>
                  <a:lnTo>
                    <a:pt x="2106296" y="46945"/>
                  </a:lnTo>
                  <a:lnTo>
                    <a:pt x="2120063" y="45925"/>
                  </a:lnTo>
                  <a:lnTo>
                    <a:pt x="2133830" y="44904"/>
                  </a:lnTo>
                  <a:lnTo>
                    <a:pt x="2147596" y="43883"/>
                  </a:lnTo>
                  <a:lnTo>
                    <a:pt x="2161363" y="42863"/>
                  </a:lnTo>
                  <a:lnTo>
                    <a:pt x="2175130" y="41842"/>
                  </a:lnTo>
                  <a:lnTo>
                    <a:pt x="2188896" y="40822"/>
                  </a:lnTo>
                  <a:lnTo>
                    <a:pt x="2202663" y="39801"/>
                  </a:lnTo>
                  <a:lnTo>
                    <a:pt x="2216430" y="38781"/>
                  </a:lnTo>
                  <a:lnTo>
                    <a:pt x="2230196" y="37760"/>
                  </a:lnTo>
                  <a:lnTo>
                    <a:pt x="2243963" y="36740"/>
                  </a:lnTo>
                  <a:lnTo>
                    <a:pt x="2257729" y="35719"/>
                  </a:lnTo>
                  <a:lnTo>
                    <a:pt x="2271496" y="34698"/>
                  </a:lnTo>
                  <a:lnTo>
                    <a:pt x="2285263" y="33678"/>
                  </a:lnTo>
                  <a:lnTo>
                    <a:pt x="2299029" y="32657"/>
                  </a:lnTo>
                  <a:lnTo>
                    <a:pt x="2312796" y="31637"/>
                  </a:lnTo>
                  <a:lnTo>
                    <a:pt x="2326563" y="30616"/>
                  </a:lnTo>
                  <a:lnTo>
                    <a:pt x="2340329" y="29596"/>
                  </a:lnTo>
                  <a:lnTo>
                    <a:pt x="2354096" y="28575"/>
                  </a:lnTo>
                  <a:lnTo>
                    <a:pt x="2367863" y="27555"/>
                  </a:lnTo>
                  <a:lnTo>
                    <a:pt x="2381629" y="26534"/>
                  </a:lnTo>
                  <a:lnTo>
                    <a:pt x="2395396" y="25513"/>
                  </a:lnTo>
                  <a:lnTo>
                    <a:pt x="2409163" y="24493"/>
                  </a:lnTo>
                  <a:lnTo>
                    <a:pt x="2422929" y="23472"/>
                  </a:lnTo>
                  <a:lnTo>
                    <a:pt x="2436696" y="22452"/>
                  </a:lnTo>
                  <a:lnTo>
                    <a:pt x="2450463" y="21431"/>
                  </a:lnTo>
                  <a:lnTo>
                    <a:pt x="2464229" y="20411"/>
                  </a:lnTo>
                  <a:lnTo>
                    <a:pt x="2477996" y="19390"/>
                  </a:lnTo>
                  <a:lnTo>
                    <a:pt x="2491762" y="18370"/>
                  </a:lnTo>
                  <a:lnTo>
                    <a:pt x="2505529" y="17349"/>
                  </a:lnTo>
                  <a:lnTo>
                    <a:pt x="2519296" y="16328"/>
                  </a:lnTo>
                  <a:lnTo>
                    <a:pt x="2533062" y="15308"/>
                  </a:lnTo>
                  <a:lnTo>
                    <a:pt x="2546829" y="14287"/>
                  </a:lnTo>
                  <a:lnTo>
                    <a:pt x="2560596" y="13267"/>
                  </a:lnTo>
                  <a:lnTo>
                    <a:pt x="2574362" y="12246"/>
                  </a:lnTo>
                  <a:lnTo>
                    <a:pt x="2588129" y="11226"/>
                  </a:lnTo>
                  <a:lnTo>
                    <a:pt x="2601896" y="10205"/>
                  </a:lnTo>
                  <a:lnTo>
                    <a:pt x="2615662" y="9185"/>
                  </a:lnTo>
                  <a:lnTo>
                    <a:pt x="2629429" y="8164"/>
                  </a:lnTo>
                  <a:lnTo>
                    <a:pt x="2643196" y="7143"/>
                  </a:lnTo>
                  <a:lnTo>
                    <a:pt x="2656962" y="6123"/>
                  </a:lnTo>
                  <a:lnTo>
                    <a:pt x="2670729" y="5102"/>
                  </a:lnTo>
                  <a:lnTo>
                    <a:pt x="2684496" y="4082"/>
                  </a:lnTo>
                  <a:lnTo>
                    <a:pt x="2698262" y="3061"/>
                  </a:lnTo>
                  <a:lnTo>
                    <a:pt x="2712029" y="2041"/>
                  </a:lnTo>
                  <a:lnTo>
                    <a:pt x="2725795" y="1020"/>
                  </a:lnTo>
                  <a:lnTo>
                    <a:pt x="2739562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l33614"/>
            <p:cNvSpPr/>
            <p:nvPr/>
          </p:nvSpPr>
          <p:spPr>
            <a:xfrm>
              <a:off x="5480927" y="3212432"/>
              <a:ext cx="3288224" cy="137224"/>
            </a:xfrm>
            <a:custGeom>
              <a:avLst/>
              <a:pathLst>
                <a:path w="3288224" h="137224">
                  <a:moveTo>
                    <a:pt x="0" y="0"/>
                  </a:moveTo>
                  <a:lnTo>
                    <a:pt x="16523" y="689"/>
                  </a:lnTo>
                  <a:lnTo>
                    <a:pt x="33047" y="1379"/>
                  </a:lnTo>
                  <a:lnTo>
                    <a:pt x="49571" y="2068"/>
                  </a:lnTo>
                  <a:lnTo>
                    <a:pt x="66094" y="2758"/>
                  </a:lnTo>
                  <a:lnTo>
                    <a:pt x="82618" y="3447"/>
                  </a:lnTo>
                  <a:lnTo>
                    <a:pt x="99142" y="4137"/>
                  </a:lnTo>
                  <a:lnTo>
                    <a:pt x="115666" y="4826"/>
                  </a:lnTo>
                  <a:lnTo>
                    <a:pt x="132189" y="5516"/>
                  </a:lnTo>
                  <a:lnTo>
                    <a:pt x="148713" y="6206"/>
                  </a:lnTo>
                  <a:lnTo>
                    <a:pt x="165237" y="6895"/>
                  </a:lnTo>
                  <a:lnTo>
                    <a:pt x="181761" y="7585"/>
                  </a:lnTo>
                  <a:lnTo>
                    <a:pt x="198284" y="8274"/>
                  </a:lnTo>
                  <a:lnTo>
                    <a:pt x="214808" y="8964"/>
                  </a:lnTo>
                  <a:lnTo>
                    <a:pt x="231332" y="9653"/>
                  </a:lnTo>
                  <a:lnTo>
                    <a:pt x="247856" y="10343"/>
                  </a:lnTo>
                  <a:lnTo>
                    <a:pt x="264379" y="11033"/>
                  </a:lnTo>
                  <a:lnTo>
                    <a:pt x="280903" y="11722"/>
                  </a:lnTo>
                  <a:lnTo>
                    <a:pt x="297427" y="12412"/>
                  </a:lnTo>
                  <a:lnTo>
                    <a:pt x="313951" y="13101"/>
                  </a:lnTo>
                  <a:lnTo>
                    <a:pt x="330474" y="13791"/>
                  </a:lnTo>
                  <a:lnTo>
                    <a:pt x="346998" y="14480"/>
                  </a:lnTo>
                  <a:lnTo>
                    <a:pt x="363522" y="15170"/>
                  </a:lnTo>
                  <a:lnTo>
                    <a:pt x="380046" y="15860"/>
                  </a:lnTo>
                  <a:lnTo>
                    <a:pt x="396569" y="16549"/>
                  </a:lnTo>
                  <a:lnTo>
                    <a:pt x="413093" y="17239"/>
                  </a:lnTo>
                  <a:lnTo>
                    <a:pt x="429617" y="17928"/>
                  </a:lnTo>
                  <a:lnTo>
                    <a:pt x="446141" y="18618"/>
                  </a:lnTo>
                  <a:lnTo>
                    <a:pt x="462664" y="19307"/>
                  </a:lnTo>
                  <a:lnTo>
                    <a:pt x="479188" y="19997"/>
                  </a:lnTo>
                  <a:lnTo>
                    <a:pt x="495712" y="20687"/>
                  </a:lnTo>
                  <a:lnTo>
                    <a:pt x="512236" y="21376"/>
                  </a:lnTo>
                  <a:lnTo>
                    <a:pt x="528759" y="22066"/>
                  </a:lnTo>
                  <a:lnTo>
                    <a:pt x="545283" y="22755"/>
                  </a:lnTo>
                  <a:lnTo>
                    <a:pt x="561807" y="23445"/>
                  </a:lnTo>
                  <a:lnTo>
                    <a:pt x="578330" y="24134"/>
                  </a:lnTo>
                  <a:lnTo>
                    <a:pt x="594854" y="24824"/>
                  </a:lnTo>
                  <a:lnTo>
                    <a:pt x="611378" y="25514"/>
                  </a:lnTo>
                  <a:lnTo>
                    <a:pt x="627902" y="26203"/>
                  </a:lnTo>
                  <a:lnTo>
                    <a:pt x="644425" y="26893"/>
                  </a:lnTo>
                  <a:lnTo>
                    <a:pt x="660949" y="27582"/>
                  </a:lnTo>
                  <a:lnTo>
                    <a:pt x="677473" y="28272"/>
                  </a:lnTo>
                  <a:lnTo>
                    <a:pt x="693997" y="28961"/>
                  </a:lnTo>
                  <a:lnTo>
                    <a:pt x="710520" y="29651"/>
                  </a:lnTo>
                  <a:lnTo>
                    <a:pt x="727044" y="30341"/>
                  </a:lnTo>
                  <a:lnTo>
                    <a:pt x="743568" y="31030"/>
                  </a:lnTo>
                  <a:lnTo>
                    <a:pt x="760092" y="31720"/>
                  </a:lnTo>
                  <a:lnTo>
                    <a:pt x="776615" y="32409"/>
                  </a:lnTo>
                  <a:lnTo>
                    <a:pt x="793139" y="33099"/>
                  </a:lnTo>
                  <a:lnTo>
                    <a:pt x="809663" y="33788"/>
                  </a:lnTo>
                  <a:lnTo>
                    <a:pt x="826187" y="34478"/>
                  </a:lnTo>
                  <a:lnTo>
                    <a:pt x="842710" y="35167"/>
                  </a:lnTo>
                  <a:lnTo>
                    <a:pt x="859234" y="35857"/>
                  </a:lnTo>
                  <a:lnTo>
                    <a:pt x="875758" y="36547"/>
                  </a:lnTo>
                  <a:lnTo>
                    <a:pt x="892282" y="37236"/>
                  </a:lnTo>
                  <a:lnTo>
                    <a:pt x="908805" y="37926"/>
                  </a:lnTo>
                  <a:lnTo>
                    <a:pt x="925329" y="38615"/>
                  </a:lnTo>
                  <a:lnTo>
                    <a:pt x="941853" y="39305"/>
                  </a:lnTo>
                  <a:lnTo>
                    <a:pt x="958377" y="39994"/>
                  </a:lnTo>
                  <a:lnTo>
                    <a:pt x="974900" y="40684"/>
                  </a:lnTo>
                  <a:lnTo>
                    <a:pt x="991424" y="41374"/>
                  </a:lnTo>
                  <a:lnTo>
                    <a:pt x="1007948" y="42063"/>
                  </a:lnTo>
                  <a:lnTo>
                    <a:pt x="1024472" y="42753"/>
                  </a:lnTo>
                  <a:lnTo>
                    <a:pt x="1040995" y="43442"/>
                  </a:lnTo>
                  <a:lnTo>
                    <a:pt x="1057519" y="44132"/>
                  </a:lnTo>
                  <a:lnTo>
                    <a:pt x="1074043" y="44821"/>
                  </a:lnTo>
                  <a:lnTo>
                    <a:pt x="1090567" y="45511"/>
                  </a:lnTo>
                  <a:lnTo>
                    <a:pt x="1107090" y="46201"/>
                  </a:lnTo>
                  <a:lnTo>
                    <a:pt x="1123614" y="46890"/>
                  </a:lnTo>
                  <a:lnTo>
                    <a:pt x="1140138" y="47580"/>
                  </a:lnTo>
                  <a:lnTo>
                    <a:pt x="1156661" y="48269"/>
                  </a:lnTo>
                  <a:lnTo>
                    <a:pt x="1173185" y="48959"/>
                  </a:lnTo>
                  <a:lnTo>
                    <a:pt x="1189709" y="49648"/>
                  </a:lnTo>
                  <a:lnTo>
                    <a:pt x="1206233" y="50338"/>
                  </a:lnTo>
                  <a:lnTo>
                    <a:pt x="1222756" y="51028"/>
                  </a:lnTo>
                  <a:lnTo>
                    <a:pt x="1239280" y="51717"/>
                  </a:lnTo>
                  <a:lnTo>
                    <a:pt x="1255804" y="52407"/>
                  </a:lnTo>
                  <a:lnTo>
                    <a:pt x="1272328" y="53096"/>
                  </a:lnTo>
                  <a:lnTo>
                    <a:pt x="1288851" y="53786"/>
                  </a:lnTo>
                  <a:lnTo>
                    <a:pt x="1305375" y="54475"/>
                  </a:lnTo>
                  <a:lnTo>
                    <a:pt x="1321899" y="55165"/>
                  </a:lnTo>
                  <a:lnTo>
                    <a:pt x="1338423" y="55855"/>
                  </a:lnTo>
                  <a:lnTo>
                    <a:pt x="1354946" y="56544"/>
                  </a:lnTo>
                  <a:lnTo>
                    <a:pt x="1371470" y="57234"/>
                  </a:lnTo>
                  <a:lnTo>
                    <a:pt x="1387994" y="57923"/>
                  </a:lnTo>
                  <a:lnTo>
                    <a:pt x="1404518" y="58613"/>
                  </a:lnTo>
                  <a:lnTo>
                    <a:pt x="1421041" y="59302"/>
                  </a:lnTo>
                  <a:lnTo>
                    <a:pt x="1437565" y="59992"/>
                  </a:lnTo>
                  <a:lnTo>
                    <a:pt x="1454089" y="60682"/>
                  </a:lnTo>
                  <a:lnTo>
                    <a:pt x="1470613" y="61371"/>
                  </a:lnTo>
                  <a:lnTo>
                    <a:pt x="1487136" y="62061"/>
                  </a:lnTo>
                  <a:lnTo>
                    <a:pt x="1503660" y="62750"/>
                  </a:lnTo>
                  <a:lnTo>
                    <a:pt x="1520184" y="63440"/>
                  </a:lnTo>
                  <a:lnTo>
                    <a:pt x="1536708" y="64129"/>
                  </a:lnTo>
                  <a:lnTo>
                    <a:pt x="1553231" y="64819"/>
                  </a:lnTo>
                  <a:lnTo>
                    <a:pt x="1569755" y="65508"/>
                  </a:lnTo>
                  <a:lnTo>
                    <a:pt x="1586279" y="66198"/>
                  </a:lnTo>
                  <a:lnTo>
                    <a:pt x="1602803" y="66888"/>
                  </a:lnTo>
                  <a:lnTo>
                    <a:pt x="1619326" y="67577"/>
                  </a:lnTo>
                  <a:lnTo>
                    <a:pt x="1635850" y="68267"/>
                  </a:lnTo>
                  <a:lnTo>
                    <a:pt x="1652374" y="68956"/>
                  </a:lnTo>
                  <a:lnTo>
                    <a:pt x="1668898" y="69646"/>
                  </a:lnTo>
                  <a:lnTo>
                    <a:pt x="1685421" y="70335"/>
                  </a:lnTo>
                  <a:lnTo>
                    <a:pt x="1701945" y="71025"/>
                  </a:lnTo>
                  <a:lnTo>
                    <a:pt x="1718469" y="71715"/>
                  </a:lnTo>
                  <a:lnTo>
                    <a:pt x="1734992" y="72404"/>
                  </a:lnTo>
                  <a:lnTo>
                    <a:pt x="1751516" y="73094"/>
                  </a:lnTo>
                  <a:lnTo>
                    <a:pt x="1768040" y="73783"/>
                  </a:lnTo>
                  <a:lnTo>
                    <a:pt x="1784564" y="74473"/>
                  </a:lnTo>
                  <a:lnTo>
                    <a:pt x="1801087" y="75162"/>
                  </a:lnTo>
                  <a:lnTo>
                    <a:pt x="1817611" y="75852"/>
                  </a:lnTo>
                  <a:lnTo>
                    <a:pt x="1834135" y="76542"/>
                  </a:lnTo>
                  <a:lnTo>
                    <a:pt x="1850659" y="77231"/>
                  </a:lnTo>
                  <a:lnTo>
                    <a:pt x="1867182" y="77921"/>
                  </a:lnTo>
                  <a:lnTo>
                    <a:pt x="1883706" y="78610"/>
                  </a:lnTo>
                  <a:lnTo>
                    <a:pt x="1900230" y="79300"/>
                  </a:lnTo>
                  <a:lnTo>
                    <a:pt x="1916754" y="79989"/>
                  </a:lnTo>
                  <a:lnTo>
                    <a:pt x="1933277" y="80679"/>
                  </a:lnTo>
                  <a:lnTo>
                    <a:pt x="1949801" y="81369"/>
                  </a:lnTo>
                  <a:lnTo>
                    <a:pt x="1966325" y="82058"/>
                  </a:lnTo>
                  <a:lnTo>
                    <a:pt x="1982849" y="82748"/>
                  </a:lnTo>
                  <a:lnTo>
                    <a:pt x="1999372" y="83437"/>
                  </a:lnTo>
                  <a:lnTo>
                    <a:pt x="2015896" y="84127"/>
                  </a:lnTo>
                  <a:lnTo>
                    <a:pt x="2032420" y="84816"/>
                  </a:lnTo>
                  <a:lnTo>
                    <a:pt x="2048944" y="85506"/>
                  </a:lnTo>
                  <a:lnTo>
                    <a:pt x="2065467" y="86196"/>
                  </a:lnTo>
                  <a:lnTo>
                    <a:pt x="2081991" y="86885"/>
                  </a:lnTo>
                  <a:lnTo>
                    <a:pt x="2098515" y="87575"/>
                  </a:lnTo>
                  <a:lnTo>
                    <a:pt x="2115039" y="88264"/>
                  </a:lnTo>
                  <a:lnTo>
                    <a:pt x="2131562" y="88954"/>
                  </a:lnTo>
                  <a:lnTo>
                    <a:pt x="2148086" y="89643"/>
                  </a:lnTo>
                  <a:lnTo>
                    <a:pt x="2164610" y="90333"/>
                  </a:lnTo>
                  <a:lnTo>
                    <a:pt x="2181134" y="91023"/>
                  </a:lnTo>
                  <a:lnTo>
                    <a:pt x="2197657" y="91712"/>
                  </a:lnTo>
                  <a:lnTo>
                    <a:pt x="2214181" y="92402"/>
                  </a:lnTo>
                  <a:lnTo>
                    <a:pt x="2230705" y="93091"/>
                  </a:lnTo>
                  <a:lnTo>
                    <a:pt x="2247229" y="93781"/>
                  </a:lnTo>
                  <a:lnTo>
                    <a:pt x="2263752" y="94470"/>
                  </a:lnTo>
                  <a:lnTo>
                    <a:pt x="2280276" y="95160"/>
                  </a:lnTo>
                  <a:lnTo>
                    <a:pt x="2296800" y="95850"/>
                  </a:lnTo>
                  <a:lnTo>
                    <a:pt x="2313323" y="96539"/>
                  </a:lnTo>
                  <a:lnTo>
                    <a:pt x="2329847" y="97229"/>
                  </a:lnTo>
                  <a:lnTo>
                    <a:pt x="2346371" y="97918"/>
                  </a:lnTo>
                  <a:lnTo>
                    <a:pt x="2362895" y="98608"/>
                  </a:lnTo>
                  <a:lnTo>
                    <a:pt x="2379418" y="99297"/>
                  </a:lnTo>
                  <a:lnTo>
                    <a:pt x="2395942" y="99987"/>
                  </a:lnTo>
                  <a:lnTo>
                    <a:pt x="2412466" y="100676"/>
                  </a:lnTo>
                  <a:lnTo>
                    <a:pt x="2428990" y="101366"/>
                  </a:lnTo>
                  <a:lnTo>
                    <a:pt x="2445513" y="102056"/>
                  </a:lnTo>
                  <a:lnTo>
                    <a:pt x="2462037" y="102745"/>
                  </a:lnTo>
                  <a:lnTo>
                    <a:pt x="2478561" y="103435"/>
                  </a:lnTo>
                  <a:lnTo>
                    <a:pt x="2495085" y="104124"/>
                  </a:lnTo>
                  <a:lnTo>
                    <a:pt x="2511608" y="104814"/>
                  </a:lnTo>
                  <a:lnTo>
                    <a:pt x="2528132" y="105503"/>
                  </a:lnTo>
                  <a:lnTo>
                    <a:pt x="2544656" y="106193"/>
                  </a:lnTo>
                  <a:lnTo>
                    <a:pt x="2561180" y="106883"/>
                  </a:lnTo>
                  <a:lnTo>
                    <a:pt x="2577703" y="107572"/>
                  </a:lnTo>
                  <a:lnTo>
                    <a:pt x="2594227" y="108262"/>
                  </a:lnTo>
                  <a:lnTo>
                    <a:pt x="2610751" y="108951"/>
                  </a:lnTo>
                  <a:lnTo>
                    <a:pt x="2627275" y="109641"/>
                  </a:lnTo>
                  <a:lnTo>
                    <a:pt x="2643798" y="110330"/>
                  </a:lnTo>
                  <a:lnTo>
                    <a:pt x="2660322" y="111020"/>
                  </a:lnTo>
                  <a:lnTo>
                    <a:pt x="2676846" y="111710"/>
                  </a:lnTo>
                  <a:lnTo>
                    <a:pt x="2693370" y="112399"/>
                  </a:lnTo>
                  <a:lnTo>
                    <a:pt x="2709893" y="113089"/>
                  </a:lnTo>
                  <a:lnTo>
                    <a:pt x="2726417" y="113778"/>
                  </a:lnTo>
                  <a:lnTo>
                    <a:pt x="2742941" y="114468"/>
                  </a:lnTo>
                  <a:lnTo>
                    <a:pt x="2759465" y="115157"/>
                  </a:lnTo>
                  <a:lnTo>
                    <a:pt x="2775988" y="115847"/>
                  </a:lnTo>
                  <a:lnTo>
                    <a:pt x="2792512" y="116537"/>
                  </a:lnTo>
                  <a:lnTo>
                    <a:pt x="2809036" y="117226"/>
                  </a:lnTo>
                  <a:lnTo>
                    <a:pt x="2825559" y="117916"/>
                  </a:lnTo>
                  <a:lnTo>
                    <a:pt x="2842083" y="118605"/>
                  </a:lnTo>
                  <a:lnTo>
                    <a:pt x="2858607" y="119295"/>
                  </a:lnTo>
                  <a:lnTo>
                    <a:pt x="2875131" y="119984"/>
                  </a:lnTo>
                  <a:lnTo>
                    <a:pt x="2891654" y="120674"/>
                  </a:lnTo>
                  <a:lnTo>
                    <a:pt x="2908178" y="121364"/>
                  </a:lnTo>
                  <a:lnTo>
                    <a:pt x="2924702" y="122053"/>
                  </a:lnTo>
                  <a:lnTo>
                    <a:pt x="2941226" y="122743"/>
                  </a:lnTo>
                  <a:lnTo>
                    <a:pt x="2957749" y="123432"/>
                  </a:lnTo>
                  <a:lnTo>
                    <a:pt x="2974273" y="124122"/>
                  </a:lnTo>
                  <a:lnTo>
                    <a:pt x="2990797" y="124811"/>
                  </a:lnTo>
                  <a:lnTo>
                    <a:pt x="3007321" y="125501"/>
                  </a:lnTo>
                  <a:lnTo>
                    <a:pt x="3023844" y="126191"/>
                  </a:lnTo>
                  <a:lnTo>
                    <a:pt x="3040368" y="126880"/>
                  </a:lnTo>
                  <a:lnTo>
                    <a:pt x="3056892" y="127570"/>
                  </a:lnTo>
                  <a:lnTo>
                    <a:pt x="3073416" y="128259"/>
                  </a:lnTo>
                  <a:lnTo>
                    <a:pt x="3089939" y="128949"/>
                  </a:lnTo>
                  <a:lnTo>
                    <a:pt x="3106463" y="129638"/>
                  </a:lnTo>
                  <a:lnTo>
                    <a:pt x="3122987" y="130328"/>
                  </a:lnTo>
                  <a:lnTo>
                    <a:pt x="3139511" y="131017"/>
                  </a:lnTo>
                  <a:lnTo>
                    <a:pt x="3156034" y="131707"/>
                  </a:lnTo>
                  <a:lnTo>
                    <a:pt x="3172558" y="132397"/>
                  </a:lnTo>
                  <a:lnTo>
                    <a:pt x="3189082" y="133086"/>
                  </a:lnTo>
                  <a:lnTo>
                    <a:pt x="3205606" y="133776"/>
                  </a:lnTo>
                  <a:lnTo>
                    <a:pt x="3222129" y="134465"/>
                  </a:lnTo>
                  <a:lnTo>
                    <a:pt x="3238653" y="135155"/>
                  </a:lnTo>
                  <a:lnTo>
                    <a:pt x="3255177" y="135844"/>
                  </a:lnTo>
                  <a:lnTo>
                    <a:pt x="3271701" y="136534"/>
                  </a:lnTo>
                  <a:lnTo>
                    <a:pt x="3288224" y="137224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l33615"/>
            <p:cNvSpPr/>
            <p:nvPr/>
          </p:nvSpPr>
          <p:spPr>
            <a:xfrm>
              <a:off x="5278838" y="2651594"/>
              <a:ext cx="4472396" cy="1234023"/>
            </a:xfrm>
            <a:custGeom>
              <a:avLst/>
              <a:pathLst>
                <a:path w="4472396" h="1234023">
                  <a:moveTo>
                    <a:pt x="0" y="0"/>
                  </a:moveTo>
                  <a:lnTo>
                    <a:pt x="22474" y="6201"/>
                  </a:lnTo>
                  <a:lnTo>
                    <a:pt x="44948" y="12402"/>
                  </a:lnTo>
                  <a:lnTo>
                    <a:pt x="67423" y="18603"/>
                  </a:lnTo>
                  <a:lnTo>
                    <a:pt x="89897" y="24804"/>
                  </a:lnTo>
                  <a:lnTo>
                    <a:pt x="112371" y="31005"/>
                  </a:lnTo>
                  <a:lnTo>
                    <a:pt x="134846" y="37206"/>
                  </a:lnTo>
                  <a:lnTo>
                    <a:pt x="157320" y="43407"/>
                  </a:lnTo>
                  <a:lnTo>
                    <a:pt x="179794" y="49608"/>
                  </a:lnTo>
                  <a:lnTo>
                    <a:pt x="202269" y="55810"/>
                  </a:lnTo>
                  <a:lnTo>
                    <a:pt x="224743" y="62011"/>
                  </a:lnTo>
                  <a:lnTo>
                    <a:pt x="247217" y="68212"/>
                  </a:lnTo>
                  <a:lnTo>
                    <a:pt x="269692" y="74413"/>
                  </a:lnTo>
                  <a:lnTo>
                    <a:pt x="292166" y="80614"/>
                  </a:lnTo>
                  <a:lnTo>
                    <a:pt x="314640" y="86815"/>
                  </a:lnTo>
                  <a:lnTo>
                    <a:pt x="337115" y="93016"/>
                  </a:lnTo>
                  <a:lnTo>
                    <a:pt x="359589" y="99217"/>
                  </a:lnTo>
                  <a:lnTo>
                    <a:pt x="382063" y="105419"/>
                  </a:lnTo>
                  <a:lnTo>
                    <a:pt x="404538" y="111620"/>
                  </a:lnTo>
                  <a:lnTo>
                    <a:pt x="427012" y="117821"/>
                  </a:lnTo>
                  <a:lnTo>
                    <a:pt x="449487" y="124022"/>
                  </a:lnTo>
                  <a:lnTo>
                    <a:pt x="471961" y="130223"/>
                  </a:lnTo>
                  <a:lnTo>
                    <a:pt x="494435" y="136424"/>
                  </a:lnTo>
                  <a:lnTo>
                    <a:pt x="516910" y="142625"/>
                  </a:lnTo>
                  <a:lnTo>
                    <a:pt x="539384" y="148826"/>
                  </a:lnTo>
                  <a:lnTo>
                    <a:pt x="561858" y="155028"/>
                  </a:lnTo>
                  <a:lnTo>
                    <a:pt x="584333" y="161229"/>
                  </a:lnTo>
                  <a:lnTo>
                    <a:pt x="606807" y="167430"/>
                  </a:lnTo>
                  <a:lnTo>
                    <a:pt x="629281" y="173631"/>
                  </a:lnTo>
                  <a:lnTo>
                    <a:pt x="651756" y="179832"/>
                  </a:lnTo>
                  <a:lnTo>
                    <a:pt x="674230" y="186033"/>
                  </a:lnTo>
                  <a:lnTo>
                    <a:pt x="696704" y="192234"/>
                  </a:lnTo>
                  <a:lnTo>
                    <a:pt x="719179" y="198435"/>
                  </a:lnTo>
                  <a:lnTo>
                    <a:pt x="741653" y="204637"/>
                  </a:lnTo>
                  <a:lnTo>
                    <a:pt x="764127" y="210838"/>
                  </a:lnTo>
                  <a:lnTo>
                    <a:pt x="786602" y="217039"/>
                  </a:lnTo>
                  <a:lnTo>
                    <a:pt x="809076" y="223240"/>
                  </a:lnTo>
                  <a:lnTo>
                    <a:pt x="831551" y="229441"/>
                  </a:lnTo>
                  <a:lnTo>
                    <a:pt x="854025" y="235642"/>
                  </a:lnTo>
                  <a:lnTo>
                    <a:pt x="876499" y="241843"/>
                  </a:lnTo>
                  <a:lnTo>
                    <a:pt x="898974" y="248044"/>
                  </a:lnTo>
                  <a:lnTo>
                    <a:pt x="921448" y="254246"/>
                  </a:lnTo>
                  <a:lnTo>
                    <a:pt x="943922" y="260447"/>
                  </a:lnTo>
                  <a:lnTo>
                    <a:pt x="966397" y="266648"/>
                  </a:lnTo>
                  <a:lnTo>
                    <a:pt x="988871" y="272849"/>
                  </a:lnTo>
                  <a:lnTo>
                    <a:pt x="1011345" y="279050"/>
                  </a:lnTo>
                  <a:lnTo>
                    <a:pt x="1033820" y="285251"/>
                  </a:lnTo>
                  <a:lnTo>
                    <a:pt x="1056294" y="291452"/>
                  </a:lnTo>
                  <a:lnTo>
                    <a:pt x="1078768" y="297653"/>
                  </a:lnTo>
                  <a:lnTo>
                    <a:pt x="1101243" y="303855"/>
                  </a:lnTo>
                  <a:lnTo>
                    <a:pt x="1123717" y="310056"/>
                  </a:lnTo>
                  <a:lnTo>
                    <a:pt x="1146191" y="316257"/>
                  </a:lnTo>
                  <a:lnTo>
                    <a:pt x="1168666" y="322458"/>
                  </a:lnTo>
                  <a:lnTo>
                    <a:pt x="1191140" y="328659"/>
                  </a:lnTo>
                  <a:lnTo>
                    <a:pt x="1213615" y="334860"/>
                  </a:lnTo>
                  <a:lnTo>
                    <a:pt x="1236089" y="341061"/>
                  </a:lnTo>
                  <a:lnTo>
                    <a:pt x="1258563" y="347262"/>
                  </a:lnTo>
                  <a:lnTo>
                    <a:pt x="1281038" y="353464"/>
                  </a:lnTo>
                  <a:lnTo>
                    <a:pt x="1303512" y="359665"/>
                  </a:lnTo>
                  <a:lnTo>
                    <a:pt x="1325986" y="365866"/>
                  </a:lnTo>
                  <a:lnTo>
                    <a:pt x="1348461" y="372067"/>
                  </a:lnTo>
                  <a:lnTo>
                    <a:pt x="1370935" y="378268"/>
                  </a:lnTo>
                  <a:lnTo>
                    <a:pt x="1393409" y="384469"/>
                  </a:lnTo>
                  <a:lnTo>
                    <a:pt x="1415884" y="390670"/>
                  </a:lnTo>
                  <a:lnTo>
                    <a:pt x="1438358" y="396871"/>
                  </a:lnTo>
                  <a:lnTo>
                    <a:pt x="1460832" y="403073"/>
                  </a:lnTo>
                  <a:lnTo>
                    <a:pt x="1483307" y="409274"/>
                  </a:lnTo>
                  <a:lnTo>
                    <a:pt x="1505781" y="415475"/>
                  </a:lnTo>
                  <a:lnTo>
                    <a:pt x="1528255" y="421676"/>
                  </a:lnTo>
                  <a:lnTo>
                    <a:pt x="1550730" y="427877"/>
                  </a:lnTo>
                  <a:lnTo>
                    <a:pt x="1573204" y="434078"/>
                  </a:lnTo>
                  <a:lnTo>
                    <a:pt x="1595678" y="440279"/>
                  </a:lnTo>
                  <a:lnTo>
                    <a:pt x="1618153" y="446480"/>
                  </a:lnTo>
                  <a:lnTo>
                    <a:pt x="1640627" y="452682"/>
                  </a:lnTo>
                  <a:lnTo>
                    <a:pt x="1663102" y="458883"/>
                  </a:lnTo>
                  <a:lnTo>
                    <a:pt x="1685576" y="465084"/>
                  </a:lnTo>
                  <a:lnTo>
                    <a:pt x="1708050" y="471285"/>
                  </a:lnTo>
                  <a:lnTo>
                    <a:pt x="1730525" y="477486"/>
                  </a:lnTo>
                  <a:lnTo>
                    <a:pt x="1752999" y="483687"/>
                  </a:lnTo>
                  <a:lnTo>
                    <a:pt x="1775473" y="489888"/>
                  </a:lnTo>
                  <a:lnTo>
                    <a:pt x="1797948" y="496089"/>
                  </a:lnTo>
                  <a:lnTo>
                    <a:pt x="1820422" y="502291"/>
                  </a:lnTo>
                  <a:lnTo>
                    <a:pt x="1842896" y="508492"/>
                  </a:lnTo>
                  <a:lnTo>
                    <a:pt x="1865371" y="514693"/>
                  </a:lnTo>
                  <a:lnTo>
                    <a:pt x="1887845" y="520894"/>
                  </a:lnTo>
                  <a:lnTo>
                    <a:pt x="1910319" y="527095"/>
                  </a:lnTo>
                  <a:lnTo>
                    <a:pt x="1932794" y="533296"/>
                  </a:lnTo>
                  <a:lnTo>
                    <a:pt x="1955268" y="539497"/>
                  </a:lnTo>
                  <a:lnTo>
                    <a:pt x="1977742" y="545698"/>
                  </a:lnTo>
                  <a:lnTo>
                    <a:pt x="2000217" y="551900"/>
                  </a:lnTo>
                  <a:lnTo>
                    <a:pt x="2022691" y="558101"/>
                  </a:lnTo>
                  <a:lnTo>
                    <a:pt x="2045166" y="564302"/>
                  </a:lnTo>
                  <a:lnTo>
                    <a:pt x="2067640" y="570503"/>
                  </a:lnTo>
                  <a:lnTo>
                    <a:pt x="2090114" y="576704"/>
                  </a:lnTo>
                  <a:lnTo>
                    <a:pt x="2112589" y="582905"/>
                  </a:lnTo>
                  <a:lnTo>
                    <a:pt x="2135063" y="589106"/>
                  </a:lnTo>
                  <a:lnTo>
                    <a:pt x="2157537" y="595307"/>
                  </a:lnTo>
                  <a:lnTo>
                    <a:pt x="2180012" y="601509"/>
                  </a:lnTo>
                  <a:lnTo>
                    <a:pt x="2202486" y="607710"/>
                  </a:lnTo>
                  <a:lnTo>
                    <a:pt x="2224960" y="613911"/>
                  </a:lnTo>
                  <a:lnTo>
                    <a:pt x="2247435" y="620112"/>
                  </a:lnTo>
                  <a:lnTo>
                    <a:pt x="2269909" y="626313"/>
                  </a:lnTo>
                  <a:lnTo>
                    <a:pt x="2292383" y="632514"/>
                  </a:lnTo>
                  <a:lnTo>
                    <a:pt x="2314858" y="638715"/>
                  </a:lnTo>
                  <a:lnTo>
                    <a:pt x="2337332" y="644916"/>
                  </a:lnTo>
                  <a:lnTo>
                    <a:pt x="2359806" y="651118"/>
                  </a:lnTo>
                  <a:lnTo>
                    <a:pt x="2382281" y="657319"/>
                  </a:lnTo>
                  <a:lnTo>
                    <a:pt x="2404755" y="663520"/>
                  </a:lnTo>
                  <a:lnTo>
                    <a:pt x="2427230" y="669721"/>
                  </a:lnTo>
                  <a:lnTo>
                    <a:pt x="2449704" y="675922"/>
                  </a:lnTo>
                  <a:lnTo>
                    <a:pt x="2472178" y="682123"/>
                  </a:lnTo>
                  <a:lnTo>
                    <a:pt x="2494653" y="688324"/>
                  </a:lnTo>
                  <a:lnTo>
                    <a:pt x="2517127" y="694525"/>
                  </a:lnTo>
                  <a:lnTo>
                    <a:pt x="2539601" y="700727"/>
                  </a:lnTo>
                  <a:lnTo>
                    <a:pt x="2562076" y="706928"/>
                  </a:lnTo>
                  <a:lnTo>
                    <a:pt x="2584550" y="713129"/>
                  </a:lnTo>
                  <a:lnTo>
                    <a:pt x="2607024" y="719330"/>
                  </a:lnTo>
                  <a:lnTo>
                    <a:pt x="2629499" y="725531"/>
                  </a:lnTo>
                  <a:lnTo>
                    <a:pt x="2651973" y="731732"/>
                  </a:lnTo>
                  <a:lnTo>
                    <a:pt x="2674447" y="737933"/>
                  </a:lnTo>
                  <a:lnTo>
                    <a:pt x="2696922" y="744134"/>
                  </a:lnTo>
                  <a:lnTo>
                    <a:pt x="2719396" y="750336"/>
                  </a:lnTo>
                  <a:lnTo>
                    <a:pt x="2741870" y="756537"/>
                  </a:lnTo>
                  <a:lnTo>
                    <a:pt x="2764345" y="762738"/>
                  </a:lnTo>
                  <a:lnTo>
                    <a:pt x="2786819" y="768939"/>
                  </a:lnTo>
                  <a:lnTo>
                    <a:pt x="2809293" y="775140"/>
                  </a:lnTo>
                  <a:lnTo>
                    <a:pt x="2831768" y="781341"/>
                  </a:lnTo>
                  <a:lnTo>
                    <a:pt x="2854242" y="787542"/>
                  </a:lnTo>
                  <a:lnTo>
                    <a:pt x="2876717" y="793743"/>
                  </a:lnTo>
                  <a:lnTo>
                    <a:pt x="2899191" y="799945"/>
                  </a:lnTo>
                  <a:lnTo>
                    <a:pt x="2921665" y="806146"/>
                  </a:lnTo>
                  <a:lnTo>
                    <a:pt x="2944140" y="812347"/>
                  </a:lnTo>
                  <a:lnTo>
                    <a:pt x="2966614" y="818548"/>
                  </a:lnTo>
                  <a:lnTo>
                    <a:pt x="2989088" y="824749"/>
                  </a:lnTo>
                  <a:lnTo>
                    <a:pt x="3011563" y="830950"/>
                  </a:lnTo>
                  <a:lnTo>
                    <a:pt x="3034037" y="837151"/>
                  </a:lnTo>
                  <a:lnTo>
                    <a:pt x="3056511" y="843352"/>
                  </a:lnTo>
                  <a:lnTo>
                    <a:pt x="3078986" y="849554"/>
                  </a:lnTo>
                  <a:lnTo>
                    <a:pt x="3101460" y="855755"/>
                  </a:lnTo>
                  <a:lnTo>
                    <a:pt x="3123934" y="861956"/>
                  </a:lnTo>
                  <a:lnTo>
                    <a:pt x="3146409" y="868157"/>
                  </a:lnTo>
                  <a:lnTo>
                    <a:pt x="3168883" y="874358"/>
                  </a:lnTo>
                  <a:lnTo>
                    <a:pt x="3191357" y="880559"/>
                  </a:lnTo>
                  <a:lnTo>
                    <a:pt x="3213832" y="886760"/>
                  </a:lnTo>
                  <a:lnTo>
                    <a:pt x="3236306" y="892961"/>
                  </a:lnTo>
                  <a:lnTo>
                    <a:pt x="3258781" y="899163"/>
                  </a:lnTo>
                  <a:lnTo>
                    <a:pt x="3281255" y="905364"/>
                  </a:lnTo>
                  <a:lnTo>
                    <a:pt x="3303729" y="911565"/>
                  </a:lnTo>
                  <a:lnTo>
                    <a:pt x="3326204" y="917766"/>
                  </a:lnTo>
                  <a:lnTo>
                    <a:pt x="3348678" y="923967"/>
                  </a:lnTo>
                  <a:lnTo>
                    <a:pt x="3371152" y="930168"/>
                  </a:lnTo>
                  <a:lnTo>
                    <a:pt x="3393627" y="936369"/>
                  </a:lnTo>
                  <a:lnTo>
                    <a:pt x="3416101" y="942570"/>
                  </a:lnTo>
                  <a:lnTo>
                    <a:pt x="3438575" y="948772"/>
                  </a:lnTo>
                  <a:lnTo>
                    <a:pt x="3461050" y="954973"/>
                  </a:lnTo>
                  <a:lnTo>
                    <a:pt x="3483524" y="961174"/>
                  </a:lnTo>
                  <a:lnTo>
                    <a:pt x="3505998" y="967375"/>
                  </a:lnTo>
                  <a:lnTo>
                    <a:pt x="3528473" y="973576"/>
                  </a:lnTo>
                  <a:lnTo>
                    <a:pt x="3550947" y="979777"/>
                  </a:lnTo>
                  <a:lnTo>
                    <a:pt x="3573421" y="985978"/>
                  </a:lnTo>
                  <a:lnTo>
                    <a:pt x="3595896" y="992179"/>
                  </a:lnTo>
                  <a:lnTo>
                    <a:pt x="3618370" y="998381"/>
                  </a:lnTo>
                  <a:lnTo>
                    <a:pt x="3640845" y="1004582"/>
                  </a:lnTo>
                  <a:lnTo>
                    <a:pt x="3663319" y="1010783"/>
                  </a:lnTo>
                  <a:lnTo>
                    <a:pt x="3685793" y="1016984"/>
                  </a:lnTo>
                  <a:lnTo>
                    <a:pt x="3708268" y="1023185"/>
                  </a:lnTo>
                  <a:lnTo>
                    <a:pt x="3730742" y="1029386"/>
                  </a:lnTo>
                  <a:lnTo>
                    <a:pt x="3753216" y="1035587"/>
                  </a:lnTo>
                  <a:lnTo>
                    <a:pt x="3775691" y="1041788"/>
                  </a:lnTo>
                  <a:lnTo>
                    <a:pt x="3798165" y="1047990"/>
                  </a:lnTo>
                  <a:lnTo>
                    <a:pt x="3820639" y="1054191"/>
                  </a:lnTo>
                  <a:lnTo>
                    <a:pt x="3843114" y="1060392"/>
                  </a:lnTo>
                  <a:lnTo>
                    <a:pt x="3865588" y="1066593"/>
                  </a:lnTo>
                  <a:lnTo>
                    <a:pt x="3888062" y="1072794"/>
                  </a:lnTo>
                  <a:lnTo>
                    <a:pt x="3910537" y="1078995"/>
                  </a:lnTo>
                  <a:lnTo>
                    <a:pt x="3933011" y="1085196"/>
                  </a:lnTo>
                  <a:lnTo>
                    <a:pt x="3955485" y="1091397"/>
                  </a:lnTo>
                  <a:lnTo>
                    <a:pt x="3977960" y="1097598"/>
                  </a:lnTo>
                  <a:lnTo>
                    <a:pt x="4000434" y="1103800"/>
                  </a:lnTo>
                  <a:lnTo>
                    <a:pt x="4022908" y="1110001"/>
                  </a:lnTo>
                  <a:lnTo>
                    <a:pt x="4045383" y="1116202"/>
                  </a:lnTo>
                  <a:lnTo>
                    <a:pt x="4067857" y="1122403"/>
                  </a:lnTo>
                  <a:lnTo>
                    <a:pt x="4090332" y="1128604"/>
                  </a:lnTo>
                  <a:lnTo>
                    <a:pt x="4112806" y="1134805"/>
                  </a:lnTo>
                  <a:lnTo>
                    <a:pt x="4135280" y="1141006"/>
                  </a:lnTo>
                  <a:lnTo>
                    <a:pt x="4157755" y="1147207"/>
                  </a:lnTo>
                  <a:lnTo>
                    <a:pt x="4180229" y="1153409"/>
                  </a:lnTo>
                  <a:lnTo>
                    <a:pt x="4202703" y="1159610"/>
                  </a:lnTo>
                  <a:lnTo>
                    <a:pt x="4225178" y="1165811"/>
                  </a:lnTo>
                  <a:lnTo>
                    <a:pt x="4247652" y="1172012"/>
                  </a:lnTo>
                  <a:lnTo>
                    <a:pt x="4270126" y="1178213"/>
                  </a:lnTo>
                  <a:lnTo>
                    <a:pt x="4292601" y="1184414"/>
                  </a:lnTo>
                  <a:lnTo>
                    <a:pt x="4315075" y="1190615"/>
                  </a:lnTo>
                  <a:lnTo>
                    <a:pt x="4337549" y="1196816"/>
                  </a:lnTo>
                  <a:lnTo>
                    <a:pt x="4360024" y="1203018"/>
                  </a:lnTo>
                  <a:lnTo>
                    <a:pt x="4382498" y="1209219"/>
                  </a:lnTo>
                  <a:lnTo>
                    <a:pt x="4404972" y="1215420"/>
                  </a:lnTo>
                  <a:lnTo>
                    <a:pt x="4427447" y="1221621"/>
                  </a:lnTo>
                  <a:lnTo>
                    <a:pt x="4449921" y="1227822"/>
                  </a:lnTo>
                  <a:lnTo>
                    <a:pt x="4472396" y="1234023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l33616"/>
            <p:cNvSpPr/>
            <p:nvPr/>
          </p:nvSpPr>
          <p:spPr>
            <a:xfrm>
              <a:off x="5396596" y="1675653"/>
              <a:ext cx="3684181" cy="3696032"/>
            </a:xfrm>
            <a:custGeom>
              <a:avLst/>
              <a:pathLst>
                <a:path w="3684181" h="3696032">
                  <a:moveTo>
                    <a:pt x="0" y="3696032"/>
                  </a:moveTo>
                  <a:lnTo>
                    <a:pt x="16272" y="3679707"/>
                  </a:lnTo>
                  <a:lnTo>
                    <a:pt x="39635" y="3656269"/>
                  </a:lnTo>
                  <a:lnTo>
                    <a:pt x="62997" y="3632831"/>
                  </a:lnTo>
                  <a:lnTo>
                    <a:pt x="86360" y="3609394"/>
                  </a:lnTo>
                  <a:lnTo>
                    <a:pt x="109722" y="3585956"/>
                  </a:lnTo>
                  <a:lnTo>
                    <a:pt x="133085" y="3562519"/>
                  </a:lnTo>
                  <a:lnTo>
                    <a:pt x="156447" y="3539081"/>
                  </a:lnTo>
                  <a:lnTo>
                    <a:pt x="179810" y="3515643"/>
                  </a:lnTo>
                  <a:lnTo>
                    <a:pt x="203172" y="3492206"/>
                  </a:lnTo>
                  <a:lnTo>
                    <a:pt x="226535" y="3468768"/>
                  </a:lnTo>
                  <a:lnTo>
                    <a:pt x="249897" y="3445330"/>
                  </a:lnTo>
                  <a:lnTo>
                    <a:pt x="273260" y="3421893"/>
                  </a:lnTo>
                  <a:lnTo>
                    <a:pt x="296622" y="3398455"/>
                  </a:lnTo>
                  <a:lnTo>
                    <a:pt x="319985" y="3375018"/>
                  </a:lnTo>
                  <a:lnTo>
                    <a:pt x="343347" y="3351580"/>
                  </a:lnTo>
                  <a:lnTo>
                    <a:pt x="366710" y="3328142"/>
                  </a:lnTo>
                  <a:lnTo>
                    <a:pt x="390072" y="3304705"/>
                  </a:lnTo>
                  <a:lnTo>
                    <a:pt x="413434" y="3281267"/>
                  </a:lnTo>
                  <a:lnTo>
                    <a:pt x="436797" y="3257829"/>
                  </a:lnTo>
                  <a:lnTo>
                    <a:pt x="460159" y="3234392"/>
                  </a:lnTo>
                  <a:lnTo>
                    <a:pt x="483522" y="3210954"/>
                  </a:lnTo>
                  <a:lnTo>
                    <a:pt x="506884" y="3187517"/>
                  </a:lnTo>
                  <a:lnTo>
                    <a:pt x="530247" y="3164079"/>
                  </a:lnTo>
                  <a:lnTo>
                    <a:pt x="553609" y="3140641"/>
                  </a:lnTo>
                  <a:lnTo>
                    <a:pt x="576972" y="3117204"/>
                  </a:lnTo>
                  <a:lnTo>
                    <a:pt x="600334" y="3093766"/>
                  </a:lnTo>
                  <a:lnTo>
                    <a:pt x="623697" y="3070328"/>
                  </a:lnTo>
                  <a:lnTo>
                    <a:pt x="647059" y="3046891"/>
                  </a:lnTo>
                  <a:lnTo>
                    <a:pt x="670422" y="3023453"/>
                  </a:lnTo>
                  <a:lnTo>
                    <a:pt x="693784" y="3000016"/>
                  </a:lnTo>
                  <a:lnTo>
                    <a:pt x="717147" y="2976578"/>
                  </a:lnTo>
                  <a:lnTo>
                    <a:pt x="740509" y="2953140"/>
                  </a:lnTo>
                  <a:lnTo>
                    <a:pt x="763872" y="2929703"/>
                  </a:lnTo>
                  <a:lnTo>
                    <a:pt x="787234" y="2906265"/>
                  </a:lnTo>
                  <a:lnTo>
                    <a:pt x="810597" y="2882827"/>
                  </a:lnTo>
                  <a:lnTo>
                    <a:pt x="833959" y="2859390"/>
                  </a:lnTo>
                  <a:lnTo>
                    <a:pt x="857322" y="2835952"/>
                  </a:lnTo>
                  <a:lnTo>
                    <a:pt x="880684" y="2812515"/>
                  </a:lnTo>
                  <a:lnTo>
                    <a:pt x="904046" y="2789077"/>
                  </a:lnTo>
                  <a:lnTo>
                    <a:pt x="927409" y="2765639"/>
                  </a:lnTo>
                  <a:lnTo>
                    <a:pt x="950771" y="2742202"/>
                  </a:lnTo>
                  <a:lnTo>
                    <a:pt x="974134" y="2718764"/>
                  </a:lnTo>
                  <a:lnTo>
                    <a:pt x="997496" y="2695326"/>
                  </a:lnTo>
                  <a:lnTo>
                    <a:pt x="1020859" y="2671889"/>
                  </a:lnTo>
                  <a:lnTo>
                    <a:pt x="1044221" y="2648451"/>
                  </a:lnTo>
                  <a:lnTo>
                    <a:pt x="1067584" y="2625014"/>
                  </a:lnTo>
                  <a:lnTo>
                    <a:pt x="1090946" y="2601576"/>
                  </a:lnTo>
                  <a:lnTo>
                    <a:pt x="1114309" y="2578138"/>
                  </a:lnTo>
                  <a:lnTo>
                    <a:pt x="1137671" y="2554701"/>
                  </a:lnTo>
                  <a:lnTo>
                    <a:pt x="1161034" y="2531263"/>
                  </a:lnTo>
                  <a:lnTo>
                    <a:pt x="1184396" y="2507825"/>
                  </a:lnTo>
                  <a:lnTo>
                    <a:pt x="1207759" y="2484388"/>
                  </a:lnTo>
                  <a:lnTo>
                    <a:pt x="1231121" y="2460950"/>
                  </a:lnTo>
                  <a:lnTo>
                    <a:pt x="1254484" y="2437513"/>
                  </a:lnTo>
                  <a:lnTo>
                    <a:pt x="1277846" y="2414075"/>
                  </a:lnTo>
                  <a:lnTo>
                    <a:pt x="1301209" y="2390637"/>
                  </a:lnTo>
                  <a:lnTo>
                    <a:pt x="1324571" y="2367200"/>
                  </a:lnTo>
                  <a:lnTo>
                    <a:pt x="1347933" y="2343762"/>
                  </a:lnTo>
                  <a:lnTo>
                    <a:pt x="1371296" y="2320324"/>
                  </a:lnTo>
                  <a:lnTo>
                    <a:pt x="1394658" y="2296887"/>
                  </a:lnTo>
                  <a:lnTo>
                    <a:pt x="1418021" y="2273449"/>
                  </a:lnTo>
                  <a:lnTo>
                    <a:pt x="1441383" y="2250012"/>
                  </a:lnTo>
                  <a:lnTo>
                    <a:pt x="1464746" y="2226574"/>
                  </a:lnTo>
                  <a:lnTo>
                    <a:pt x="1488108" y="2203136"/>
                  </a:lnTo>
                  <a:lnTo>
                    <a:pt x="1511471" y="2179699"/>
                  </a:lnTo>
                  <a:lnTo>
                    <a:pt x="1534833" y="2156261"/>
                  </a:lnTo>
                  <a:lnTo>
                    <a:pt x="1558196" y="2132823"/>
                  </a:lnTo>
                  <a:lnTo>
                    <a:pt x="1581558" y="2109386"/>
                  </a:lnTo>
                  <a:lnTo>
                    <a:pt x="1604921" y="2085948"/>
                  </a:lnTo>
                  <a:lnTo>
                    <a:pt x="1628283" y="2062511"/>
                  </a:lnTo>
                  <a:lnTo>
                    <a:pt x="1651646" y="2039073"/>
                  </a:lnTo>
                  <a:lnTo>
                    <a:pt x="1675008" y="2015635"/>
                  </a:lnTo>
                  <a:lnTo>
                    <a:pt x="1698371" y="1992198"/>
                  </a:lnTo>
                  <a:lnTo>
                    <a:pt x="1721733" y="1968760"/>
                  </a:lnTo>
                  <a:lnTo>
                    <a:pt x="1745096" y="1945322"/>
                  </a:lnTo>
                  <a:lnTo>
                    <a:pt x="1768458" y="1921885"/>
                  </a:lnTo>
                  <a:lnTo>
                    <a:pt x="1791820" y="1898447"/>
                  </a:lnTo>
                  <a:lnTo>
                    <a:pt x="1815183" y="1875010"/>
                  </a:lnTo>
                  <a:lnTo>
                    <a:pt x="1838545" y="1851572"/>
                  </a:lnTo>
                  <a:lnTo>
                    <a:pt x="1861908" y="1828134"/>
                  </a:lnTo>
                  <a:lnTo>
                    <a:pt x="1885270" y="1804697"/>
                  </a:lnTo>
                  <a:lnTo>
                    <a:pt x="1908633" y="1781259"/>
                  </a:lnTo>
                  <a:lnTo>
                    <a:pt x="1931995" y="1757821"/>
                  </a:lnTo>
                  <a:lnTo>
                    <a:pt x="1955358" y="1734384"/>
                  </a:lnTo>
                  <a:lnTo>
                    <a:pt x="1978720" y="1710946"/>
                  </a:lnTo>
                  <a:lnTo>
                    <a:pt x="2002083" y="1687509"/>
                  </a:lnTo>
                  <a:lnTo>
                    <a:pt x="2025445" y="1664071"/>
                  </a:lnTo>
                  <a:lnTo>
                    <a:pt x="2048808" y="1640633"/>
                  </a:lnTo>
                  <a:lnTo>
                    <a:pt x="2072170" y="1617196"/>
                  </a:lnTo>
                  <a:lnTo>
                    <a:pt x="2095533" y="1593758"/>
                  </a:lnTo>
                  <a:lnTo>
                    <a:pt x="2118895" y="1570320"/>
                  </a:lnTo>
                  <a:lnTo>
                    <a:pt x="2142258" y="1546883"/>
                  </a:lnTo>
                  <a:lnTo>
                    <a:pt x="2165620" y="1523445"/>
                  </a:lnTo>
                  <a:lnTo>
                    <a:pt x="2188983" y="1500008"/>
                  </a:lnTo>
                  <a:lnTo>
                    <a:pt x="2212345" y="1476570"/>
                  </a:lnTo>
                  <a:lnTo>
                    <a:pt x="2235708" y="1453132"/>
                  </a:lnTo>
                  <a:lnTo>
                    <a:pt x="2259070" y="1429695"/>
                  </a:lnTo>
                  <a:lnTo>
                    <a:pt x="2282432" y="1406257"/>
                  </a:lnTo>
                  <a:lnTo>
                    <a:pt x="2305795" y="1382819"/>
                  </a:lnTo>
                  <a:lnTo>
                    <a:pt x="2329157" y="1359382"/>
                  </a:lnTo>
                  <a:lnTo>
                    <a:pt x="2352520" y="1335944"/>
                  </a:lnTo>
                  <a:lnTo>
                    <a:pt x="2375882" y="1312507"/>
                  </a:lnTo>
                  <a:lnTo>
                    <a:pt x="2399245" y="1289069"/>
                  </a:lnTo>
                  <a:lnTo>
                    <a:pt x="2422607" y="1265631"/>
                  </a:lnTo>
                  <a:lnTo>
                    <a:pt x="2445970" y="1242194"/>
                  </a:lnTo>
                  <a:lnTo>
                    <a:pt x="2469332" y="1218756"/>
                  </a:lnTo>
                  <a:lnTo>
                    <a:pt x="2492695" y="1195318"/>
                  </a:lnTo>
                  <a:lnTo>
                    <a:pt x="2516057" y="1171881"/>
                  </a:lnTo>
                  <a:lnTo>
                    <a:pt x="2539420" y="1148443"/>
                  </a:lnTo>
                  <a:lnTo>
                    <a:pt x="2562782" y="1125006"/>
                  </a:lnTo>
                  <a:lnTo>
                    <a:pt x="2586145" y="1101568"/>
                  </a:lnTo>
                  <a:lnTo>
                    <a:pt x="2609507" y="1078130"/>
                  </a:lnTo>
                  <a:lnTo>
                    <a:pt x="2632870" y="1054693"/>
                  </a:lnTo>
                  <a:lnTo>
                    <a:pt x="2656232" y="1031255"/>
                  </a:lnTo>
                  <a:lnTo>
                    <a:pt x="2679595" y="1007817"/>
                  </a:lnTo>
                  <a:lnTo>
                    <a:pt x="2702957" y="984380"/>
                  </a:lnTo>
                  <a:lnTo>
                    <a:pt x="2726319" y="960942"/>
                  </a:lnTo>
                  <a:lnTo>
                    <a:pt x="2749682" y="937505"/>
                  </a:lnTo>
                  <a:lnTo>
                    <a:pt x="2773044" y="914067"/>
                  </a:lnTo>
                  <a:lnTo>
                    <a:pt x="2796407" y="890629"/>
                  </a:lnTo>
                  <a:lnTo>
                    <a:pt x="2819769" y="867192"/>
                  </a:lnTo>
                  <a:lnTo>
                    <a:pt x="2843132" y="843754"/>
                  </a:lnTo>
                  <a:lnTo>
                    <a:pt x="2866494" y="820316"/>
                  </a:lnTo>
                  <a:lnTo>
                    <a:pt x="2889857" y="796879"/>
                  </a:lnTo>
                  <a:lnTo>
                    <a:pt x="2913219" y="773441"/>
                  </a:lnTo>
                  <a:lnTo>
                    <a:pt x="2936582" y="750004"/>
                  </a:lnTo>
                  <a:lnTo>
                    <a:pt x="2959944" y="726566"/>
                  </a:lnTo>
                  <a:lnTo>
                    <a:pt x="2983307" y="703128"/>
                  </a:lnTo>
                  <a:lnTo>
                    <a:pt x="3006669" y="679691"/>
                  </a:lnTo>
                  <a:lnTo>
                    <a:pt x="3030032" y="656253"/>
                  </a:lnTo>
                  <a:lnTo>
                    <a:pt x="3053394" y="632815"/>
                  </a:lnTo>
                  <a:lnTo>
                    <a:pt x="3076757" y="609378"/>
                  </a:lnTo>
                  <a:lnTo>
                    <a:pt x="3100119" y="585940"/>
                  </a:lnTo>
                  <a:lnTo>
                    <a:pt x="3123482" y="562503"/>
                  </a:lnTo>
                  <a:lnTo>
                    <a:pt x="3146844" y="539065"/>
                  </a:lnTo>
                  <a:lnTo>
                    <a:pt x="3170206" y="515627"/>
                  </a:lnTo>
                  <a:lnTo>
                    <a:pt x="3193569" y="492190"/>
                  </a:lnTo>
                  <a:lnTo>
                    <a:pt x="3216931" y="468752"/>
                  </a:lnTo>
                  <a:lnTo>
                    <a:pt x="3240294" y="445314"/>
                  </a:lnTo>
                  <a:lnTo>
                    <a:pt x="3263656" y="421877"/>
                  </a:lnTo>
                  <a:lnTo>
                    <a:pt x="3287019" y="398439"/>
                  </a:lnTo>
                  <a:lnTo>
                    <a:pt x="3310381" y="375002"/>
                  </a:lnTo>
                  <a:lnTo>
                    <a:pt x="3333744" y="351564"/>
                  </a:lnTo>
                  <a:lnTo>
                    <a:pt x="3357106" y="328126"/>
                  </a:lnTo>
                  <a:lnTo>
                    <a:pt x="3380469" y="304689"/>
                  </a:lnTo>
                  <a:lnTo>
                    <a:pt x="3403831" y="281251"/>
                  </a:lnTo>
                  <a:lnTo>
                    <a:pt x="3427194" y="257813"/>
                  </a:lnTo>
                  <a:lnTo>
                    <a:pt x="3450556" y="234376"/>
                  </a:lnTo>
                  <a:lnTo>
                    <a:pt x="3473919" y="210938"/>
                  </a:lnTo>
                  <a:lnTo>
                    <a:pt x="3497281" y="187501"/>
                  </a:lnTo>
                  <a:lnTo>
                    <a:pt x="3520644" y="164063"/>
                  </a:lnTo>
                  <a:lnTo>
                    <a:pt x="3544006" y="140625"/>
                  </a:lnTo>
                  <a:lnTo>
                    <a:pt x="3567369" y="117188"/>
                  </a:lnTo>
                  <a:lnTo>
                    <a:pt x="3590731" y="93750"/>
                  </a:lnTo>
                  <a:lnTo>
                    <a:pt x="3614094" y="70312"/>
                  </a:lnTo>
                  <a:lnTo>
                    <a:pt x="3637456" y="46875"/>
                  </a:lnTo>
                  <a:lnTo>
                    <a:pt x="3660818" y="23437"/>
                  </a:lnTo>
                  <a:lnTo>
                    <a:pt x="3684181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pl33617"/>
            <p:cNvSpPr/>
            <p:nvPr/>
          </p:nvSpPr>
          <p:spPr>
            <a:xfrm>
              <a:off x="5028438" y="3298189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l33618"/>
            <p:cNvSpPr/>
            <p:nvPr/>
          </p:nvSpPr>
          <p:spPr>
            <a:xfrm>
              <a:off x="7473593" y="1224693"/>
              <a:ext cx="0" cy="4146992"/>
            </a:xfrm>
            <a:custGeom>
              <a:avLst/>
              <a:pathLst>
                <a:path w="0" h="4146992">
                  <a:moveTo>
                    <a:pt x="0" y="414699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9" name="rc33619"/>
            <p:cNvSpPr/>
            <p:nvPr/>
          </p:nvSpPr>
          <p:spPr>
            <a:xfrm>
              <a:off x="5028438" y="1224693"/>
              <a:ext cx="4890311" cy="4146992"/>
            </a:xfrm>
            <a:prstGeom prst="rect">
              <a:avLst/>
            </a:prstGeom>
            <a:noFill/>
            <a:ln w="14782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0" name="pl33620"/>
            <p:cNvSpPr/>
            <p:nvPr/>
          </p:nvSpPr>
          <p:spPr>
            <a:xfrm>
              <a:off x="5028438" y="1224693"/>
              <a:ext cx="0" cy="4146992"/>
            </a:xfrm>
            <a:custGeom>
              <a:avLst/>
              <a:pathLst>
                <a:path w="0" h="4146992">
                  <a:moveTo>
                    <a:pt x="0" y="4146992"/>
                  </a:move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21" name="tx33621"/>
            <p:cNvSpPr/>
            <p:nvPr/>
          </p:nvSpPr>
          <p:spPr>
            <a:xfrm>
              <a:off x="4847094" y="4329838"/>
              <a:ext cx="11301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22" name="tx33622"/>
            <p:cNvSpPr/>
            <p:nvPr/>
          </p:nvSpPr>
          <p:spPr>
            <a:xfrm>
              <a:off x="4889431" y="3252698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23" name="tx33623"/>
            <p:cNvSpPr/>
            <p:nvPr/>
          </p:nvSpPr>
          <p:spPr>
            <a:xfrm>
              <a:off x="4889431" y="2175557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24" name="pl33624"/>
            <p:cNvSpPr/>
            <p:nvPr/>
          </p:nvSpPr>
          <p:spPr>
            <a:xfrm>
              <a:off x="4990480" y="43753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l33625"/>
            <p:cNvSpPr/>
            <p:nvPr/>
          </p:nvSpPr>
          <p:spPr>
            <a:xfrm>
              <a:off x="4990480" y="32981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6" name="pl33626"/>
            <p:cNvSpPr/>
            <p:nvPr/>
          </p:nvSpPr>
          <p:spPr>
            <a:xfrm>
              <a:off x="4990480" y="22210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l33627"/>
            <p:cNvSpPr/>
            <p:nvPr/>
          </p:nvSpPr>
          <p:spPr>
            <a:xfrm>
              <a:off x="5028438" y="5371685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28" name="pl33628"/>
            <p:cNvSpPr/>
            <p:nvPr/>
          </p:nvSpPr>
          <p:spPr>
            <a:xfrm>
              <a:off x="6203382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pl33629"/>
            <p:cNvSpPr/>
            <p:nvPr/>
          </p:nvSpPr>
          <p:spPr>
            <a:xfrm>
              <a:off x="7473593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0" name="pl33630"/>
            <p:cNvSpPr/>
            <p:nvPr/>
          </p:nvSpPr>
          <p:spPr>
            <a:xfrm>
              <a:off x="8743804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1" name="tx33631"/>
            <p:cNvSpPr/>
            <p:nvPr/>
          </p:nvSpPr>
          <p:spPr>
            <a:xfrm>
              <a:off x="6146873" y="5440009"/>
              <a:ext cx="11301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32" name="tx33632"/>
            <p:cNvSpPr/>
            <p:nvPr/>
          </p:nvSpPr>
          <p:spPr>
            <a:xfrm>
              <a:off x="7438252" y="5440009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33" name="tx33633"/>
            <p:cNvSpPr/>
            <p:nvPr/>
          </p:nvSpPr>
          <p:spPr>
            <a:xfrm>
              <a:off x="8708462" y="5440009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34" name="tx33634"/>
            <p:cNvSpPr/>
            <p:nvPr/>
          </p:nvSpPr>
          <p:spPr>
            <a:xfrm>
              <a:off x="6247383" y="5597753"/>
              <a:ext cx="12939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33635" name="tx33635"/>
            <p:cNvSpPr/>
            <p:nvPr/>
          </p:nvSpPr>
          <p:spPr>
            <a:xfrm>
              <a:off x="7541350" y="5600313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36" name="tx33636"/>
            <p:cNvSpPr/>
            <p:nvPr/>
          </p:nvSpPr>
          <p:spPr>
            <a:xfrm>
              <a:off x="7586613" y="5597753"/>
              <a:ext cx="366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37" name="tx33637"/>
            <p:cNvSpPr/>
            <p:nvPr/>
          </p:nvSpPr>
          <p:spPr>
            <a:xfrm>
              <a:off x="7623280" y="559775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38" name="tx33638"/>
            <p:cNvSpPr/>
            <p:nvPr/>
          </p:nvSpPr>
          <p:spPr>
            <a:xfrm>
              <a:off x="7715086" y="559775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39" name="tx33639"/>
            <p:cNvSpPr/>
            <p:nvPr/>
          </p:nvSpPr>
          <p:spPr>
            <a:xfrm>
              <a:off x="7806892" y="5663311"/>
              <a:ext cx="6419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40" name="tx33640"/>
            <p:cNvSpPr/>
            <p:nvPr/>
          </p:nvSpPr>
          <p:spPr>
            <a:xfrm>
              <a:off x="7871083" y="5597753"/>
              <a:ext cx="82872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(L vs E)</a:t>
              </a:r>
            </a:p>
          </p:txBody>
        </p:sp>
        <p:sp>
          <p:nvSpPr>
            <p:cNvPr id="33641" name="tx33641"/>
            <p:cNvSpPr/>
            <p:nvPr/>
          </p:nvSpPr>
          <p:spPr>
            <a:xfrm rot="-5400000">
              <a:off x="4049544" y="3862557"/>
              <a:ext cx="120527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33642" name="tx33642"/>
            <p:cNvSpPr/>
            <p:nvPr/>
          </p:nvSpPr>
          <p:spPr>
            <a:xfrm rot="-5400000">
              <a:off x="4630828" y="3238570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43" name="tx33643"/>
            <p:cNvSpPr/>
            <p:nvPr/>
          </p:nvSpPr>
          <p:spPr>
            <a:xfrm rot="-5400000">
              <a:off x="4633846" y="3196325"/>
              <a:ext cx="366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44" name="tx33644"/>
            <p:cNvSpPr/>
            <p:nvPr/>
          </p:nvSpPr>
          <p:spPr>
            <a:xfrm rot="-5400000">
              <a:off x="4606277" y="3132088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45" name="tx33645"/>
            <p:cNvSpPr/>
            <p:nvPr/>
          </p:nvSpPr>
          <p:spPr>
            <a:xfrm rot="-5400000">
              <a:off x="4606277" y="3040282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46" name="tx33646"/>
            <p:cNvSpPr/>
            <p:nvPr/>
          </p:nvSpPr>
          <p:spPr>
            <a:xfrm rot="-5400000">
              <a:off x="4667857" y="2980069"/>
              <a:ext cx="6419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47" name="tx33647"/>
            <p:cNvSpPr/>
            <p:nvPr/>
          </p:nvSpPr>
          <p:spPr>
            <a:xfrm rot="-5400000">
              <a:off x="4193562" y="2471571"/>
              <a:ext cx="917234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(Q vs W)</a:t>
              </a:r>
            </a:p>
          </p:txBody>
        </p:sp>
        <p:sp>
          <p:nvSpPr>
            <p:cNvPr id="33648" name="rc33648"/>
            <p:cNvSpPr/>
            <p:nvPr/>
          </p:nvSpPr>
          <p:spPr>
            <a:xfrm>
              <a:off x="10088227" y="2461208"/>
              <a:ext cx="588568" cy="1673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9" name="tx33649"/>
            <p:cNvSpPr/>
            <p:nvPr/>
          </p:nvSpPr>
          <p:spPr>
            <a:xfrm>
              <a:off x="10164143" y="2551846"/>
              <a:ext cx="34189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33650" name="rc33650"/>
            <p:cNvSpPr/>
            <p:nvPr/>
          </p:nvSpPr>
          <p:spPr>
            <a:xfrm>
              <a:off x="10164143" y="274251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1" name="rc33651"/>
            <p:cNvSpPr/>
            <p:nvPr/>
          </p:nvSpPr>
          <p:spPr>
            <a:xfrm>
              <a:off x="10173961" y="2752336"/>
              <a:ext cx="199819" cy="199819"/>
            </a:xfrm>
            <a:prstGeom prst="rect">
              <a:avLst/>
            </a:pr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2" name="pt33652"/>
            <p:cNvSpPr/>
            <p:nvPr/>
          </p:nvSpPr>
          <p:spPr>
            <a:xfrm>
              <a:off x="10246788" y="28251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3" name="pl33653"/>
            <p:cNvSpPr/>
            <p:nvPr/>
          </p:nvSpPr>
          <p:spPr>
            <a:xfrm>
              <a:off x="10186088" y="285224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4" name="rc33654"/>
            <p:cNvSpPr/>
            <p:nvPr/>
          </p:nvSpPr>
          <p:spPr>
            <a:xfrm>
              <a:off x="10164143" y="29619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5" name="rc33655"/>
            <p:cNvSpPr/>
            <p:nvPr/>
          </p:nvSpPr>
          <p:spPr>
            <a:xfrm>
              <a:off x="10173961" y="2971792"/>
              <a:ext cx="199819" cy="199819"/>
            </a:xfrm>
            <a:prstGeom prst="rect">
              <a:avLst/>
            </a:pr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6" name="pt33656"/>
            <p:cNvSpPr/>
            <p:nvPr/>
          </p:nvSpPr>
          <p:spPr>
            <a:xfrm>
              <a:off x="10246788" y="30446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7" name="pl33657"/>
            <p:cNvSpPr/>
            <p:nvPr/>
          </p:nvSpPr>
          <p:spPr>
            <a:xfrm>
              <a:off x="10186088" y="307170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8" name="rc33658"/>
            <p:cNvSpPr/>
            <p:nvPr/>
          </p:nvSpPr>
          <p:spPr>
            <a:xfrm>
              <a:off x="10164143" y="31814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9" name="rc33659"/>
            <p:cNvSpPr/>
            <p:nvPr/>
          </p:nvSpPr>
          <p:spPr>
            <a:xfrm>
              <a:off x="10173961" y="3191248"/>
              <a:ext cx="199819" cy="199819"/>
            </a:xfrm>
            <a:prstGeom prst="rect">
              <a:avLst/>
            </a:pr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0" name="pt33660"/>
            <p:cNvSpPr/>
            <p:nvPr/>
          </p:nvSpPr>
          <p:spPr>
            <a:xfrm>
              <a:off x="10246788" y="326407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1" name="pl33661"/>
            <p:cNvSpPr/>
            <p:nvPr/>
          </p:nvSpPr>
          <p:spPr>
            <a:xfrm>
              <a:off x="10186088" y="329115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2" name="rc33662"/>
            <p:cNvSpPr/>
            <p:nvPr/>
          </p:nvSpPr>
          <p:spPr>
            <a:xfrm>
              <a:off x="10164143" y="34008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3" name="rc33663"/>
            <p:cNvSpPr/>
            <p:nvPr/>
          </p:nvSpPr>
          <p:spPr>
            <a:xfrm>
              <a:off x="10173961" y="3410704"/>
              <a:ext cx="199819" cy="199819"/>
            </a:xfrm>
            <a:prstGeom prst="rect">
              <a:avLst/>
            </a:pr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4" name="pt33664"/>
            <p:cNvSpPr/>
            <p:nvPr/>
          </p:nvSpPr>
          <p:spPr>
            <a:xfrm>
              <a:off x="10246788" y="3483531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5" name="pl33665"/>
            <p:cNvSpPr/>
            <p:nvPr/>
          </p:nvSpPr>
          <p:spPr>
            <a:xfrm>
              <a:off x="10186088" y="351061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6" name="rc33666"/>
            <p:cNvSpPr/>
            <p:nvPr/>
          </p:nvSpPr>
          <p:spPr>
            <a:xfrm>
              <a:off x="10164143" y="362034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7" name="rc33667"/>
            <p:cNvSpPr/>
            <p:nvPr/>
          </p:nvSpPr>
          <p:spPr>
            <a:xfrm>
              <a:off x="10173961" y="3630160"/>
              <a:ext cx="199819" cy="199819"/>
            </a:xfrm>
            <a:prstGeom prst="rect">
              <a:avLst/>
            </a:pr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8" name="pt33668"/>
            <p:cNvSpPr/>
            <p:nvPr/>
          </p:nvSpPr>
          <p:spPr>
            <a:xfrm>
              <a:off x="10246788" y="370298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9" name="pl33669"/>
            <p:cNvSpPr/>
            <p:nvPr/>
          </p:nvSpPr>
          <p:spPr>
            <a:xfrm>
              <a:off x="10186088" y="373007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0" name="rc33670"/>
            <p:cNvSpPr/>
            <p:nvPr/>
          </p:nvSpPr>
          <p:spPr>
            <a:xfrm>
              <a:off x="10164143" y="38397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1" name="rc33671"/>
            <p:cNvSpPr/>
            <p:nvPr/>
          </p:nvSpPr>
          <p:spPr>
            <a:xfrm>
              <a:off x="10173961" y="3849616"/>
              <a:ext cx="199819" cy="199819"/>
            </a:xfrm>
            <a:prstGeom prst="rect">
              <a:avLst/>
            </a:pr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72" name="pt33672"/>
            <p:cNvSpPr/>
            <p:nvPr/>
          </p:nvSpPr>
          <p:spPr>
            <a:xfrm>
              <a:off x="10246788" y="392244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3" name="pl33673"/>
            <p:cNvSpPr/>
            <p:nvPr/>
          </p:nvSpPr>
          <p:spPr>
            <a:xfrm>
              <a:off x="10186088" y="394952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4" name="tx33674"/>
            <p:cNvSpPr/>
            <p:nvPr/>
          </p:nvSpPr>
          <p:spPr>
            <a:xfrm>
              <a:off x="10459514" y="2806755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675" name="tx33675"/>
            <p:cNvSpPr/>
            <p:nvPr/>
          </p:nvSpPr>
          <p:spPr>
            <a:xfrm>
              <a:off x="10459514" y="3026211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676" name="tx33676"/>
            <p:cNvSpPr/>
            <p:nvPr/>
          </p:nvSpPr>
          <p:spPr>
            <a:xfrm>
              <a:off x="10459514" y="3245667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677" name="tx33677"/>
            <p:cNvSpPr/>
            <p:nvPr/>
          </p:nvSpPr>
          <p:spPr>
            <a:xfrm>
              <a:off x="10459514" y="3465123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678" name="tx33678"/>
            <p:cNvSpPr/>
            <p:nvPr/>
          </p:nvSpPr>
          <p:spPr>
            <a:xfrm>
              <a:off x="10459514" y="3684579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679" name="tx33679"/>
            <p:cNvSpPr/>
            <p:nvPr/>
          </p:nvSpPr>
          <p:spPr>
            <a:xfrm>
              <a:off x="10459514" y="3904035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680" name="tx33680"/>
            <p:cNvSpPr/>
            <p:nvPr/>
          </p:nvSpPr>
          <p:spPr>
            <a:xfrm>
              <a:off x="4469071" y="1074640"/>
              <a:ext cx="121889" cy="1308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681" name="pl33681"/>
            <p:cNvSpPr/>
            <p:nvPr/>
          </p:nvSpPr>
          <p:spPr>
            <a:xfrm>
              <a:off x="5028438" y="8931747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2" name="pl33682"/>
            <p:cNvSpPr/>
            <p:nvPr/>
          </p:nvSpPr>
          <p:spPr>
            <a:xfrm>
              <a:off x="5028438" y="8436288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3" name="pl33683"/>
            <p:cNvSpPr/>
            <p:nvPr/>
          </p:nvSpPr>
          <p:spPr>
            <a:xfrm>
              <a:off x="5028438" y="7940828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4" name="pl33684"/>
            <p:cNvSpPr/>
            <p:nvPr/>
          </p:nvSpPr>
          <p:spPr>
            <a:xfrm>
              <a:off x="5028438" y="7445369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5" name="pl33685"/>
            <p:cNvSpPr/>
            <p:nvPr/>
          </p:nvSpPr>
          <p:spPr>
            <a:xfrm>
              <a:off x="5028438" y="6949910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6" name="pl33686"/>
            <p:cNvSpPr/>
            <p:nvPr/>
          </p:nvSpPr>
          <p:spPr>
            <a:xfrm>
              <a:off x="5028438" y="6454451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7" name="pl33687"/>
            <p:cNvSpPr/>
            <p:nvPr/>
          </p:nvSpPr>
          <p:spPr>
            <a:xfrm>
              <a:off x="5501694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8" name="pl33688"/>
            <p:cNvSpPr/>
            <p:nvPr/>
          </p:nvSpPr>
          <p:spPr>
            <a:xfrm>
              <a:off x="629045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9" name="pl33689"/>
            <p:cNvSpPr/>
            <p:nvPr/>
          </p:nvSpPr>
          <p:spPr>
            <a:xfrm>
              <a:off x="707921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0" name="pl33690"/>
            <p:cNvSpPr/>
            <p:nvPr/>
          </p:nvSpPr>
          <p:spPr>
            <a:xfrm>
              <a:off x="786797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1" name="pl33691"/>
            <p:cNvSpPr/>
            <p:nvPr/>
          </p:nvSpPr>
          <p:spPr>
            <a:xfrm>
              <a:off x="865673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2" name="pl33692"/>
            <p:cNvSpPr/>
            <p:nvPr/>
          </p:nvSpPr>
          <p:spPr>
            <a:xfrm>
              <a:off x="944549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3" name="rc33693"/>
            <p:cNvSpPr/>
            <p:nvPr/>
          </p:nvSpPr>
          <p:spPr>
            <a:xfrm>
              <a:off x="5107314" y="8684017"/>
              <a:ext cx="788759" cy="495459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4" name="rc33694"/>
            <p:cNvSpPr/>
            <p:nvPr/>
          </p:nvSpPr>
          <p:spPr>
            <a:xfrm>
              <a:off x="589607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5" name="rc33695"/>
            <p:cNvSpPr/>
            <p:nvPr/>
          </p:nvSpPr>
          <p:spPr>
            <a:xfrm>
              <a:off x="668483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6" name="rc33696"/>
            <p:cNvSpPr/>
            <p:nvPr/>
          </p:nvSpPr>
          <p:spPr>
            <a:xfrm>
              <a:off x="747359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7" name="rc33697"/>
            <p:cNvSpPr/>
            <p:nvPr/>
          </p:nvSpPr>
          <p:spPr>
            <a:xfrm>
              <a:off x="826235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8" name="rc33698"/>
            <p:cNvSpPr/>
            <p:nvPr/>
          </p:nvSpPr>
          <p:spPr>
            <a:xfrm>
              <a:off x="9051113" y="8684017"/>
              <a:ext cx="788759" cy="495459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9" name="rc33699"/>
            <p:cNvSpPr/>
            <p:nvPr/>
          </p:nvSpPr>
          <p:spPr>
            <a:xfrm>
              <a:off x="5107314" y="8188558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0" name="rc33700"/>
            <p:cNvSpPr/>
            <p:nvPr/>
          </p:nvSpPr>
          <p:spPr>
            <a:xfrm>
              <a:off x="5896073" y="8188558"/>
              <a:ext cx="788759" cy="495459"/>
            </a:xfrm>
            <a:prstGeom prst="rect">
              <a:avLst/>
            </a:prstGeom>
            <a:solidFill>
              <a:srgbClr val="FFDDD2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1" name="rc33701"/>
            <p:cNvSpPr/>
            <p:nvPr/>
          </p:nvSpPr>
          <p:spPr>
            <a:xfrm>
              <a:off x="6684833" y="8188558"/>
              <a:ext cx="788759" cy="495459"/>
            </a:xfrm>
            <a:prstGeom prst="rect">
              <a:avLst/>
            </a:prstGeom>
            <a:solidFill>
              <a:srgbClr val="FFF4F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2" name="rc33702"/>
            <p:cNvSpPr/>
            <p:nvPr/>
          </p:nvSpPr>
          <p:spPr>
            <a:xfrm>
              <a:off x="7473593" y="8188558"/>
              <a:ext cx="788759" cy="495459"/>
            </a:xfrm>
            <a:prstGeom prst="rect">
              <a:avLst/>
            </a:prstGeom>
            <a:solidFill>
              <a:srgbClr val="FFDFD4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3" name="rc33703"/>
            <p:cNvSpPr/>
            <p:nvPr/>
          </p:nvSpPr>
          <p:spPr>
            <a:xfrm>
              <a:off x="8262353" y="8188558"/>
              <a:ext cx="788759" cy="495459"/>
            </a:xfrm>
            <a:prstGeom prst="rect">
              <a:avLst/>
            </a:prstGeom>
            <a:solidFill>
              <a:srgbClr val="FFFBFA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4" name="rc33704"/>
            <p:cNvSpPr/>
            <p:nvPr/>
          </p:nvSpPr>
          <p:spPr>
            <a:xfrm>
              <a:off x="9051113" y="8188558"/>
              <a:ext cx="788759" cy="495459"/>
            </a:xfrm>
            <a:prstGeom prst="rect">
              <a:avLst/>
            </a:prstGeom>
            <a:solidFill>
              <a:srgbClr val="FFF9F7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5" name="rc33705"/>
            <p:cNvSpPr/>
            <p:nvPr/>
          </p:nvSpPr>
          <p:spPr>
            <a:xfrm>
              <a:off x="5107314" y="7693099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6" name="rc33706"/>
            <p:cNvSpPr/>
            <p:nvPr/>
          </p:nvSpPr>
          <p:spPr>
            <a:xfrm>
              <a:off x="5896073" y="7693099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7" name="rc33707"/>
            <p:cNvSpPr/>
            <p:nvPr/>
          </p:nvSpPr>
          <p:spPr>
            <a:xfrm>
              <a:off x="6684833" y="7693099"/>
              <a:ext cx="788759" cy="495459"/>
            </a:xfrm>
            <a:prstGeom prst="rect">
              <a:avLst/>
            </a:prstGeom>
            <a:solidFill>
              <a:srgbClr val="FFDACE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8" name="rc33708"/>
            <p:cNvSpPr/>
            <p:nvPr/>
          </p:nvSpPr>
          <p:spPr>
            <a:xfrm>
              <a:off x="7473593" y="7693099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9" name="rc33709"/>
            <p:cNvSpPr/>
            <p:nvPr/>
          </p:nvSpPr>
          <p:spPr>
            <a:xfrm>
              <a:off x="8262353" y="7693099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0" name="rc33710"/>
            <p:cNvSpPr/>
            <p:nvPr/>
          </p:nvSpPr>
          <p:spPr>
            <a:xfrm>
              <a:off x="9051113" y="7693099"/>
              <a:ext cx="788759" cy="495459"/>
            </a:xfrm>
            <a:prstGeom prst="rect">
              <a:avLst/>
            </a:prstGeom>
            <a:solidFill>
              <a:srgbClr val="FFFDFC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1" name="rc33711"/>
            <p:cNvSpPr/>
            <p:nvPr/>
          </p:nvSpPr>
          <p:spPr>
            <a:xfrm>
              <a:off x="5107314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2" name="rc33712"/>
            <p:cNvSpPr/>
            <p:nvPr/>
          </p:nvSpPr>
          <p:spPr>
            <a:xfrm>
              <a:off x="5896073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3" name="rc33713"/>
            <p:cNvSpPr/>
            <p:nvPr/>
          </p:nvSpPr>
          <p:spPr>
            <a:xfrm>
              <a:off x="6684833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4" name="rc33714"/>
            <p:cNvSpPr/>
            <p:nvPr/>
          </p:nvSpPr>
          <p:spPr>
            <a:xfrm>
              <a:off x="747359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5" name="rc33715"/>
            <p:cNvSpPr/>
            <p:nvPr/>
          </p:nvSpPr>
          <p:spPr>
            <a:xfrm>
              <a:off x="826235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6" name="rc33716"/>
            <p:cNvSpPr/>
            <p:nvPr/>
          </p:nvSpPr>
          <p:spPr>
            <a:xfrm>
              <a:off x="905111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7" name="rc33717"/>
            <p:cNvSpPr/>
            <p:nvPr/>
          </p:nvSpPr>
          <p:spPr>
            <a:xfrm>
              <a:off x="5107314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8" name="rc33718"/>
            <p:cNvSpPr/>
            <p:nvPr/>
          </p:nvSpPr>
          <p:spPr>
            <a:xfrm>
              <a:off x="589607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9" name="rc33719"/>
            <p:cNvSpPr/>
            <p:nvPr/>
          </p:nvSpPr>
          <p:spPr>
            <a:xfrm>
              <a:off x="668483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0" name="rc33720"/>
            <p:cNvSpPr/>
            <p:nvPr/>
          </p:nvSpPr>
          <p:spPr>
            <a:xfrm>
              <a:off x="747359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1" name="rc33721"/>
            <p:cNvSpPr/>
            <p:nvPr/>
          </p:nvSpPr>
          <p:spPr>
            <a:xfrm>
              <a:off x="8262353" y="6702181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2" name="rc33722"/>
            <p:cNvSpPr/>
            <p:nvPr/>
          </p:nvSpPr>
          <p:spPr>
            <a:xfrm>
              <a:off x="9051113" y="6702181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3" name="rc33723"/>
            <p:cNvSpPr/>
            <p:nvPr/>
          </p:nvSpPr>
          <p:spPr>
            <a:xfrm>
              <a:off x="5107314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4" name="rc33724"/>
            <p:cNvSpPr/>
            <p:nvPr/>
          </p:nvSpPr>
          <p:spPr>
            <a:xfrm>
              <a:off x="589607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5" name="rc33725"/>
            <p:cNvSpPr/>
            <p:nvPr/>
          </p:nvSpPr>
          <p:spPr>
            <a:xfrm>
              <a:off x="668483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6" name="rc33726"/>
            <p:cNvSpPr/>
            <p:nvPr/>
          </p:nvSpPr>
          <p:spPr>
            <a:xfrm>
              <a:off x="747359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7" name="rc33727"/>
            <p:cNvSpPr/>
            <p:nvPr/>
          </p:nvSpPr>
          <p:spPr>
            <a:xfrm>
              <a:off x="826235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8" name="rc33728"/>
            <p:cNvSpPr/>
            <p:nvPr/>
          </p:nvSpPr>
          <p:spPr>
            <a:xfrm>
              <a:off x="9051113" y="6206722"/>
              <a:ext cx="788759" cy="495459"/>
            </a:xfrm>
            <a:prstGeom prst="rect">
              <a:avLst/>
            </a:prstGeom>
            <a:solidFill>
              <a:srgbClr val="EE000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9" name="tx33729"/>
            <p:cNvSpPr/>
            <p:nvPr/>
          </p:nvSpPr>
          <p:spPr>
            <a:xfrm>
              <a:off x="547659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0" name="tx33730"/>
            <p:cNvSpPr/>
            <p:nvPr/>
          </p:nvSpPr>
          <p:spPr>
            <a:xfrm>
              <a:off x="626535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1" name="tx33731"/>
            <p:cNvSpPr/>
            <p:nvPr/>
          </p:nvSpPr>
          <p:spPr>
            <a:xfrm>
              <a:off x="705411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2" name="tx33732"/>
            <p:cNvSpPr/>
            <p:nvPr/>
          </p:nvSpPr>
          <p:spPr>
            <a:xfrm>
              <a:off x="784287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3" name="tx33733"/>
            <p:cNvSpPr/>
            <p:nvPr/>
          </p:nvSpPr>
          <p:spPr>
            <a:xfrm>
              <a:off x="863163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4" name="tx33734"/>
            <p:cNvSpPr/>
            <p:nvPr/>
          </p:nvSpPr>
          <p:spPr>
            <a:xfrm>
              <a:off x="9410334" y="8867099"/>
              <a:ext cx="70317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33735" name="tx33735"/>
            <p:cNvSpPr/>
            <p:nvPr/>
          </p:nvSpPr>
          <p:spPr>
            <a:xfrm>
              <a:off x="6184977" y="8371639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33736" name="tx33736"/>
            <p:cNvSpPr/>
            <p:nvPr/>
          </p:nvSpPr>
          <p:spPr>
            <a:xfrm>
              <a:off x="7054113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7" name="tx33737"/>
            <p:cNvSpPr/>
            <p:nvPr/>
          </p:nvSpPr>
          <p:spPr>
            <a:xfrm>
              <a:off x="7762497" y="8371639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33738" name="tx33738"/>
            <p:cNvSpPr/>
            <p:nvPr/>
          </p:nvSpPr>
          <p:spPr>
            <a:xfrm>
              <a:off x="8631633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9" name="tx33739"/>
            <p:cNvSpPr/>
            <p:nvPr/>
          </p:nvSpPr>
          <p:spPr>
            <a:xfrm>
              <a:off x="9420392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0" name="tx33740"/>
            <p:cNvSpPr/>
            <p:nvPr/>
          </p:nvSpPr>
          <p:spPr>
            <a:xfrm>
              <a:off x="6973737" y="7876180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33741" name="tx33741"/>
            <p:cNvSpPr/>
            <p:nvPr/>
          </p:nvSpPr>
          <p:spPr>
            <a:xfrm>
              <a:off x="7842873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2" name="tx33742"/>
            <p:cNvSpPr/>
            <p:nvPr/>
          </p:nvSpPr>
          <p:spPr>
            <a:xfrm>
              <a:off x="8631633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3" name="tx33743"/>
            <p:cNvSpPr/>
            <p:nvPr/>
          </p:nvSpPr>
          <p:spPr>
            <a:xfrm>
              <a:off x="9420392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4" name="tx33744"/>
            <p:cNvSpPr/>
            <p:nvPr/>
          </p:nvSpPr>
          <p:spPr>
            <a:xfrm>
              <a:off x="7842873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5" name="tx33745"/>
            <p:cNvSpPr/>
            <p:nvPr/>
          </p:nvSpPr>
          <p:spPr>
            <a:xfrm>
              <a:off x="8631633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6" name="tx33746"/>
            <p:cNvSpPr/>
            <p:nvPr/>
          </p:nvSpPr>
          <p:spPr>
            <a:xfrm>
              <a:off x="9420392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7" name="tx33747"/>
            <p:cNvSpPr/>
            <p:nvPr/>
          </p:nvSpPr>
          <p:spPr>
            <a:xfrm>
              <a:off x="8631633" y="688526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8" name="tx33748"/>
            <p:cNvSpPr/>
            <p:nvPr/>
          </p:nvSpPr>
          <p:spPr>
            <a:xfrm>
              <a:off x="9420392" y="688526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9" name="tx33749"/>
            <p:cNvSpPr/>
            <p:nvPr/>
          </p:nvSpPr>
          <p:spPr>
            <a:xfrm>
              <a:off x="9340017" y="6389803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33750" name="tx33750"/>
            <p:cNvSpPr/>
            <p:nvPr/>
          </p:nvSpPr>
          <p:spPr>
            <a:xfrm>
              <a:off x="4818748" y="8886255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751" name="tx33751"/>
            <p:cNvSpPr/>
            <p:nvPr/>
          </p:nvSpPr>
          <p:spPr>
            <a:xfrm>
              <a:off x="4818748" y="839079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752" name="tx33752"/>
            <p:cNvSpPr/>
            <p:nvPr/>
          </p:nvSpPr>
          <p:spPr>
            <a:xfrm>
              <a:off x="4818748" y="7895337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753" name="tx33753"/>
            <p:cNvSpPr/>
            <p:nvPr/>
          </p:nvSpPr>
          <p:spPr>
            <a:xfrm>
              <a:off x="4818748" y="7399878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754" name="tx33754"/>
            <p:cNvSpPr/>
            <p:nvPr/>
          </p:nvSpPr>
          <p:spPr>
            <a:xfrm>
              <a:off x="4818748" y="6904419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755" name="tx33755"/>
            <p:cNvSpPr/>
            <p:nvPr/>
          </p:nvSpPr>
          <p:spPr>
            <a:xfrm>
              <a:off x="4875440" y="6408960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756" name="tx33756"/>
            <p:cNvSpPr/>
            <p:nvPr/>
          </p:nvSpPr>
          <p:spPr>
            <a:xfrm>
              <a:off x="543101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757" name="tx33757"/>
            <p:cNvSpPr/>
            <p:nvPr/>
          </p:nvSpPr>
          <p:spPr>
            <a:xfrm>
              <a:off x="621977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758" name="tx33758"/>
            <p:cNvSpPr/>
            <p:nvPr/>
          </p:nvSpPr>
          <p:spPr>
            <a:xfrm>
              <a:off x="700853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759" name="tx33759"/>
            <p:cNvSpPr/>
            <p:nvPr/>
          </p:nvSpPr>
          <p:spPr>
            <a:xfrm>
              <a:off x="779729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760" name="tx33760"/>
            <p:cNvSpPr/>
            <p:nvPr/>
          </p:nvSpPr>
          <p:spPr>
            <a:xfrm>
              <a:off x="858605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761" name="tx33761"/>
            <p:cNvSpPr/>
            <p:nvPr/>
          </p:nvSpPr>
          <p:spPr>
            <a:xfrm>
              <a:off x="9403156" y="9297346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762" name="tx33762"/>
            <p:cNvSpPr/>
            <p:nvPr/>
          </p:nvSpPr>
          <p:spPr>
            <a:xfrm>
              <a:off x="6161703" y="9454999"/>
              <a:ext cx="12939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33763" name="tx33763"/>
            <p:cNvSpPr/>
            <p:nvPr/>
          </p:nvSpPr>
          <p:spPr>
            <a:xfrm>
              <a:off x="7455671" y="9457559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64" name="tx33764"/>
            <p:cNvSpPr/>
            <p:nvPr/>
          </p:nvSpPr>
          <p:spPr>
            <a:xfrm>
              <a:off x="7500934" y="9454999"/>
              <a:ext cx="1284549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(predictors)</a:t>
              </a:r>
            </a:p>
          </p:txBody>
        </p:sp>
        <p:sp>
          <p:nvSpPr>
            <p:cNvPr id="33765" name="tx33765"/>
            <p:cNvSpPr/>
            <p:nvPr/>
          </p:nvSpPr>
          <p:spPr>
            <a:xfrm rot="-5400000">
              <a:off x="4049453" y="8276029"/>
              <a:ext cx="120527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33766" name="tx33766"/>
            <p:cNvSpPr/>
            <p:nvPr/>
          </p:nvSpPr>
          <p:spPr>
            <a:xfrm rot="-5400000">
              <a:off x="4630737" y="7652042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67" name="tx33767"/>
            <p:cNvSpPr/>
            <p:nvPr/>
          </p:nvSpPr>
          <p:spPr>
            <a:xfrm rot="-5400000">
              <a:off x="4032674" y="7008716"/>
              <a:ext cx="1238829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(response)</a:t>
              </a:r>
            </a:p>
          </p:txBody>
        </p:sp>
        <p:sp>
          <p:nvSpPr>
            <p:cNvPr id="33768" name="tx33768"/>
            <p:cNvSpPr/>
            <p:nvPr/>
          </p:nvSpPr>
          <p:spPr>
            <a:xfrm>
              <a:off x="10146495" y="6981046"/>
              <a:ext cx="38057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33769" name="tx33769"/>
            <p:cNvSpPr/>
            <p:nvPr/>
          </p:nvSpPr>
          <p:spPr>
            <a:xfrm>
              <a:off x="10146495" y="7131922"/>
              <a:ext cx="33403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slope</a:t>
              </a:r>
            </a:p>
          </p:txBody>
        </p:sp>
        <p:pic>
          <p:nvPicPr>
            <p:cNvPr id="33770" name="pic337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46495" y="7322594"/>
              <a:ext cx="219455" cy="1097280"/>
            </a:xfrm>
            <a:prstGeom prst="rect">
              <a:avLst/>
            </a:prstGeom>
          </p:spPr>
        </p:pic>
        <p:sp>
          <p:nvSpPr>
            <p:cNvPr id="33771" name="pl33771"/>
            <p:cNvSpPr/>
            <p:nvPr/>
          </p:nvSpPr>
          <p:spPr>
            <a:xfrm>
              <a:off x="10322059" y="841804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2" name="pl33772"/>
            <p:cNvSpPr/>
            <p:nvPr/>
          </p:nvSpPr>
          <p:spPr>
            <a:xfrm>
              <a:off x="10322059" y="823073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3" name="pl33773"/>
            <p:cNvSpPr/>
            <p:nvPr/>
          </p:nvSpPr>
          <p:spPr>
            <a:xfrm>
              <a:off x="10322059" y="80434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4" name="pl33774"/>
            <p:cNvSpPr/>
            <p:nvPr/>
          </p:nvSpPr>
          <p:spPr>
            <a:xfrm>
              <a:off x="10322059" y="785611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5" name="pl33775"/>
            <p:cNvSpPr/>
            <p:nvPr/>
          </p:nvSpPr>
          <p:spPr>
            <a:xfrm>
              <a:off x="10322059" y="766880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6" name="pl33776"/>
            <p:cNvSpPr/>
            <p:nvPr/>
          </p:nvSpPr>
          <p:spPr>
            <a:xfrm>
              <a:off x="10322059" y="74814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7" name="pl33777"/>
            <p:cNvSpPr/>
            <p:nvPr/>
          </p:nvSpPr>
          <p:spPr>
            <a:xfrm>
              <a:off x="10146495" y="841804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8" name="pl33778"/>
            <p:cNvSpPr/>
            <p:nvPr/>
          </p:nvSpPr>
          <p:spPr>
            <a:xfrm>
              <a:off x="10146495" y="823073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9" name="pl33779"/>
            <p:cNvSpPr/>
            <p:nvPr/>
          </p:nvSpPr>
          <p:spPr>
            <a:xfrm>
              <a:off x="10146495" y="80434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0" name="pl33780"/>
            <p:cNvSpPr/>
            <p:nvPr/>
          </p:nvSpPr>
          <p:spPr>
            <a:xfrm>
              <a:off x="10146495" y="785611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1" name="pl33781"/>
            <p:cNvSpPr/>
            <p:nvPr/>
          </p:nvSpPr>
          <p:spPr>
            <a:xfrm>
              <a:off x="10146495" y="766880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2" name="pl33782"/>
            <p:cNvSpPr/>
            <p:nvPr/>
          </p:nvSpPr>
          <p:spPr>
            <a:xfrm>
              <a:off x="10146495" y="74814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3" name="tx33783"/>
            <p:cNvSpPr/>
            <p:nvPr/>
          </p:nvSpPr>
          <p:spPr>
            <a:xfrm>
              <a:off x="10441866" y="837255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3784" name="tx33784"/>
            <p:cNvSpPr/>
            <p:nvPr/>
          </p:nvSpPr>
          <p:spPr>
            <a:xfrm>
              <a:off x="10441866" y="818524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33785" name="tx33785"/>
            <p:cNvSpPr/>
            <p:nvPr/>
          </p:nvSpPr>
          <p:spPr>
            <a:xfrm>
              <a:off x="10441866" y="799793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33786" name="tx33786"/>
            <p:cNvSpPr/>
            <p:nvPr/>
          </p:nvSpPr>
          <p:spPr>
            <a:xfrm>
              <a:off x="10441866" y="781062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33787" name="tx33787"/>
            <p:cNvSpPr/>
            <p:nvPr/>
          </p:nvSpPr>
          <p:spPr>
            <a:xfrm>
              <a:off x="10441866" y="762331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33788" name="tx33788"/>
            <p:cNvSpPr/>
            <p:nvPr/>
          </p:nvSpPr>
          <p:spPr>
            <a:xfrm>
              <a:off x="10441866" y="743600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3789" name="tx33789"/>
            <p:cNvSpPr/>
            <p:nvPr/>
          </p:nvSpPr>
          <p:spPr>
            <a:xfrm>
              <a:off x="4469071" y="6007123"/>
              <a:ext cx="121889" cy="1308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2026-08-28T15:57:43Z</dcterms:modified>
</cp:coreProperties>
</file>